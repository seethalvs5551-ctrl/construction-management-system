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7569200" cy="10706100"/>
  <p:notesSz cx="7569200" cy="10706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7" autoAdjust="0"/>
    <p:restoredTop sz="94660"/>
  </p:normalViewPr>
  <p:slideViewPr>
    <p:cSldViewPr>
      <p:cViewPr>
        <p:scale>
          <a:sx n="66" d="100"/>
          <a:sy n="66" d="100"/>
        </p:scale>
        <p:origin x="1950" y="-6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8166" y="3318891"/>
            <a:ext cx="6439217" cy="224828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6332" y="5995416"/>
            <a:ext cx="5302885" cy="26765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777" y="2462403"/>
            <a:ext cx="3295364" cy="706602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901408" y="2462403"/>
            <a:ext cx="3295364" cy="706602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6" name="Holder 6"/>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4" name="Holder 4"/>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3" name="Holder 3"/>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777" y="428244"/>
            <a:ext cx="6817995" cy="171297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777" y="2462403"/>
            <a:ext cx="6817995" cy="706602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292346" y="10207989"/>
            <a:ext cx="2336165"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
        <p:nvSpPr>
          <p:cNvPr id="5" name="Holder 5"/>
          <p:cNvSpPr>
            <a:spLocks noGrp="1"/>
          </p:cNvSpPr>
          <p:nvPr>
            <p:ph type="dt" sz="half" idx="6"/>
          </p:nvPr>
        </p:nvSpPr>
        <p:spPr>
          <a:xfrm>
            <a:off x="720344" y="10207989"/>
            <a:ext cx="2009139"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Holder 6"/>
          <p:cNvSpPr>
            <a:spLocks noGrp="1"/>
          </p:cNvSpPr>
          <p:nvPr>
            <p:ph type="sldNum" sz="quarter" idx="7"/>
          </p:nvPr>
        </p:nvSpPr>
        <p:spPr>
          <a:xfrm>
            <a:off x="5454396" y="9956673"/>
            <a:ext cx="1742376" cy="5353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hyperlink" Target="mailto:support@gmail.com" TargetMode="External"/><Relationship Id="rId2" Type="http://schemas.openxmlformats.org/officeDocument/2006/relationships/hyperlink" Target="https://www.google.com/maps/place/Dhaka/%4023.7806207%2C90.3492859%2C12" TargetMode="External"/><Relationship Id="rId1" Type="http://schemas.openxmlformats.org/officeDocument/2006/relationships/slideLayout" Target="../slideLayouts/slideLayout5.xml"/><Relationship Id="rId4" Type="http://schemas.openxmlformats.org/officeDocument/2006/relationships/hyperlink" Target="mailto:support@mail.com"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hyperlink" Target="mailto:support@gmail.com" TargetMode="External"/><Relationship Id="rId2" Type="http://schemas.openxmlformats.org/officeDocument/2006/relationships/hyperlink" Target="https://www.google.com/maps/place/Dhaka/%4023.7806207%2C90.3492859%2C12z/dat" TargetMode="External"/><Relationship Id="rId1" Type="http://schemas.openxmlformats.org/officeDocument/2006/relationships/slideLayout" Target="../slideLayouts/slideLayout5.xml"/><Relationship Id="rId4" Type="http://schemas.openxmlformats.org/officeDocument/2006/relationships/hyperlink" Target="mailto:support@mail.com"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67508" y="5019497"/>
            <a:ext cx="3677920" cy="1521570"/>
          </a:xfrm>
          <a:prstGeom prst="rect">
            <a:avLst/>
          </a:prstGeom>
        </p:spPr>
        <p:txBody>
          <a:bodyPr vert="horz" wrap="square" lIns="0" tIns="13335" rIns="0" bIns="0" rtlCol="0">
            <a:spAutoFit/>
          </a:bodyPr>
          <a:lstStyle/>
          <a:p>
            <a:pPr marR="321945" algn="ctr">
              <a:lnSpc>
                <a:spcPts val="1664"/>
              </a:lnSpc>
              <a:spcBef>
                <a:spcPts val="105"/>
              </a:spcBef>
            </a:pPr>
            <a:r>
              <a:rPr sz="1400" b="1" spc="15" dirty="0">
                <a:latin typeface="Times New Roman"/>
                <a:cs typeface="Times New Roman"/>
              </a:rPr>
              <a:t>B</a:t>
            </a:r>
            <a:r>
              <a:rPr sz="1350" b="1" spc="22" baseline="3086" dirty="0">
                <a:latin typeface="Times New Roman"/>
                <a:cs typeface="Times New Roman"/>
              </a:rPr>
              <a:t>Y</a:t>
            </a:r>
            <a:endParaRPr sz="1350" baseline="3086" dirty="0">
              <a:latin typeface="Times New Roman"/>
              <a:cs typeface="Times New Roman"/>
            </a:endParaRPr>
          </a:p>
          <a:p>
            <a:pPr marL="1007744">
              <a:lnSpc>
                <a:spcPts val="1425"/>
              </a:lnSpc>
            </a:pPr>
            <a:r>
              <a:rPr lang="en-US" sz="1200" b="1" spc="-5" dirty="0">
                <a:latin typeface="Times New Roman"/>
                <a:cs typeface="Times New Roman"/>
              </a:rPr>
              <a:t>         Seethal V.S</a:t>
            </a:r>
            <a:endParaRPr sz="1200" dirty="0">
              <a:latin typeface="Times New Roman"/>
              <a:cs typeface="Times New Roman"/>
            </a:endParaRPr>
          </a:p>
          <a:p>
            <a:pPr marL="969644">
              <a:lnSpc>
                <a:spcPct val="100000"/>
              </a:lnSpc>
              <a:spcBef>
                <a:spcPts val="155"/>
              </a:spcBef>
            </a:pPr>
            <a:r>
              <a:rPr sz="1200" b="1" spc="-5" dirty="0">
                <a:latin typeface="Times New Roman"/>
                <a:cs typeface="Times New Roman"/>
              </a:rPr>
              <a:t>Reg.</a:t>
            </a:r>
            <a:r>
              <a:rPr sz="1200" b="1" spc="-20" dirty="0">
                <a:latin typeface="Times New Roman"/>
                <a:cs typeface="Times New Roman"/>
              </a:rPr>
              <a:t> </a:t>
            </a:r>
            <a:r>
              <a:rPr sz="1200" b="1" spc="-5" dirty="0">
                <a:latin typeface="Times New Roman"/>
                <a:cs typeface="Times New Roman"/>
              </a:rPr>
              <a:t>No:210021091499</a:t>
            </a:r>
            <a:endParaRPr sz="1200" dirty="0">
              <a:latin typeface="Times New Roman"/>
              <a:cs typeface="Times New Roman"/>
            </a:endParaRPr>
          </a:p>
          <a:p>
            <a:pPr>
              <a:lnSpc>
                <a:spcPct val="100000"/>
              </a:lnSpc>
              <a:spcBef>
                <a:spcPts val="25"/>
              </a:spcBef>
            </a:pPr>
            <a:endParaRPr sz="1650" dirty="0">
              <a:latin typeface="Times New Roman"/>
              <a:cs typeface="Times New Roman"/>
            </a:endParaRPr>
          </a:p>
          <a:p>
            <a:pPr marL="1007744">
              <a:lnSpc>
                <a:spcPct val="100000"/>
              </a:lnSpc>
              <a:spcBef>
                <a:spcPts val="5"/>
              </a:spcBef>
            </a:pPr>
            <a:r>
              <a:rPr sz="1400" b="1" spc="5" dirty="0">
                <a:latin typeface="Times New Roman"/>
                <a:cs typeface="Times New Roman"/>
              </a:rPr>
              <a:t>U</a:t>
            </a:r>
            <a:r>
              <a:rPr sz="1800" b="1" spc="7" baseline="2314" dirty="0">
                <a:latin typeface="Times New Roman"/>
                <a:cs typeface="Times New Roman"/>
              </a:rPr>
              <a:t>nder</a:t>
            </a:r>
            <a:r>
              <a:rPr sz="1800" b="1" spc="-30" baseline="2314" dirty="0">
                <a:latin typeface="Times New Roman"/>
                <a:cs typeface="Times New Roman"/>
              </a:rPr>
              <a:t> </a:t>
            </a:r>
            <a:r>
              <a:rPr sz="1800" b="1" spc="-7" baseline="2314" dirty="0">
                <a:latin typeface="Times New Roman"/>
                <a:cs typeface="Times New Roman"/>
              </a:rPr>
              <a:t>the</a:t>
            </a:r>
            <a:r>
              <a:rPr sz="1800" b="1" spc="-67" baseline="2314" dirty="0">
                <a:latin typeface="Times New Roman"/>
                <a:cs typeface="Times New Roman"/>
              </a:rPr>
              <a:t> </a:t>
            </a:r>
            <a:r>
              <a:rPr sz="1800" b="1" spc="-7" baseline="2314" dirty="0">
                <a:latin typeface="Times New Roman"/>
                <a:cs typeface="Times New Roman"/>
              </a:rPr>
              <a:t>guidance</a:t>
            </a:r>
            <a:r>
              <a:rPr sz="1800" b="1" spc="-67" baseline="2314" dirty="0">
                <a:latin typeface="Times New Roman"/>
                <a:cs typeface="Times New Roman"/>
              </a:rPr>
              <a:t> </a:t>
            </a:r>
            <a:r>
              <a:rPr sz="1800" b="1" baseline="2314" dirty="0">
                <a:latin typeface="Times New Roman"/>
                <a:cs typeface="Times New Roman"/>
              </a:rPr>
              <a:t>of</a:t>
            </a:r>
            <a:endParaRPr sz="1800" baseline="2314" dirty="0">
              <a:latin typeface="Times New Roman"/>
              <a:cs typeface="Times New Roman"/>
            </a:endParaRPr>
          </a:p>
          <a:p>
            <a:pPr marL="1102360">
              <a:lnSpc>
                <a:spcPct val="100000"/>
              </a:lnSpc>
              <a:spcBef>
                <a:spcPts val="35"/>
              </a:spcBef>
            </a:pPr>
            <a:r>
              <a:rPr lang="en-US" sz="1400" b="1" spc="-5" dirty="0">
                <a:latin typeface="Times New Roman"/>
                <a:cs typeface="Times New Roman"/>
              </a:rPr>
              <a:t>     </a:t>
            </a:r>
            <a:r>
              <a:rPr sz="1400" b="1" spc="-5" dirty="0">
                <a:latin typeface="Times New Roman"/>
                <a:cs typeface="Times New Roman"/>
              </a:rPr>
              <a:t>Ms.</a:t>
            </a:r>
            <a:r>
              <a:rPr sz="1400" b="1" spc="-70" dirty="0">
                <a:latin typeface="Times New Roman"/>
                <a:cs typeface="Times New Roman"/>
              </a:rPr>
              <a:t> </a:t>
            </a:r>
            <a:r>
              <a:rPr lang="en-US" sz="1400" b="1" spc="-70" dirty="0">
                <a:latin typeface="Times New Roman"/>
                <a:cs typeface="Times New Roman"/>
              </a:rPr>
              <a:t>Anjana RR</a:t>
            </a:r>
            <a:endParaRPr sz="1250" dirty="0">
              <a:latin typeface="Times New Roman"/>
              <a:cs typeface="Times New Roman"/>
            </a:endParaRPr>
          </a:p>
          <a:p>
            <a:pPr marL="12700">
              <a:lnSpc>
                <a:spcPct val="100000"/>
              </a:lnSpc>
            </a:pPr>
            <a:r>
              <a:rPr sz="1400" b="1" spc="-15" dirty="0">
                <a:latin typeface="Times New Roman"/>
                <a:cs typeface="Times New Roman"/>
              </a:rPr>
              <a:t>(</a:t>
            </a:r>
            <a:r>
              <a:rPr sz="1200" b="1" spc="-15" dirty="0">
                <a:latin typeface="Times New Roman"/>
                <a:cs typeface="Times New Roman"/>
              </a:rPr>
              <a:t>Asst.</a:t>
            </a:r>
            <a:r>
              <a:rPr sz="1200" b="1" spc="5" dirty="0">
                <a:latin typeface="Times New Roman"/>
                <a:cs typeface="Times New Roman"/>
              </a:rPr>
              <a:t> </a:t>
            </a:r>
            <a:r>
              <a:rPr sz="1200" b="1" spc="-20" dirty="0">
                <a:latin typeface="Times New Roman"/>
                <a:cs typeface="Times New Roman"/>
              </a:rPr>
              <a:t>Professor,</a:t>
            </a:r>
            <a:r>
              <a:rPr sz="1200" b="1" spc="75" dirty="0">
                <a:latin typeface="Times New Roman"/>
                <a:cs typeface="Times New Roman"/>
              </a:rPr>
              <a:t> </a:t>
            </a:r>
            <a:r>
              <a:rPr sz="1200" b="1" spc="-5" dirty="0">
                <a:latin typeface="Times New Roman"/>
                <a:cs typeface="Times New Roman"/>
              </a:rPr>
              <a:t>Department </a:t>
            </a:r>
            <a:r>
              <a:rPr sz="1200" b="1"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Computer</a:t>
            </a:r>
            <a:r>
              <a:rPr sz="1200" b="1" spc="-40" dirty="0">
                <a:latin typeface="Times New Roman"/>
                <a:cs typeface="Times New Roman"/>
              </a:rPr>
              <a:t> </a:t>
            </a:r>
            <a:r>
              <a:rPr sz="1200" b="1" spc="-5" dirty="0">
                <a:latin typeface="Times New Roman"/>
                <a:cs typeface="Times New Roman"/>
              </a:rPr>
              <a:t>Applications)</a:t>
            </a:r>
            <a:endParaRPr sz="1200" dirty="0">
              <a:latin typeface="Times New Roman"/>
              <a:cs typeface="Times New Roman"/>
            </a:endParaRPr>
          </a:p>
        </p:txBody>
      </p:sp>
      <p:pic>
        <p:nvPicPr>
          <p:cNvPr id="3" name="object 3"/>
          <p:cNvPicPr/>
          <p:nvPr/>
        </p:nvPicPr>
        <p:blipFill>
          <a:blip r:embed="rId2" cstate="print"/>
          <a:stretch>
            <a:fillRect/>
          </a:stretch>
        </p:blipFill>
        <p:spPr>
          <a:xfrm>
            <a:off x="3064764" y="3220212"/>
            <a:ext cx="1507236" cy="1647444"/>
          </a:xfrm>
          <a:prstGeom prst="rect">
            <a:avLst/>
          </a:prstGeom>
        </p:spPr>
      </p:pic>
      <p:pic>
        <p:nvPicPr>
          <p:cNvPr id="4" name="object 4"/>
          <p:cNvPicPr/>
          <p:nvPr/>
        </p:nvPicPr>
        <p:blipFill>
          <a:blip r:embed="rId3" cstate="print"/>
          <a:stretch>
            <a:fillRect/>
          </a:stretch>
        </p:blipFill>
        <p:spPr>
          <a:xfrm>
            <a:off x="3549396" y="7062216"/>
            <a:ext cx="762000" cy="950976"/>
          </a:xfrm>
          <a:prstGeom prst="rect">
            <a:avLst/>
          </a:prstGeom>
        </p:spPr>
      </p:pic>
      <p:sp>
        <p:nvSpPr>
          <p:cNvPr id="5" name="object 5"/>
          <p:cNvSpPr txBox="1"/>
          <p:nvPr/>
        </p:nvSpPr>
        <p:spPr>
          <a:xfrm>
            <a:off x="1207719" y="864870"/>
            <a:ext cx="5622925" cy="2030556"/>
          </a:xfrm>
          <a:prstGeom prst="rect">
            <a:avLst/>
          </a:prstGeom>
        </p:spPr>
        <p:txBody>
          <a:bodyPr vert="horz" wrap="square" lIns="0" tIns="12700" rIns="0" bIns="0" rtlCol="0">
            <a:spAutoFit/>
          </a:bodyPr>
          <a:lstStyle/>
          <a:p>
            <a:pPr marR="195580" algn="ctr">
              <a:lnSpc>
                <a:spcPct val="100000"/>
              </a:lnSpc>
              <a:spcBef>
                <a:spcPts val="100"/>
              </a:spcBef>
            </a:pPr>
            <a:r>
              <a:rPr lang="en-US" b="1" dirty="0">
                <a:latin typeface="Times New Roman"/>
                <a:cs typeface="Times New Roman"/>
              </a:rPr>
              <a:t>Home Management Service  </a:t>
            </a:r>
            <a:endParaRPr sz="1800" dirty="0">
              <a:latin typeface="Times New Roman"/>
              <a:cs typeface="Times New Roman"/>
            </a:endParaRPr>
          </a:p>
          <a:p>
            <a:pPr marR="405130" algn="ctr">
              <a:lnSpc>
                <a:spcPct val="100000"/>
              </a:lnSpc>
              <a:spcBef>
                <a:spcPts val="895"/>
              </a:spcBef>
            </a:pPr>
            <a:r>
              <a:rPr sz="1200" b="1" spc="-5" dirty="0">
                <a:latin typeface="Times New Roman"/>
                <a:cs typeface="Times New Roman"/>
              </a:rPr>
              <a:t>Mini-Project</a:t>
            </a:r>
            <a:r>
              <a:rPr sz="1200" b="1" spc="-45" dirty="0">
                <a:latin typeface="Times New Roman"/>
                <a:cs typeface="Times New Roman"/>
              </a:rPr>
              <a:t> </a:t>
            </a:r>
            <a:r>
              <a:rPr sz="1200" b="1" spc="-5" dirty="0">
                <a:latin typeface="Times New Roman"/>
                <a:cs typeface="Times New Roman"/>
              </a:rPr>
              <a:t>Report</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45"/>
              </a:spcBef>
            </a:pPr>
            <a:endParaRPr sz="1650" dirty="0">
              <a:latin typeface="Times New Roman"/>
              <a:cs typeface="Times New Roman"/>
            </a:endParaRPr>
          </a:p>
          <a:p>
            <a:pPr marL="1040130" marR="5080" indent="-1028065">
              <a:lnSpc>
                <a:spcPct val="103800"/>
              </a:lnSpc>
            </a:pPr>
            <a:r>
              <a:rPr sz="1600" b="1" spc="-10" dirty="0">
                <a:latin typeface="Times New Roman"/>
                <a:cs typeface="Times New Roman"/>
              </a:rPr>
              <a:t>Submitted</a:t>
            </a:r>
            <a:r>
              <a:rPr sz="1600" b="1" spc="70" dirty="0">
                <a:latin typeface="Times New Roman"/>
                <a:cs typeface="Times New Roman"/>
              </a:rPr>
              <a:t> </a:t>
            </a:r>
            <a:r>
              <a:rPr sz="1600" b="1" spc="-5" dirty="0">
                <a:latin typeface="Times New Roman"/>
                <a:cs typeface="Times New Roman"/>
              </a:rPr>
              <a:t>in</a:t>
            </a:r>
            <a:r>
              <a:rPr sz="1600" b="1" spc="25" dirty="0">
                <a:latin typeface="Times New Roman"/>
                <a:cs typeface="Times New Roman"/>
              </a:rPr>
              <a:t> </a:t>
            </a:r>
            <a:r>
              <a:rPr sz="1600" b="1" spc="-5" dirty="0">
                <a:latin typeface="Times New Roman"/>
                <a:cs typeface="Times New Roman"/>
              </a:rPr>
              <a:t>partial</a:t>
            </a:r>
            <a:r>
              <a:rPr sz="1600" b="1" spc="30" dirty="0">
                <a:latin typeface="Times New Roman"/>
                <a:cs typeface="Times New Roman"/>
              </a:rPr>
              <a:t> </a:t>
            </a:r>
            <a:r>
              <a:rPr sz="1600" b="1" spc="-5" dirty="0">
                <a:latin typeface="Times New Roman"/>
                <a:cs typeface="Times New Roman"/>
              </a:rPr>
              <a:t>fulfillment</a:t>
            </a:r>
            <a:r>
              <a:rPr sz="1600" b="1" spc="70"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spc="-5" dirty="0">
                <a:latin typeface="Times New Roman"/>
                <a:cs typeface="Times New Roman"/>
              </a:rPr>
              <a:t>the</a:t>
            </a:r>
            <a:r>
              <a:rPr sz="1600" b="1" spc="20" dirty="0">
                <a:latin typeface="Times New Roman"/>
                <a:cs typeface="Times New Roman"/>
              </a:rPr>
              <a:t> </a:t>
            </a:r>
            <a:r>
              <a:rPr sz="1600" b="1" spc="-5" dirty="0">
                <a:latin typeface="Times New Roman"/>
                <a:cs typeface="Times New Roman"/>
              </a:rPr>
              <a:t>requirement</a:t>
            </a:r>
            <a:r>
              <a:rPr sz="1600" b="1" spc="70"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5" dirty="0">
                <a:latin typeface="Times New Roman"/>
                <a:cs typeface="Times New Roman"/>
              </a:rPr>
              <a:t>the</a:t>
            </a:r>
            <a:r>
              <a:rPr sz="1600" b="1" spc="30" dirty="0">
                <a:latin typeface="Times New Roman"/>
                <a:cs typeface="Times New Roman"/>
              </a:rPr>
              <a:t> </a:t>
            </a:r>
            <a:r>
              <a:rPr sz="1600" b="1" spc="-5" dirty="0">
                <a:latin typeface="Times New Roman"/>
                <a:cs typeface="Times New Roman"/>
              </a:rPr>
              <a:t>degree </a:t>
            </a:r>
            <a:r>
              <a:rPr sz="1600" b="1" spc="-385" dirty="0">
                <a:latin typeface="Times New Roman"/>
                <a:cs typeface="Times New Roman"/>
              </a:rPr>
              <a:t> </a:t>
            </a:r>
            <a:r>
              <a:rPr sz="1600" b="1" spc="-5" dirty="0">
                <a:latin typeface="Times New Roman"/>
                <a:cs typeface="Times New Roman"/>
              </a:rPr>
              <a:t>Bachelor</a:t>
            </a:r>
            <a:r>
              <a:rPr sz="1600" b="1" spc="5" dirty="0">
                <a:latin typeface="Times New Roman"/>
                <a:cs typeface="Times New Roman"/>
              </a:rPr>
              <a:t> </a:t>
            </a:r>
            <a:r>
              <a:rPr sz="1600" b="1" spc="-5" dirty="0">
                <a:latin typeface="Times New Roman"/>
                <a:cs typeface="Times New Roman"/>
              </a:rPr>
              <a:t>of</a:t>
            </a:r>
            <a:r>
              <a:rPr sz="1600" b="1" dirty="0">
                <a:latin typeface="Times New Roman"/>
                <a:cs typeface="Times New Roman"/>
              </a:rPr>
              <a:t> </a:t>
            </a:r>
            <a:r>
              <a:rPr sz="1600" b="1" spc="-10" dirty="0">
                <a:latin typeface="Times New Roman"/>
                <a:cs typeface="Times New Roman"/>
              </a:rPr>
              <a:t>Computer</a:t>
            </a:r>
            <a:r>
              <a:rPr sz="1600" b="1" spc="25" dirty="0">
                <a:latin typeface="Times New Roman"/>
                <a:cs typeface="Times New Roman"/>
              </a:rPr>
              <a:t> </a:t>
            </a:r>
            <a:r>
              <a:rPr sz="1600" b="1" spc="-5" dirty="0">
                <a:latin typeface="Times New Roman"/>
                <a:cs typeface="Times New Roman"/>
              </a:rPr>
              <a:t>Applications</a:t>
            </a:r>
            <a:r>
              <a:rPr sz="1600" b="1" spc="20" dirty="0">
                <a:latin typeface="Times New Roman"/>
                <a:cs typeface="Times New Roman"/>
              </a:rPr>
              <a:t> </a:t>
            </a:r>
            <a:r>
              <a:rPr sz="1600" b="1" spc="-5" dirty="0">
                <a:latin typeface="Times New Roman"/>
                <a:cs typeface="Times New Roman"/>
              </a:rPr>
              <a:t>of</a:t>
            </a:r>
            <a:endParaRPr sz="1600" dirty="0">
              <a:latin typeface="Times New Roman"/>
              <a:cs typeface="Times New Roman"/>
            </a:endParaRPr>
          </a:p>
          <a:p>
            <a:pPr marL="1408430">
              <a:lnSpc>
                <a:spcPts val="1760"/>
              </a:lnSpc>
              <a:spcBef>
                <a:spcPts val="110"/>
              </a:spcBef>
            </a:pPr>
            <a:r>
              <a:rPr sz="1600" b="1" spc="-5" dirty="0">
                <a:latin typeface="Times New Roman"/>
                <a:cs typeface="Times New Roman"/>
              </a:rPr>
              <a:t>Mahatma</a:t>
            </a:r>
            <a:r>
              <a:rPr sz="1600" b="1" spc="15" dirty="0">
                <a:latin typeface="Times New Roman"/>
                <a:cs typeface="Times New Roman"/>
              </a:rPr>
              <a:t> </a:t>
            </a:r>
            <a:r>
              <a:rPr sz="1600" b="1" spc="-5" dirty="0">
                <a:latin typeface="Times New Roman"/>
                <a:cs typeface="Times New Roman"/>
              </a:rPr>
              <a:t>Gandhi</a:t>
            </a:r>
            <a:r>
              <a:rPr sz="1600" b="1" spc="-10" dirty="0">
                <a:latin typeface="Times New Roman"/>
                <a:cs typeface="Times New Roman"/>
              </a:rPr>
              <a:t> </a:t>
            </a:r>
            <a:r>
              <a:rPr sz="1600" b="1" spc="-5" dirty="0">
                <a:latin typeface="Times New Roman"/>
                <a:cs typeface="Times New Roman"/>
              </a:rPr>
              <a:t>University</a:t>
            </a:r>
            <a:endParaRPr sz="1600" dirty="0">
              <a:latin typeface="Times New Roman"/>
              <a:cs typeface="Times New Roman"/>
            </a:endParaRPr>
          </a:p>
          <a:p>
            <a:pPr marL="2132965">
              <a:lnSpc>
                <a:spcPts val="1760"/>
              </a:lnSpc>
            </a:pPr>
            <a:r>
              <a:rPr sz="1600" b="1" spc="-5" dirty="0">
                <a:latin typeface="Times New Roman"/>
                <a:cs typeface="Times New Roman"/>
              </a:rPr>
              <a:t>Kottayam</a:t>
            </a:r>
            <a:endParaRPr sz="1600" dirty="0">
              <a:latin typeface="Times New Roman"/>
              <a:cs typeface="Times New Roman"/>
            </a:endParaRPr>
          </a:p>
        </p:txBody>
      </p:sp>
      <p:sp>
        <p:nvSpPr>
          <p:cNvPr id="6" name="object 6"/>
          <p:cNvSpPr txBox="1"/>
          <p:nvPr/>
        </p:nvSpPr>
        <p:spPr>
          <a:xfrm>
            <a:off x="2366010" y="8373221"/>
            <a:ext cx="3119120" cy="451484"/>
          </a:xfrm>
          <a:prstGeom prst="rect">
            <a:avLst/>
          </a:prstGeom>
        </p:spPr>
        <p:txBody>
          <a:bodyPr vert="horz" wrap="square" lIns="0" tIns="0" rIns="0" bIns="0" rtlCol="0">
            <a:spAutoFit/>
          </a:bodyPr>
          <a:lstStyle/>
          <a:p>
            <a:pPr algn="ctr">
              <a:lnSpc>
                <a:spcPts val="1630"/>
              </a:lnSpc>
            </a:pPr>
            <a:r>
              <a:rPr sz="1400" b="1" dirty="0">
                <a:latin typeface="Times New Roman"/>
                <a:cs typeface="Times New Roman"/>
              </a:rPr>
              <a:t>SNGIST</a:t>
            </a:r>
            <a:r>
              <a:rPr sz="1400" b="1" spc="-60" dirty="0">
                <a:latin typeface="Times New Roman"/>
                <a:cs typeface="Times New Roman"/>
              </a:rPr>
              <a:t> </a:t>
            </a:r>
            <a:r>
              <a:rPr sz="1400" b="1" spc="-15" dirty="0">
                <a:latin typeface="Times New Roman"/>
                <a:cs typeface="Times New Roman"/>
              </a:rPr>
              <a:t>ARTS</a:t>
            </a:r>
            <a:r>
              <a:rPr sz="1400" b="1" spc="-20" dirty="0">
                <a:latin typeface="Times New Roman"/>
                <a:cs typeface="Times New Roman"/>
              </a:rPr>
              <a:t> </a:t>
            </a:r>
            <a:r>
              <a:rPr sz="1400" b="1" dirty="0">
                <a:latin typeface="Times New Roman"/>
                <a:cs typeface="Times New Roman"/>
              </a:rPr>
              <a:t>&amp;</a:t>
            </a:r>
            <a:r>
              <a:rPr sz="1400" b="1" spc="-30" dirty="0">
                <a:latin typeface="Times New Roman"/>
                <a:cs typeface="Times New Roman"/>
              </a:rPr>
              <a:t> </a:t>
            </a:r>
            <a:r>
              <a:rPr sz="1400" b="1" spc="-15" dirty="0">
                <a:latin typeface="Times New Roman"/>
                <a:cs typeface="Times New Roman"/>
              </a:rPr>
              <a:t>SCIENCE</a:t>
            </a:r>
            <a:r>
              <a:rPr sz="1400" b="1" dirty="0">
                <a:latin typeface="Times New Roman"/>
                <a:cs typeface="Times New Roman"/>
              </a:rPr>
              <a:t> </a:t>
            </a:r>
            <a:r>
              <a:rPr sz="1400" b="1" spc="-15" dirty="0">
                <a:latin typeface="Times New Roman"/>
                <a:cs typeface="Times New Roman"/>
              </a:rPr>
              <a:t>COLLEGE</a:t>
            </a:r>
            <a:endParaRPr sz="1400">
              <a:latin typeface="Times New Roman"/>
              <a:cs typeface="Times New Roman"/>
            </a:endParaRPr>
          </a:p>
          <a:p>
            <a:pPr marR="20320" algn="ctr">
              <a:lnSpc>
                <a:spcPct val="100000"/>
              </a:lnSpc>
              <a:spcBef>
                <a:spcPts val="120"/>
              </a:spcBef>
            </a:pPr>
            <a:r>
              <a:rPr sz="1400" b="1" spc="-15" dirty="0">
                <a:latin typeface="Times New Roman"/>
                <a:cs typeface="Times New Roman"/>
              </a:rPr>
              <a:t>NORTH</a:t>
            </a:r>
            <a:r>
              <a:rPr sz="1400" b="1" spc="-35" dirty="0">
                <a:latin typeface="Times New Roman"/>
                <a:cs typeface="Times New Roman"/>
              </a:rPr>
              <a:t> </a:t>
            </a:r>
            <a:r>
              <a:rPr sz="1400" b="1" spc="-5" dirty="0">
                <a:latin typeface="Times New Roman"/>
                <a:cs typeface="Times New Roman"/>
              </a:rPr>
              <a:t>PARAVUR-683</a:t>
            </a:r>
            <a:r>
              <a:rPr sz="1400" b="1" spc="-75" dirty="0">
                <a:latin typeface="Times New Roman"/>
                <a:cs typeface="Times New Roman"/>
              </a:rPr>
              <a:t> </a:t>
            </a:r>
            <a:r>
              <a:rPr sz="1400" b="1" spc="5" dirty="0">
                <a:latin typeface="Times New Roman"/>
                <a:cs typeface="Times New Roman"/>
              </a:rPr>
              <a:t>511</a:t>
            </a:r>
            <a:endParaRPr sz="1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67508" y="5019497"/>
            <a:ext cx="3677920" cy="1521570"/>
          </a:xfrm>
          <a:prstGeom prst="rect">
            <a:avLst/>
          </a:prstGeom>
        </p:spPr>
        <p:txBody>
          <a:bodyPr vert="horz" wrap="square" lIns="0" tIns="13335" rIns="0" bIns="0" rtlCol="0">
            <a:spAutoFit/>
          </a:bodyPr>
          <a:lstStyle/>
          <a:p>
            <a:pPr marR="321945" algn="ctr">
              <a:lnSpc>
                <a:spcPts val="1664"/>
              </a:lnSpc>
              <a:spcBef>
                <a:spcPts val="105"/>
              </a:spcBef>
            </a:pPr>
            <a:r>
              <a:rPr sz="1400" b="1" spc="15" dirty="0">
                <a:latin typeface="Times New Roman"/>
                <a:cs typeface="Times New Roman"/>
              </a:rPr>
              <a:t>B</a:t>
            </a:r>
            <a:r>
              <a:rPr sz="1350" b="1" spc="22" baseline="3086" dirty="0">
                <a:latin typeface="Times New Roman"/>
                <a:cs typeface="Times New Roman"/>
              </a:rPr>
              <a:t>Y</a:t>
            </a:r>
            <a:endParaRPr sz="1350" baseline="3086" dirty="0">
              <a:latin typeface="Times New Roman"/>
              <a:cs typeface="Times New Roman"/>
            </a:endParaRPr>
          </a:p>
          <a:p>
            <a:pPr marL="1007744">
              <a:lnSpc>
                <a:spcPts val="1425"/>
              </a:lnSpc>
            </a:pPr>
            <a:r>
              <a:rPr lang="en-IN" sz="1200" b="1" spc="-5" dirty="0">
                <a:latin typeface="Times New Roman"/>
                <a:cs typeface="Times New Roman"/>
              </a:rPr>
              <a:t>        Seethal V.S</a:t>
            </a:r>
            <a:endParaRPr lang="en-IN" sz="1200" dirty="0">
              <a:latin typeface="Times New Roman"/>
              <a:cs typeface="Times New Roman"/>
            </a:endParaRPr>
          </a:p>
          <a:p>
            <a:pPr marL="969644">
              <a:lnSpc>
                <a:spcPct val="100000"/>
              </a:lnSpc>
              <a:spcBef>
                <a:spcPts val="155"/>
              </a:spcBef>
            </a:pPr>
            <a:r>
              <a:rPr sz="1200" b="1" spc="-5" dirty="0">
                <a:latin typeface="Times New Roman"/>
                <a:cs typeface="Times New Roman"/>
              </a:rPr>
              <a:t>Reg.</a:t>
            </a:r>
            <a:r>
              <a:rPr sz="1200" b="1" spc="-20" dirty="0">
                <a:latin typeface="Times New Roman"/>
                <a:cs typeface="Times New Roman"/>
              </a:rPr>
              <a:t> </a:t>
            </a:r>
            <a:r>
              <a:rPr sz="1200" b="1" spc="-5" dirty="0">
                <a:latin typeface="Times New Roman"/>
                <a:cs typeface="Times New Roman"/>
              </a:rPr>
              <a:t>No:210021091499</a:t>
            </a:r>
            <a:endParaRPr sz="1200" dirty="0">
              <a:latin typeface="Times New Roman"/>
              <a:cs typeface="Times New Roman"/>
            </a:endParaRPr>
          </a:p>
          <a:p>
            <a:pPr>
              <a:lnSpc>
                <a:spcPct val="100000"/>
              </a:lnSpc>
              <a:spcBef>
                <a:spcPts val="25"/>
              </a:spcBef>
            </a:pPr>
            <a:endParaRPr sz="1650" dirty="0">
              <a:latin typeface="Times New Roman"/>
              <a:cs typeface="Times New Roman"/>
            </a:endParaRPr>
          </a:p>
          <a:p>
            <a:pPr marL="1007744">
              <a:lnSpc>
                <a:spcPct val="100000"/>
              </a:lnSpc>
              <a:spcBef>
                <a:spcPts val="5"/>
              </a:spcBef>
            </a:pPr>
            <a:r>
              <a:rPr sz="1400" b="1" spc="5" dirty="0">
                <a:latin typeface="Times New Roman"/>
                <a:cs typeface="Times New Roman"/>
              </a:rPr>
              <a:t>U</a:t>
            </a:r>
            <a:r>
              <a:rPr sz="1800" b="1" spc="7" baseline="2314" dirty="0">
                <a:latin typeface="Times New Roman"/>
                <a:cs typeface="Times New Roman"/>
              </a:rPr>
              <a:t>nder</a:t>
            </a:r>
            <a:r>
              <a:rPr sz="1800" b="1" spc="-30" baseline="2314" dirty="0">
                <a:latin typeface="Times New Roman"/>
                <a:cs typeface="Times New Roman"/>
              </a:rPr>
              <a:t> </a:t>
            </a:r>
            <a:r>
              <a:rPr sz="1800" b="1" spc="-7" baseline="2314" dirty="0">
                <a:latin typeface="Times New Roman"/>
                <a:cs typeface="Times New Roman"/>
              </a:rPr>
              <a:t>the</a:t>
            </a:r>
            <a:r>
              <a:rPr sz="1800" b="1" spc="-67" baseline="2314" dirty="0">
                <a:latin typeface="Times New Roman"/>
                <a:cs typeface="Times New Roman"/>
              </a:rPr>
              <a:t> </a:t>
            </a:r>
            <a:r>
              <a:rPr sz="1800" b="1" spc="-7" baseline="2314" dirty="0">
                <a:latin typeface="Times New Roman"/>
                <a:cs typeface="Times New Roman"/>
              </a:rPr>
              <a:t>guidance</a:t>
            </a:r>
            <a:r>
              <a:rPr sz="1800" b="1" spc="-67" baseline="2314" dirty="0">
                <a:latin typeface="Times New Roman"/>
                <a:cs typeface="Times New Roman"/>
              </a:rPr>
              <a:t> </a:t>
            </a:r>
            <a:r>
              <a:rPr sz="1800" b="1" baseline="2314" dirty="0">
                <a:latin typeface="Times New Roman"/>
                <a:cs typeface="Times New Roman"/>
              </a:rPr>
              <a:t>of</a:t>
            </a:r>
            <a:endParaRPr sz="1800" baseline="2314" dirty="0">
              <a:latin typeface="Times New Roman"/>
              <a:cs typeface="Times New Roman"/>
            </a:endParaRPr>
          </a:p>
          <a:p>
            <a:pPr marL="1102360">
              <a:lnSpc>
                <a:spcPct val="100000"/>
              </a:lnSpc>
              <a:spcBef>
                <a:spcPts val="35"/>
              </a:spcBef>
            </a:pPr>
            <a:r>
              <a:rPr lang="en-US" sz="1400" b="1" spc="-5" dirty="0">
                <a:latin typeface="Times New Roman"/>
                <a:cs typeface="Times New Roman"/>
              </a:rPr>
              <a:t>    </a:t>
            </a:r>
            <a:r>
              <a:rPr sz="1400" b="1" spc="-5" dirty="0">
                <a:latin typeface="Times New Roman"/>
                <a:cs typeface="Times New Roman"/>
              </a:rPr>
              <a:t>Ms.</a:t>
            </a:r>
            <a:r>
              <a:rPr sz="1400" b="1" spc="-70" dirty="0">
                <a:latin typeface="Times New Roman"/>
                <a:cs typeface="Times New Roman"/>
              </a:rPr>
              <a:t> </a:t>
            </a:r>
            <a:r>
              <a:rPr lang="en-US" sz="1400" b="1" spc="-70" dirty="0">
                <a:latin typeface="Times New Roman"/>
                <a:cs typeface="Times New Roman"/>
              </a:rPr>
              <a:t>Anjana RR</a:t>
            </a:r>
            <a:endParaRPr sz="1250" dirty="0">
              <a:latin typeface="Times New Roman"/>
              <a:cs typeface="Times New Roman"/>
            </a:endParaRPr>
          </a:p>
          <a:p>
            <a:pPr marL="12700">
              <a:lnSpc>
                <a:spcPct val="100000"/>
              </a:lnSpc>
            </a:pPr>
            <a:r>
              <a:rPr sz="1400" b="1" spc="-15" dirty="0">
                <a:latin typeface="Times New Roman"/>
                <a:cs typeface="Times New Roman"/>
              </a:rPr>
              <a:t>(</a:t>
            </a:r>
            <a:r>
              <a:rPr sz="1200" b="1" spc="-15" dirty="0">
                <a:latin typeface="Times New Roman"/>
                <a:cs typeface="Times New Roman"/>
              </a:rPr>
              <a:t>Asst.</a:t>
            </a:r>
            <a:r>
              <a:rPr sz="1200" b="1" spc="5" dirty="0">
                <a:latin typeface="Times New Roman"/>
                <a:cs typeface="Times New Roman"/>
              </a:rPr>
              <a:t> </a:t>
            </a:r>
            <a:r>
              <a:rPr sz="1200" b="1" spc="-20" dirty="0">
                <a:latin typeface="Times New Roman"/>
                <a:cs typeface="Times New Roman"/>
              </a:rPr>
              <a:t>Professor,</a:t>
            </a:r>
            <a:r>
              <a:rPr sz="1200" b="1" spc="75" dirty="0">
                <a:latin typeface="Times New Roman"/>
                <a:cs typeface="Times New Roman"/>
              </a:rPr>
              <a:t> </a:t>
            </a:r>
            <a:r>
              <a:rPr sz="1200" b="1" spc="-5" dirty="0">
                <a:latin typeface="Times New Roman"/>
                <a:cs typeface="Times New Roman"/>
              </a:rPr>
              <a:t>Department </a:t>
            </a:r>
            <a:r>
              <a:rPr sz="1200" b="1"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Computer</a:t>
            </a:r>
            <a:r>
              <a:rPr sz="1200" b="1" spc="-40" dirty="0">
                <a:latin typeface="Times New Roman"/>
                <a:cs typeface="Times New Roman"/>
              </a:rPr>
              <a:t> </a:t>
            </a:r>
            <a:r>
              <a:rPr sz="1200" b="1" spc="-5" dirty="0">
                <a:latin typeface="Times New Roman"/>
                <a:cs typeface="Times New Roman"/>
              </a:rPr>
              <a:t>Applications)</a:t>
            </a:r>
            <a:endParaRPr sz="1200" dirty="0">
              <a:latin typeface="Times New Roman"/>
              <a:cs typeface="Times New Roman"/>
            </a:endParaRPr>
          </a:p>
        </p:txBody>
      </p:sp>
      <p:pic>
        <p:nvPicPr>
          <p:cNvPr id="3" name="object 3"/>
          <p:cNvPicPr/>
          <p:nvPr/>
        </p:nvPicPr>
        <p:blipFill>
          <a:blip r:embed="rId2" cstate="print"/>
          <a:stretch>
            <a:fillRect/>
          </a:stretch>
        </p:blipFill>
        <p:spPr>
          <a:xfrm>
            <a:off x="3064764" y="3220212"/>
            <a:ext cx="1507236" cy="1647444"/>
          </a:xfrm>
          <a:prstGeom prst="rect">
            <a:avLst/>
          </a:prstGeom>
        </p:spPr>
      </p:pic>
      <p:pic>
        <p:nvPicPr>
          <p:cNvPr id="4" name="object 4"/>
          <p:cNvPicPr/>
          <p:nvPr/>
        </p:nvPicPr>
        <p:blipFill>
          <a:blip r:embed="rId3" cstate="print"/>
          <a:stretch>
            <a:fillRect/>
          </a:stretch>
        </p:blipFill>
        <p:spPr>
          <a:xfrm>
            <a:off x="3549396" y="7062216"/>
            <a:ext cx="762000" cy="950976"/>
          </a:xfrm>
          <a:prstGeom prst="rect">
            <a:avLst/>
          </a:prstGeom>
        </p:spPr>
      </p:pic>
      <p:sp>
        <p:nvSpPr>
          <p:cNvPr id="5" name="object 5"/>
          <p:cNvSpPr txBox="1"/>
          <p:nvPr/>
        </p:nvSpPr>
        <p:spPr>
          <a:xfrm>
            <a:off x="1207719" y="864870"/>
            <a:ext cx="5622925" cy="2030556"/>
          </a:xfrm>
          <a:prstGeom prst="rect">
            <a:avLst/>
          </a:prstGeom>
        </p:spPr>
        <p:txBody>
          <a:bodyPr vert="horz" wrap="square" lIns="0" tIns="12700" rIns="0" bIns="0" rtlCol="0">
            <a:spAutoFit/>
          </a:bodyPr>
          <a:lstStyle/>
          <a:p>
            <a:pPr marR="195580" algn="ctr">
              <a:lnSpc>
                <a:spcPct val="100000"/>
              </a:lnSpc>
              <a:spcBef>
                <a:spcPts val="100"/>
              </a:spcBef>
            </a:pPr>
            <a:r>
              <a:rPr lang="en-IN" b="1" dirty="0">
                <a:latin typeface="Times New Roman"/>
                <a:cs typeface="Times New Roman"/>
              </a:rPr>
              <a:t>Home Construction Services</a:t>
            </a:r>
            <a:endParaRPr lang="en-IN" sz="1800" dirty="0">
              <a:latin typeface="Times New Roman"/>
              <a:cs typeface="Times New Roman"/>
            </a:endParaRPr>
          </a:p>
          <a:p>
            <a:pPr marR="405130" algn="ctr">
              <a:lnSpc>
                <a:spcPct val="100000"/>
              </a:lnSpc>
              <a:spcBef>
                <a:spcPts val="895"/>
              </a:spcBef>
            </a:pPr>
            <a:r>
              <a:rPr sz="1200" b="1" spc="-5" dirty="0">
                <a:latin typeface="Times New Roman"/>
                <a:cs typeface="Times New Roman"/>
              </a:rPr>
              <a:t>Mini-Project</a:t>
            </a:r>
            <a:r>
              <a:rPr sz="1200" b="1" spc="-45" dirty="0">
                <a:latin typeface="Times New Roman"/>
                <a:cs typeface="Times New Roman"/>
              </a:rPr>
              <a:t> </a:t>
            </a:r>
            <a:r>
              <a:rPr sz="1200" b="1" spc="-5" dirty="0">
                <a:latin typeface="Times New Roman"/>
                <a:cs typeface="Times New Roman"/>
              </a:rPr>
              <a:t>Report</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45"/>
              </a:spcBef>
            </a:pPr>
            <a:endParaRPr sz="1650" dirty="0">
              <a:latin typeface="Times New Roman"/>
              <a:cs typeface="Times New Roman"/>
            </a:endParaRPr>
          </a:p>
          <a:p>
            <a:pPr marL="1040130" marR="5080" indent="-1028065">
              <a:lnSpc>
                <a:spcPct val="103800"/>
              </a:lnSpc>
            </a:pPr>
            <a:r>
              <a:rPr sz="1600" b="1" spc="-10" dirty="0">
                <a:latin typeface="Times New Roman"/>
                <a:cs typeface="Times New Roman"/>
              </a:rPr>
              <a:t>Submitted</a:t>
            </a:r>
            <a:r>
              <a:rPr sz="1600" b="1" spc="70" dirty="0">
                <a:latin typeface="Times New Roman"/>
                <a:cs typeface="Times New Roman"/>
              </a:rPr>
              <a:t> </a:t>
            </a:r>
            <a:r>
              <a:rPr sz="1600" b="1" spc="-5" dirty="0">
                <a:latin typeface="Times New Roman"/>
                <a:cs typeface="Times New Roman"/>
              </a:rPr>
              <a:t>in</a:t>
            </a:r>
            <a:r>
              <a:rPr sz="1600" b="1" spc="25" dirty="0">
                <a:latin typeface="Times New Roman"/>
                <a:cs typeface="Times New Roman"/>
              </a:rPr>
              <a:t> </a:t>
            </a:r>
            <a:r>
              <a:rPr sz="1600" b="1" spc="-5" dirty="0">
                <a:latin typeface="Times New Roman"/>
                <a:cs typeface="Times New Roman"/>
              </a:rPr>
              <a:t>partial</a:t>
            </a:r>
            <a:r>
              <a:rPr sz="1600" b="1" spc="30" dirty="0">
                <a:latin typeface="Times New Roman"/>
                <a:cs typeface="Times New Roman"/>
              </a:rPr>
              <a:t> </a:t>
            </a:r>
            <a:r>
              <a:rPr sz="1600" b="1" spc="-5" dirty="0">
                <a:latin typeface="Times New Roman"/>
                <a:cs typeface="Times New Roman"/>
              </a:rPr>
              <a:t>fulfillment</a:t>
            </a:r>
            <a:r>
              <a:rPr sz="1600" b="1" spc="70"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spc="-5" dirty="0">
                <a:latin typeface="Times New Roman"/>
                <a:cs typeface="Times New Roman"/>
              </a:rPr>
              <a:t>the</a:t>
            </a:r>
            <a:r>
              <a:rPr sz="1600" b="1" spc="20" dirty="0">
                <a:latin typeface="Times New Roman"/>
                <a:cs typeface="Times New Roman"/>
              </a:rPr>
              <a:t> </a:t>
            </a:r>
            <a:r>
              <a:rPr sz="1600" b="1" spc="-5" dirty="0">
                <a:latin typeface="Times New Roman"/>
                <a:cs typeface="Times New Roman"/>
              </a:rPr>
              <a:t>requirement</a:t>
            </a:r>
            <a:r>
              <a:rPr sz="1600" b="1" spc="70"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5" dirty="0">
                <a:latin typeface="Times New Roman"/>
                <a:cs typeface="Times New Roman"/>
              </a:rPr>
              <a:t>the</a:t>
            </a:r>
            <a:r>
              <a:rPr sz="1600" b="1" spc="30" dirty="0">
                <a:latin typeface="Times New Roman"/>
                <a:cs typeface="Times New Roman"/>
              </a:rPr>
              <a:t> </a:t>
            </a:r>
            <a:r>
              <a:rPr sz="1600" b="1" spc="-5" dirty="0">
                <a:latin typeface="Times New Roman"/>
                <a:cs typeface="Times New Roman"/>
              </a:rPr>
              <a:t>degree </a:t>
            </a:r>
            <a:r>
              <a:rPr sz="1600" b="1" spc="-385" dirty="0">
                <a:latin typeface="Times New Roman"/>
                <a:cs typeface="Times New Roman"/>
              </a:rPr>
              <a:t> </a:t>
            </a:r>
            <a:r>
              <a:rPr sz="1600" b="1" spc="-5" dirty="0">
                <a:latin typeface="Times New Roman"/>
                <a:cs typeface="Times New Roman"/>
              </a:rPr>
              <a:t>Bachelor</a:t>
            </a:r>
            <a:r>
              <a:rPr sz="1600" b="1" spc="5" dirty="0">
                <a:latin typeface="Times New Roman"/>
                <a:cs typeface="Times New Roman"/>
              </a:rPr>
              <a:t> </a:t>
            </a:r>
            <a:r>
              <a:rPr sz="1600" b="1" spc="-5" dirty="0">
                <a:latin typeface="Times New Roman"/>
                <a:cs typeface="Times New Roman"/>
              </a:rPr>
              <a:t>of</a:t>
            </a:r>
            <a:r>
              <a:rPr sz="1600" b="1" dirty="0">
                <a:latin typeface="Times New Roman"/>
                <a:cs typeface="Times New Roman"/>
              </a:rPr>
              <a:t> </a:t>
            </a:r>
            <a:r>
              <a:rPr sz="1600" b="1" spc="-10" dirty="0">
                <a:latin typeface="Times New Roman"/>
                <a:cs typeface="Times New Roman"/>
              </a:rPr>
              <a:t>Computer</a:t>
            </a:r>
            <a:r>
              <a:rPr sz="1600" b="1" spc="25" dirty="0">
                <a:latin typeface="Times New Roman"/>
                <a:cs typeface="Times New Roman"/>
              </a:rPr>
              <a:t> </a:t>
            </a:r>
            <a:r>
              <a:rPr sz="1600" b="1" spc="-5" dirty="0">
                <a:latin typeface="Times New Roman"/>
                <a:cs typeface="Times New Roman"/>
              </a:rPr>
              <a:t>Applications</a:t>
            </a:r>
            <a:r>
              <a:rPr sz="1600" b="1" spc="20" dirty="0">
                <a:latin typeface="Times New Roman"/>
                <a:cs typeface="Times New Roman"/>
              </a:rPr>
              <a:t> </a:t>
            </a:r>
            <a:r>
              <a:rPr sz="1600" b="1" spc="-5" dirty="0">
                <a:latin typeface="Times New Roman"/>
                <a:cs typeface="Times New Roman"/>
              </a:rPr>
              <a:t>of</a:t>
            </a:r>
            <a:endParaRPr sz="1600" dirty="0">
              <a:latin typeface="Times New Roman"/>
              <a:cs typeface="Times New Roman"/>
            </a:endParaRPr>
          </a:p>
          <a:p>
            <a:pPr marL="1408430">
              <a:lnSpc>
                <a:spcPts val="1760"/>
              </a:lnSpc>
              <a:spcBef>
                <a:spcPts val="110"/>
              </a:spcBef>
            </a:pPr>
            <a:r>
              <a:rPr sz="1600" b="1" spc="-5" dirty="0">
                <a:latin typeface="Times New Roman"/>
                <a:cs typeface="Times New Roman"/>
              </a:rPr>
              <a:t>Mahatma</a:t>
            </a:r>
            <a:r>
              <a:rPr sz="1600" b="1" spc="15" dirty="0">
                <a:latin typeface="Times New Roman"/>
                <a:cs typeface="Times New Roman"/>
              </a:rPr>
              <a:t> </a:t>
            </a:r>
            <a:r>
              <a:rPr sz="1600" b="1" spc="-5" dirty="0">
                <a:latin typeface="Times New Roman"/>
                <a:cs typeface="Times New Roman"/>
              </a:rPr>
              <a:t>Gandhi</a:t>
            </a:r>
            <a:r>
              <a:rPr sz="1600" b="1" spc="-10" dirty="0">
                <a:latin typeface="Times New Roman"/>
                <a:cs typeface="Times New Roman"/>
              </a:rPr>
              <a:t> </a:t>
            </a:r>
            <a:r>
              <a:rPr sz="1600" b="1" spc="-5" dirty="0">
                <a:latin typeface="Times New Roman"/>
                <a:cs typeface="Times New Roman"/>
              </a:rPr>
              <a:t>University</a:t>
            </a:r>
            <a:endParaRPr sz="1600" dirty="0">
              <a:latin typeface="Times New Roman"/>
              <a:cs typeface="Times New Roman"/>
            </a:endParaRPr>
          </a:p>
          <a:p>
            <a:pPr marL="2132965">
              <a:lnSpc>
                <a:spcPts val="1760"/>
              </a:lnSpc>
            </a:pPr>
            <a:r>
              <a:rPr sz="1600" b="1" spc="-5" dirty="0">
                <a:latin typeface="Times New Roman"/>
                <a:cs typeface="Times New Roman"/>
              </a:rPr>
              <a:t>Kottayam</a:t>
            </a:r>
            <a:endParaRPr sz="1600" dirty="0">
              <a:latin typeface="Times New Roman"/>
              <a:cs typeface="Times New Roman"/>
            </a:endParaRPr>
          </a:p>
        </p:txBody>
      </p:sp>
      <p:sp>
        <p:nvSpPr>
          <p:cNvPr id="6" name="object 6"/>
          <p:cNvSpPr txBox="1"/>
          <p:nvPr/>
        </p:nvSpPr>
        <p:spPr>
          <a:xfrm>
            <a:off x="2366010" y="8373221"/>
            <a:ext cx="3119120" cy="451484"/>
          </a:xfrm>
          <a:prstGeom prst="rect">
            <a:avLst/>
          </a:prstGeom>
        </p:spPr>
        <p:txBody>
          <a:bodyPr vert="horz" wrap="square" lIns="0" tIns="0" rIns="0" bIns="0" rtlCol="0">
            <a:spAutoFit/>
          </a:bodyPr>
          <a:lstStyle/>
          <a:p>
            <a:pPr algn="ctr">
              <a:lnSpc>
                <a:spcPts val="1630"/>
              </a:lnSpc>
            </a:pPr>
            <a:r>
              <a:rPr sz="1400" b="1" dirty="0">
                <a:latin typeface="Times New Roman"/>
                <a:cs typeface="Times New Roman"/>
              </a:rPr>
              <a:t>SNGIST</a:t>
            </a:r>
            <a:r>
              <a:rPr sz="1400" b="1" spc="-60" dirty="0">
                <a:latin typeface="Times New Roman"/>
                <a:cs typeface="Times New Roman"/>
              </a:rPr>
              <a:t> </a:t>
            </a:r>
            <a:r>
              <a:rPr sz="1400" b="1" spc="-15" dirty="0">
                <a:latin typeface="Times New Roman"/>
                <a:cs typeface="Times New Roman"/>
              </a:rPr>
              <a:t>ARTS</a:t>
            </a:r>
            <a:r>
              <a:rPr sz="1400" b="1" spc="-20" dirty="0">
                <a:latin typeface="Times New Roman"/>
                <a:cs typeface="Times New Roman"/>
              </a:rPr>
              <a:t> </a:t>
            </a:r>
            <a:r>
              <a:rPr sz="1400" b="1" dirty="0">
                <a:latin typeface="Times New Roman"/>
                <a:cs typeface="Times New Roman"/>
              </a:rPr>
              <a:t>&amp;</a:t>
            </a:r>
            <a:r>
              <a:rPr sz="1400" b="1" spc="-30" dirty="0">
                <a:latin typeface="Times New Roman"/>
                <a:cs typeface="Times New Roman"/>
              </a:rPr>
              <a:t> </a:t>
            </a:r>
            <a:r>
              <a:rPr sz="1400" b="1" spc="-15" dirty="0">
                <a:latin typeface="Times New Roman"/>
                <a:cs typeface="Times New Roman"/>
              </a:rPr>
              <a:t>SCIENCE</a:t>
            </a:r>
            <a:r>
              <a:rPr sz="1400" b="1" dirty="0">
                <a:latin typeface="Times New Roman"/>
                <a:cs typeface="Times New Roman"/>
              </a:rPr>
              <a:t> </a:t>
            </a:r>
            <a:r>
              <a:rPr sz="1400" b="1" spc="-15" dirty="0">
                <a:latin typeface="Times New Roman"/>
                <a:cs typeface="Times New Roman"/>
              </a:rPr>
              <a:t>COLLEGE</a:t>
            </a:r>
            <a:endParaRPr sz="1400">
              <a:latin typeface="Times New Roman"/>
              <a:cs typeface="Times New Roman"/>
            </a:endParaRPr>
          </a:p>
          <a:p>
            <a:pPr marR="20320" algn="ctr">
              <a:lnSpc>
                <a:spcPct val="100000"/>
              </a:lnSpc>
              <a:spcBef>
                <a:spcPts val="120"/>
              </a:spcBef>
            </a:pPr>
            <a:r>
              <a:rPr sz="1400" b="1" spc="-15" dirty="0">
                <a:latin typeface="Times New Roman"/>
                <a:cs typeface="Times New Roman"/>
              </a:rPr>
              <a:t>NORTH</a:t>
            </a:r>
            <a:r>
              <a:rPr sz="1400" b="1" spc="-35" dirty="0">
                <a:latin typeface="Times New Roman"/>
                <a:cs typeface="Times New Roman"/>
              </a:rPr>
              <a:t> </a:t>
            </a:r>
            <a:r>
              <a:rPr sz="1400" b="1" spc="-5" dirty="0">
                <a:latin typeface="Times New Roman"/>
                <a:cs typeface="Times New Roman"/>
              </a:rPr>
              <a:t>PARAVUR-683</a:t>
            </a:r>
            <a:r>
              <a:rPr sz="1400" b="1" spc="-75" dirty="0">
                <a:latin typeface="Times New Roman"/>
                <a:cs typeface="Times New Roman"/>
              </a:rPr>
              <a:t> </a:t>
            </a:r>
            <a:r>
              <a:rPr sz="1400" b="1" spc="5" dirty="0">
                <a:latin typeface="Times New Roman"/>
                <a:cs typeface="Times New Roman"/>
              </a:rPr>
              <a:t>511</a:t>
            </a:r>
            <a:endParaRPr sz="1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1836547"/>
            <a:ext cx="673100" cy="568325"/>
          </a:xfrm>
          <a:prstGeom prst="rect">
            <a:avLst/>
          </a:prstGeom>
        </p:spPr>
        <p:txBody>
          <a:bodyPr vert="horz" wrap="square" lIns="0" tIns="100965" rIns="0" bIns="0" rtlCol="0">
            <a:spAutoFit/>
          </a:bodyPr>
          <a:lstStyle/>
          <a:p>
            <a:pPr marL="18415" algn="ctr">
              <a:lnSpc>
                <a:spcPct val="100000"/>
              </a:lnSpc>
              <a:spcBef>
                <a:spcPts val="795"/>
              </a:spcBef>
            </a:pPr>
            <a:r>
              <a:rPr sz="1200" b="1" spc="-5" dirty="0">
                <a:latin typeface="Times New Roman"/>
                <a:cs typeface="Times New Roman"/>
              </a:rPr>
              <a:t>Date</a:t>
            </a:r>
            <a:endParaRPr sz="1200">
              <a:latin typeface="Times New Roman"/>
              <a:cs typeface="Times New Roman"/>
            </a:endParaRPr>
          </a:p>
          <a:p>
            <a:pPr algn="ctr">
              <a:lnSpc>
                <a:spcPct val="100000"/>
              </a:lnSpc>
              <a:spcBef>
                <a:spcPts val="695"/>
              </a:spcBef>
            </a:pPr>
            <a:r>
              <a:rPr sz="1200" b="1" dirty="0">
                <a:latin typeface="Times New Roman"/>
                <a:cs typeface="Times New Roman"/>
              </a:rPr>
              <a:t>………….</a:t>
            </a:r>
            <a:endParaRPr sz="1200">
              <a:latin typeface="Times New Roman"/>
              <a:cs typeface="Times New Roman"/>
            </a:endParaRPr>
          </a:p>
        </p:txBody>
      </p:sp>
      <p:sp>
        <p:nvSpPr>
          <p:cNvPr id="3" name="object 3"/>
          <p:cNvSpPr txBox="1"/>
          <p:nvPr/>
        </p:nvSpPr>
        <p:spPr>
          <a:xfrm>
            <a:off x="901395" y="3676014"/>
            <a:ext cx="6321425" cy="1732914"/>
          </a:xfrm>
          <a:prstGeom prst="rect">
            <a:avLst/>
          </a:prstGeom>
        </p:spPr>
        <p:txBody>
          <a:bodyPr vert="horz" wrap="square" lIns="0" tIns="12700" rIns="0" bIns="0" rtlCol="0">
            <a:spAutoFit/>
          </a:bodyPr>
          <a:lstStyle/>
          <a:p>
            <a:pPr marL="3810" algn="ctr">
              <a:lnSpc>
                <a:spcPct val="100000"/>
              </a:lnSpc>
              <a:spcBef>
                <a:spcPts val="100"/>
              </a:spcBef>
            </a:pPr>
            <a:r>
              <a:rPr sz="1400" b="1" spc="-5" dirty="0">
                <a:latin typeface="Times New Roman"/>
                <a:cs typeface="Times New Roman"/>
              </a:rPr>
              <a:t>CERTIFICATE</a:t>
            </a:r>
            <a:endParaRPr sz="1400" dirty="0">
              <a:latin typeface="Times New Roman"/>
              <a:cs typeface="Times New Roman"/>
            </a:endParaRPr>
          </a:p>
          <a:p>
            <a:pPr marL="12700" marR="5080">
              <a:lnSpc>
                <a:spcPct val="146100"/>
              </a:lnSpc>
              <a:spcBef>
                <a:spcPts val="1245"/>
              </a:spcBef>
            </a:pPr>
            <a:r>
              <a:rPr sz="1200" b="1" spc="-5" dirty="0">
                <a:latin typeface="Times New Roman"/>
                <a:cs typeface="Times New Roman"/>
              </a:rPr>
              <a:t>This</a:t>
            </a:r>
            <a:r>
              <a:rPr sz="1200" b="1" spc="-15" dirty="0">
                <a:latin typeface="Times New Roman"/>
                <a:cs typeface="Times New Roman"/>
              </a:rPr>
              <a:t> </a:t>
            </a:r>
            <a:r>
              <a:rPr sz="1200" b="1" spc="-5" dirty="0">
                <a:latin typeface="Times New Roman"/>
                <a:cs typeface="Times New Roman"/>
              </a:rPr>
              <a:t>is to</a:t>
            </a:r>
            <a:r>
              <a:rPr sz="1200" b="1" spc="10" dirty="0">
                <a:latin typeface="Times New Roman"/>
                <a:cs typeface="Times New Roman"/>
              </a:rPr>
              <a:t> </a:t>
            </a:r>
            <a:r>
              <a:rPr sz="1200" b="1" dirty="0">
                <a:latin typeface="Times New Roman"/>
                <a:cs typeface="Times New Roman"/>
              </a:rPr>
              <a:t>certify</a:t>
            </a:r>
            <a:r>
              <a:rPr sz="1200" b="1" spc="10" dirty="0">
                <a:latin typeface="Times New Roman"/>
                <a:cs typeface="Times New Roman"/>
              </a:rPr>
              <a:t> </a:t>
            </a:r>
            <a:r>
              <a:rPr sz="1200" b="1" dirty="0">
                <a:latin typeface="Times New Roman"/>
                <a:cs typeface="Times New Roman"/>
              </a:rPr>
              <a:t>that</a:t>
            </a:r>
            <a:r>
              <a:rPr sz="1200" b="1" spc="5" dirty="0">
                <a:latin typeface="Times New Roman"/>
                <a:cs typeface="Times New Roman"/>
              </a:rPr>
              <a:t> </a:t>
            </a:r>
            <a:r>
              <a:rPr sz="1200" b="1" spc="-5"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project</a:t>
            </a:r>
            <a:r>
              <a:rPr sz="1200" b="1" spc="20" dirty="0">
                <a:latin typeface="Times New Roman"/>
                <a:cs typeface="Times New Roman"/>
              </a:rPr>
              <a:t> </a:t>
            </a:r>
            <a:r>
              <a:rPr sz="1200" b="1" spc="-5" dirty="0">
                <a:latin typeface="Times New Roman"/>
                <a:cs typeface="Times New Roman"/>
              </a:rPr>
              <a:t>titled</a:t>
            </a:r>
            <a:r>
              <a:rPr sz="1200" b="1" spc="20" dirty="0">
                <a:latin typeface="Times New Roman"/>
                <a:cs typeface="Times New Roman"/>
              </a:rPr>
              <a:t> </a:t>
            </a:r>
            <a:r>
              <a:rPr sz="1200" b="1" spc="-5" dirty="0">
                <a:latin typeface="Times New Roman"/>
                <a:cs typeface="Times New Roman"/>
              </a:rPr>
              <a:t>"</a:t>
            </a:r>
            <a:r>
              <a:rPr lang="en-US" sz="1200" b="1" spc="-5" dirty="0">
                <a:latin typeface="Times New Roman"/>
                <a:cs typeface="Times New Roman"/>
              </a:rPr>
              <a:t>HOME</a:t>
            </a:r>
            <a:r>
              <a:rPr sz="1200" b="1" spc="-5" dirty="0">
                <a:latin typeface="Times New Roman"/>
                <a:cs typeface="Times New Roman"/>
              </a:rPr>
              <a:t>"</a:t>
            </a:r>
            <a:r>
              <a:rPr sz="1200" b="1" spc="-25" dirty="0">
                <a:latin typeface="Times New Roman"/>
                <a:cs typeface="Times New Roman"/>
              </a:rPr>
              <a:t> </a:t>
            </a:r>
            <a:r>
              <a:rPr sz="1200" b="1" spc="-5" dirty="0">
                <a:latin typeface="Times New Roman"/>
                <a:cs typeface="Times New Roman"/>
              </a:rPr>
              <a:t>done </a:t>
            </a:r>
            <a:r>
              <a:rPr sz="1200" b="1" dirty="0">
                <a:latin typeface="Times New Roman"/>
                <a:cs typeface="Times New Roman"/>
              </a:rPr>
              <a:t>at</a:t>
            </a:r>
            <a:r>
              <a:rPr sz="1200" b="1" spc="-10" dirty="0">
                <a:latin typeface="Times New Roman"/>
                <a:cs typeface="Times New Roman"/>
              </a:rPr>
              <a:t> </a:t>
            </a:r>
            <a:r>
              <a:rPr lang="en-US" sz="1200" b="1" spc="-5" dirty="0">
                <a:latin typeface="Times New Roman"/>
                <a:cs typeface="Times New Roman"/>
              </a:rPr>
              <a:t>LCC Project Center</a:t>
            </a:r>
            <a:r>
              <a:rPr sz="1200" b="1" spc="-5" dirty="0">
                <a:latin typeface="Times New Roman"/>
                <a:cs typeface="Times New Roman"/>
              </a:rPr>
              <a:t>, </a:t>
            </a:r>
            <a:r>
              <a:rPr sz="1200" b="1" dirty="0">
                <a:latin typeface="Times New Roman"/>
                <a:cs typeface="Times New Roman"/>
              </a:rPr>
              <a:t> </a:t>
            </a:r>
            <a:r>
              <a:rPr lang="en-US" sz="1200" b="1" spc="-5" dirty="0" err="1">
                <a:latin typeface="Times New Roman"/>
                <a:cs typeface="Times New Roman"/>
              </a:rPr>
              <a:t>Aluva</a:t>
            </a:r>
            <a:r>
              <a:rPr sz="1200" b="1" spc="-5" dirty="0">
                <a:latin typeface="Times New Roman"/>
                <a:cs typeface="Times New Roman"/>
              </a:rPr>
              <a:t>,</a:t>
            </a:r>
            <a:r>
              <a:rPr sz="1200" b="1" spc="25" dirty="0">
                <a:latin typeface="Times New Roman"/>
                <a:cs typeface="Times New Roman"/>
              </a:rPr>
              <a:t> </a:t>
            </a:r>
            <a:r>
              <a:rPr sz="1200" b="1" spc="-5" dirty="0">
                <a:latin typeface="Times New Roman"/>
                <a:cs typeface="Times New Roman"/>
              </a:rPr>
              <a:t>submitted</a:t>
            </a:r>
            <a:r>
              <a:rPr sz="1200" b="1" spc="10" dirty="0">
                <a:latin typeface="Times New Roman"/>
                <a:cs typeface="Times New Roman"/>
              </a:rPr>
              <a:t> </a:t>
            </a:r>
            <a:r>
              <a:rPr sz="1200" b="1" spc="-5" dirty="0">
                <a:latin typeface="Times New Roman"/>
                <a:cs typeface="Times New Roman"/>
              </a:rPr>
              <a:t>by</a:t>
            </a:r>
            <a:r>
              <a:rPr sz="1200" b="1" spc="-10" dirty="0">
                <a:latin typeface="Times New Roman"/>
                <a:cs typeface="Times New Roman"/>
              </a:rPr>
              <a:t> </a:t>
            </a:r>
            <a:r>
              <a:rPr lang="en-US" sz="1200" b="1" spc="-10" dirty="0">
                <a:latin typeface="Times New Roman"/>
                <a:cs typeface="Times New Roman"/>
              </a:rPr>
              <a:t>Seethal V.S </a:t>
            </a:r>
            <a:r>
              <a:rPr sz="1200" b="1" dirty="0">
                <a:latin typeface="Times New Roman"/>
                <a:cs typeface="Times New Roman"/>
              </a:rPr>
              <a:t>with</a:t>
            </a:r>
            <a:r>
              <a:rPr sz="1200" b="1" spc="-15" dirty="0">
                <a:latin typeface="Times New Roman"/>
                <a:cs typeface="Times New Roman"/>
              </a:rPr>
              <a:t> </a:t>
            </a:r>
            <a:r>
              <a:rPr sz="1200" b="1" spc="-5" dirty="0">
                <a:latin typeface="Times New Roman"/>
                <a:cs typeface="Times New Roman"/>
              </a:rPr>
              <a:t>Reg.</a:t>
            </a:r>
            <a:r>
              <a:rPr sz="1200" b="1" spc="15" dirty="0">
                <a:latin typeface="Times New Roman"/>
                <a:cs typeface="Times New Roman"/>
              </a:rPr>
              <a:t> </a:t>
            </a:r>
            <a:r>
              <a:rPr sz="1200" b="1" spc="-5" dirty="0">
                <a:latin typeface="Times New Roman"/>
                <a:cs typeface="Times New Roman"/>
              </a:rPr>
              <a:t>No.</a:t>
            </a:r>
            <a:r>
              <a:rPr sz="1200" b="1" spc="10" dirty="0">
                <a:latin typeface="Times New Roman"/>
                <a:cs typeface="Times New Roman"/>
              </a:rPr>
              <a:t> </a:t>
            </a:r>
            <a:r>
              <a:rPr sz="1200" b="1" dirty="0">
                <a:latin typeface="Times New Roman"/>
                <a:cs typeface="Times New Roman"/>
              </a:rPr>
              <a:t>210021091499</a:t>
            </a:r>
            <a:r>
              <a:rPr sz="1200" b="1" spc="10" dirty="0">
                <a:latin typeface="Times New Roman"/>
                <a:cs typeface="Times New Roman"/>
              </a:rPr>
              <a:t> </a:t>
            </a:r>
            <a:r>
              <a:rPr sz="1200" b="1" spc="-5" dirty="0">
                <a:latin typeface="Times New Roman"/>
                <a:cs typeface="Times New Roman"/>
              </a:rPr>
              <a:t>in</a:t>
            </a:r>
            <a:r>
              <a:rPr sz="1200" b="1" spc="60" dirty="0">
                <a:latin typeface="Times New Roman"/>
                <a:cs typeface="Times New Roman"/>
              </a:rPr>
              <a:t> </a:t>
            </a:r>
            <a:r>
              <a:rPr sz="1200" b="1" spc="-5" dirty="0">
                <a:latin typeface="Times New Roman"/>
                <a:cs typeface="Times New Roman"/>
              </a:rPr>
              <a:t>partial</a:t>
            </a:r>
            <a:r>
              <a:rPr sz="1200" b="1" spc="5" dirty="0">
                <a:latin typeface="Times New Roman"/>
                <a:cs typeface="Times New Roman"/>
              </a:rPr>
              <a:t> </a:t>
            </a:r>
            <a:r>
              <a:rPr sz="1200" b="1" spc="-5" dirty="0">
                <a:latin typeface="Times New Roman"/>
                <a:cs typeface="Times New Roman"/>
              </a:rPr>
              <a:t>fulfillment </a:t>
            </a:r>
            <a:r>
              <a:rPr sz="1200" b="1" spc="-285" dirty="0">
                <a:latin typeface="Times New Roman"/>
                <a:cs typeface="Times New Roman"/>
              </a:rPr>
              <a:t> </a:t>
            </a:r>
            <a:r>
              <a:rPr sz="1200" b="1"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the requirement</a:t>
            </a:r>
            <a:r>
              <a:rPr sz="1200" b="1" spc="40"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Bachelor</a:t>
            </a:r>
            <a:r>
              <a:rPr sz="1200" b="1" spc="15"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Computer</a:t>
            </a:r>
            <a:r>
              <a:rPr sz="1200" b="1" spc="10" dirty="0">
                <a:latin typeface="Times New Roman"/>
                <a:cs typeface="Times New Roman"/>
              </a:rPr>
              <a:t> </a:t>
            </a:r>
            <a:r>
              <a:rPr sz="1200" b="1" spc="-5" dirty="0">
                <a:latin typeface="Times New Roman"/>
                <a:cs typeface="Times New Roman"/>
              </a:rPr>
              <a:t>Applications</a:t>
            </a:r>
            <a:r>
              <a:rPr sz="1200" b="1" spc="-10"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SNGIST Arts</a:t>
            </a:r>
            <a:r>
              <a:rPr sz="1200" b="1" spc="10" dirty="0">
                <a:latin typeface="Times New Roman"/>
                <a:cs typeface="Times New Roman"/>
              </a:rPr>
              <a:t> </a:t>
            </a:r>
            <a:r>
              <a:rPr sz="1200" b="1" dirty="0">
                <a:latin typeface="Times New Roman"/>
                <a:cs typeface="Times New Roman"/>
              </a:rPr>
              <a:t>&amp;</a:t>
            </a:r>
            <a:r>
              <a:rPr sz="1200" b="1" spc="-20" dirty="0">
                <a:latin typeface="Times New Roman"/>
                <a:cs typeface="Times New Roman"/>
              </a:rPr>
              <a:t> </a:t>
            </a:r>
            <a:r>
              <a:rPr sz="1200" b="1" spc="-5" dirty="0">
                <a:latin typeface="Times New Roman"/>
                <a:cs typeface="Times New Roman"/>
              </a:rPr>
              <a:t>Science</a:t>
            </a:r>
            <a:r>
              <a:rPr sz="1200" b="1" spc="20" dirty="0">
                <a:latin typeface="Times New Roman"/>
                <a:cs typeface="Times New Roman"/>
              </a:rPr>
              <a:t> </a:t>
            </a:r>
            <a:r>
              <a:rPr sz="1200" b="1" dirty="0">
                <a:latin typeface="Times New Roman"/>
                <a:cs typeface="Times New Roman"/>
              </a:rPr>
              <a:t>College</a:t>
            </a:r>
            <a:r>
              <a:rPr sz="1200" b="1" spc="10" dirty="0">
                <a:latin typeface="Times New Roman"/>
                <a:cs typeface="Times New Roman"/>
              </a:rPr>
              <a:t> </a:t>
            </a:r>
            <a:r>
              <a:rPr sz="1200" b="1" dirty="0">
                <a:latin typeface="Times New Roman"/>
                <a:cs typeface="Times New Roman"/>
              </a:rPr>
              <a:t>, </a:t>
            </a:r>
            <a:r>
              <a:rPr sz="1200" b="1" spc="-285" dirty="0">
                <a:latin typeface="Times New Roman"/>
                <a:cs typeface="Times New Roman"/>
              </a:rPr>
              <a:t> </a:t>
            </a:r>
            <a:r>
              <a:rPr sz="1200" b="1" dirty="0">
                <a:latin typeface="Times New Roman"/>
                <a:cs typeface="Times New Roman"/>
              </a:rPr>
              <a:t>affiliated</a:t>
            </a:r>
            <a:r>
              <a:rPr sz="1200" b="1" spc="5" dirty="0">
                <a:latin typeface="Times New Roman"/>
                <a:cs typeface="Times New Roman"/>
              </a:rPr>
              <a:t> </a:t>
            </a:r>
            <a:r>
              <a:rPr sz="1200" b="1" spc="-5" dirty="0">
                <a:latin typeface="Times New Roman"/>
                <a:cs typeface="Times New Roman"/>
              </a:rPr>
              <a:t>to</a:t>
            </a:r>
            <a:r>
              <a:rPr sz="1200" b="1" spc="-15" dirty="0">
                <a:latin typeface="Times New Roman"/>
                <a:cs typeface="Times New Roman"/>
              </a:rPr>
              <a:t> </a:t>
            </a:r>
            <a:r>
              <a:rPr sz="1200" b="1" spc="-5" dirty="0">
                <a:latin typeface="Times New Roman"/>
                <a:cs typeface="Times New Roman"/>
              </a:rPr>
              <a:t>Mahatma</a:t>
            </a:r>
            <a:r>
              <a:rPr sz="1200" b="1" spc="30" dirty="0">
                <a:latin typeface="Times New Roman"/>
                <a:cs typeface="Times New Roman"/>
              </a:rPr>
              <a:t> </a:t>
            </a:r>
            <a:r>
              <a:rPr sz="1200" b="1" spc="-5" dirty="0">
                <a:latin typeface="Times New Roman"/>
                <a:cs typeface="Times New Roman"/>
              </a:rPr>
              <a:t>Gandhi</a:t>
            </a:r>
            <a:r>
              <a:rPr sz="1200" b="1" spc="-20" dirty="0">
                <a:latin typeface="Times New Roman"/>
                <a:cs typeface="Times New Roman"/>
              </a:rPr>
              <a:t> </a:t>
            </a:r>
            <a:r>
              <a:rPr sz="1200" b="1" spc="-5" dirty="0">
                <a:latin typeface="Times New Roman"/>
                <a:cs typeface="Times New Roman"/>
              </a:rPr>
              <a:t>University</a:t>
            </a:r>
            <a:r>
              <a:rPr sz="1200" b="1" spc="5" dirty="0">
                <a:latin typeface="Times New Roman"/>
                <a:cs typeface="Times New Roman"/>
              </a:rPr>
              <a:t> </a:t>
            </a:r>
            <a:r>
              <a:rPr sz="1200" b="1" spc="-5" dirty="0">
                <a:latin typeface="Times New Roman"/>
                <a:cs typeface="Times New Roman"/>
              </a:rPr>
              <a:t>during</a:t>
            </a:r>
            <a:r>
              <a:rPr sz="1200" b="1" spc="280" dirty="0">
                <a:latin typeface="Times New Roman"/>
                <a:cs typeface="Times New Roman"/>
              </a:rPr>
              <a:t> </a:t>
            </a:r>
            <a:r>
              <a:rPr sz="1200" b="1" dirty="0">
                <a:latin typeface="Times New Roman"/>
                <a:cs typeface="Times New Roman"/>
              </a:rPr>
              <a:t>2021</a:t>
            </a:r>
            <a:r>
              <a:rPr sz="1200" b="1" spc="5"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dirty="0">
                <a:latin typeface="Times New Roman"/>
                <a:cs typeface="Times New Roman"/>
              </a:rPr>
              <a:t>2024</a:t>
            </a:r>
            <a:r>
              <a:rPr sz="1200" b="1" spc="-10"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spc="-5" dirty="0">
                <a:latin typeface="Times New Roman"/>
                <a:cs typeface="Times New Roman"/>
              </a:rPr>
              <a:t>is</a:t>
            </a:r>
            <a:r>
              <a:rPr sz="1200" b="1" spc="-10" dirty="0">
                <a:latin typeface="Times New Roman"/>
                <a:cs typeface="Times New Roman"/>
              </a:rPr>
              <a:t> </a:t>
            </a:r>
            <a:r>
              <a:rPr sz="1200" b="1" dirty="0">
                <a:latin typeface="Times New Roman"/>
                <a:cs typeface="Times New Roman"/>
              </a:rPr>
              <a:t>a</a:t>
            </a:r>
            <a:r>
              <a:rPr sz="1200" b="1" spc="10" dirty="0">
                <a:latin typeface="Times New Roman"/>
                <a:cs typeface="Times New Roman"/>
              </a:rPr>
              <a:t> </a:t>
            </a:r>
            <a:r>
              <a:rPr sz="1200" b="1" spc="-5" dirty="0">
                <a:latin typeface="Times New Roman"/>
                <a:cs typeface="Times New Roman"/>
              </a:rPr>
              <a:t>record</a:t>
            </a:r>
            <a:r>
              <a:rPr sz="1200" b="1" spc="35"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spc="-5" dirty="0">
                <a:latin typeface="Times New Roman"/>
                <a:cs typeface="Times New Roman"/>
              </a:rPr>
              <a:t>the </a:t>
            </a:r>
            <a:r>
              <a:rPr sz="1200" b="1" dirty="0">
                <a:latin typeface="Times New Roman"/>
                <a:cs typeface="Times New Roman"/>
              </a:rPr>
              <a:t>bonafide</a:t>
            </a:r>
            <a:r>
              <a:rPr sz="1200" b="1" spc="-20" dirty="0">
                <a:latin typeface="Times New Roman"/>
                <a:cs typeface="Times New Roman"/>
              </a:rPr>
              <a:t> </a:t>
            </a:r>
            <a:r>
              <a:rPr sz="1200" b="1" spc="-5" dirty="0">
                <a:latin typeface="Times New Roman"/>
                <a:cs typeface="Times New Roman"/>
              </a:rPr>
              <a:t>work </a:t>
            </a:r>
            <a:r>
              <a:rPr sz="1200" b="1" dirty="0">
                <a:latin typeface="Times New Roman"/>
                <a:cs typeface="Times New Roman"/>
              </a:rPr>
              <a:t> </a:t>
            </a:r>
            <a:r>
              <a:rPr sz="1200" b="1" spc="-5" dirty="0">
                <a:latin typeface="Times New Roman"/>
                <a:cs typeface="Times New Roman"/>
              </a:rPr>
              <a:t>done</a:t>
            </a:r>
            <a:r>
              <a:rPr sz="1200" b="1" spc="-15" dirty="0">
                <a:latin typeface="Times New Roman"/>
                <a:cs typeface="Times New Roman"/>
              </a:rPr>
              <a:t> </a:t>
            </a:r>
            <a:r>
              <a:rPr sz="1200" b="1" spc="-5" dirty="0">
                <a:latin typeface="Times New Roman"/>
                <a:cs typeface="Times New Roman"/>
              </a:rPr>
              <a:t>by</a:t>
            </a:r>
            <a:r>
              <a:rPr sz="1200" b="1" spc="-15" dirty="0">
                <a:latin typeface="Times New Roman"/>
                <a:cs typeface="Times New Roman"/>
              </a:rPr>
              <a:t> </a:t>
            </a:r>
            <a:r>
              <a:rPr sz="1200" b="1" spc="-5" dirty="0">
                <a:latin typeface="Times New Roman"/>
                <a:cs typeface="Times New Roman"/>
              </a:rPr>
              <a:t>him/her under</a:t>
            </a:r>
            <a:r>
              <a:rPr sz="1200" b="1" spc="-15" dirty="0">
                <a:latin typeface="Times New Roman"/>
                <a:cs typeface="Times New Roman"/>
              </a:rPr>
              <a:t> </a:t>
            </a:r>
            <a:r>
              <a:rPr sz="1200" b="1" spc="-5" dirty="0">
                <a:latin typeface="Times New Roman"/>
                <a:cs typeface="Times New Roman"/>
              </a:rPr>
              <a:t>our</a:t>
            </a:r>
            <a:r>
              <a:rPr sz="1200" b="1" dirty="0">
                <a:latin typeface="Times New Roman"/>
                <a:cs typeface="Times New Roman"/>
              </a:rPr>
              <a:t> </a:t>
            </a:r>
            <a:r>
              <a:rPr sz="1200" b="1" spc="-5" dirty="0">
                <a:latin typeface="Times New Roman"/>
                <a:cs typeface="Times New Roman"/>
              </a:rPr>
              <a:t>supervision</a:t>
            </a:r>
            <a:r>
              <a:rPr sz="1200" b="1" spc="-15" dirty="0">
                <a:latin typeface="Times New Roman"/>
                <a:cs typeface="Times New Roman"/>
              </a:rPr>
              <a:t> </a:t>
            </a:r>
            <a:r>
              <a:rPr sz="1200" b="1" spc="-5" dirty="0">
                <a:latin typeface="Times New Roman"/>
                <a:cs typeface="Times New Roman"/>
              </a:rPr>
              <a:t>and</a:t>
            </a:r>
            <a:r>
              <a:rPr sz="1200" b="1" spc="-20" dirty="0">
                <a:latin typeface="Times New Roman"/>
                <a:cs typeface="Times New Roman"/>
              </a:rPr>
              <a:t> </a:t>
            </a:r>
            <a:r>
              <a:rPr sz="1200" b="1" spc="-5" dirty="0">
                <a:latin typeface="Times New Roman"/>
                <a:cs typeface="Times New Roman"/>
              </a:rPr>
              <a:t>guidance.</a:t>
            </a:r>
            <a:endParaRPr sz="1200" dirty="0">
              <a:latin typeface="Times New Roman"/>
              <a:cs typeface="Times New Roman"/>
            </a:endParaRPr>
          </a:p>
        </p:txBody>
      </p:sp>
      <p:sp>
        <p:nvSpPr>
          <p:cNvPr id="4" name="object 4"/>
          <p:cNvSpPr txBox="1"/>
          <p:nvPr/>
        </p:nvSpPr>
        <p:spPr>
          <a:xfrm>
            <a:off x="5017134" y="6264021"/>
            <a:ext cx="1583690" cy="371897"/>
          </a:xfrm>
          <a:prstGeom prst="rect">
            <a:avLst/>
          </a:prstGeom>
        </p:spPr>
        <p:txBody>
          <a:bodyPr vert="horz" wrap="square" lIns="0" tIns="12700" rIns="0" bIns="0" rtlCol="0">
            <a:spAutoFit/>
          </a:bodyPr>
          <a:lstStyle/>
          <a:p>
            <a:pPr marL="13970">
              <a:lnSpc>
                <a:spcPts val="1420"/>
              </a:lnSpc>
            </a:pPr>
            <a:r>
              <a:rPr lang="en-US" sz="1200" b="1" dirty="0">
                <a:latin typeface="Times New Roman"/>
                <a:cs typeface="Times New Roman"/>
              </a:rPr>
              <a:t>Safeer</a:t>
            </a:r>
          </a:p>
          <a:p>
            <a:pPr marL="13970">
              <a:lnSpc>
                <a:spcPts val="1420"/>
              </a:lnSpc>
            </a:pPr>
            <a:r>
              <a:rPr sz="1200" b="1" dirty="0">
                <a:latin typeface="Times New Roman"/>
                <a:cs typeface="Times New Roman"/>
              </a:rPr>
              <a:t>Head</a:t>
            </a:r>
            <a:r>
              <a:rPr sz="1200" b="1" spc="-30" dirty="0">
                <a:latin typeface="Times New Roman"/>
                <a:cs typeface="Times New Roman"/>
              </a:rPr>
              <a:t> </a:t>
            </a:r>
            <a:r>
              <a:rPr sz="1200" b="1" spc="-5" dirty="0">
                <a:latin typeface="Times New Roman"/>
                <a:cs typeface="Times New Roman"/>
              </a:rPr>
              <a:t>of</a:t>
            </a:r>
            <a:r>
              <a:rPr sz="1200" b="1" spc="-35" dirty="0">
                <a:latin typeface="Times New Roman"/>
                <a:cs typeface="Times New Roman"/>
              </a:rPr>
              <a:t> </a:t>
            </a:r>
            <a:r>
              <a:rPr sz="1200" b="1" dirty="0">
                <a:latin typeface="Times New Roman"/>
                <a:cs typeface="Times New Roman"/>
              </a:rPr>
              <a:t>the</a:t>
            </a:r>
            <a:r>
              <a:rPr sz="1200" b="1" spc="-35" dirty="0">
                <a:latin typeface="Times New Roman"/>
                <a:cs typeface="Times New Roman"/>
              </a:rPr>
              <a:t> </a:t>
            </a:r>
            <a:r>
              <a:rPr sz="1200" b="1" spc="-20" dirty="0">
                <a:latin typeface="Times New Roman"/>
                <a:cs typeface="Times New Roman"/>
              </a:rPr>
              <a:t>Department</a:t>
            </a:r>
            <a:endParaRPr sz="1200" dirty="0">
              <a:latin typeface="Times New Roman"/>
              <a:cs typeface="Times New Roman"/>
            </a:endParaRPr>
          </a:p>
        </p:txBody>
      </p:sp>
      <p:sp>
        <p:nvSpPr>
          <p:cNvPr id="5" name="object 5"/>
          <p:cNvSpPr txBox="1"/>
          <p:nvPr/>
        </p:nvSpPr>
        <p:spPr>
          <a:xfrm>
            <a:off x="901700" y="7676134"/>
            <a:ext cx="4155440" cy="1443355"/>
          </a:xfrm>
          <a:prstGeom prst="rect">
            <a:avLst/>
          </a:prstGeom>
        </p:spPr>
        <p:txBody>
          <a:bodyPr vert="horz" wrap="square" lIns="0" tIns="12700" rIns="0" bIns="0" rtlCol="0">
            <a:spAutoFit/>
          </a:bodyPr>
          <a:lstStyle/>
          <a:p>
            <a:pPr marL="12700">
              <a:lnSpc>
                <a:spcPct val="100000"/>
              </a:lnSpc>
              <a:spcBef>
                <a:spcPts val="100"/>
              </a:spcBef>
              <a:tabLst>
                <a:tab pos="4142104" algn="l"/>
              </a:tabLst>
            </a:pPr>
            <a:r>
              <a:rPr sz="1200" b="1" spc="-5" dirty="0">
                <a:latin typeface="Times New Roman"/>
                <a:cs typeface="Times New Roman"/>
              </a:rPr>
              <a:t>Submitted</a:t>
            </a:r>
            <a:r>
              <a:rPr sz="1200" b="1" spc="-30" dirty="0">
                <a:latin typeface="Times New Roman"/>
                <a:cs typeface="Times New Roman"/>
              </a:rPr>
              <a:t> </a:t>
            </a:r>
            <a:r>
              <a:rPr sz="1200" b="1" spc="-10" dirty="0">
                <a:latin typeface="Times New Roman"/>
                <a:cs typeface="Times New Roman"/>
              </a:rPr>
              <a:t>for</a:t>
            </a:r>
            <a:r>
              <a:rPr sz="1200" b="1" spc="-30" dirty="0">
                <a:latin typeface="Times New Roman"/>
                <a:cs typeface="Times New Roman"/>
              </a:rPr>
              <a:t> </a:t>
            </a:r>
            <a:r>
              <a:rPr sz="1200" b="1" spc="-5" dirty="0">
                <a:latin typeface="Times New Roman"/>
                <a:cs typeface="Times New Roman"/>
              </a:rPr>
              <a:t>the</a:t>
            </a:r>
            <a:r>
              <a:rPr sz="1200" b="1" spc="10" dirty="0">
                <a:latin typeface="Times New Roman"/>
                <a:cs typeface="Times New Roman"/>
              </a:rPr>
              <a:t> </a:t>
            </a:r>
            <a:r>
              <a:rPr sz="1200" b="1" spc="-5" dirty="0">
                <a:latin typeface="Times New Roman"/>
                <a:cs typeface="Times New Roman"/>
              </a:rPr>
              <a:t>Viva-Voce</a:t>
            </a:r>
            <a:r>
              <a:rPr sz="1200" b="1" spc="15" dirty="0">
                <a:latin typeface="Times New Roman"/>
                <a:cs typeface="Times New Roman"/>
              </a:rPr>
              <a:t> </a:t>
            </a:r>
            <a:r>
              <a:rPr sz="1200" b="1" spc="-5" dirty="0">
                <a:latin typeface="Times New Roman"/>
                <a:cs typeface="Times New Roman"/>
              </a:rPr>
              <a:t>Examination</a:t>
            </a:r>
            <a:r>
              <a:rPr sz="1200" b="1" spc="-30" dirty="0">
                <a:latin typeface="Times New Roman"/>
                <a:cs typeface="Times New Roman"/>
              </a:rPr>
              <a:t> </a:t>
            </a:r>
            <a:r>
              <a:rPr sz="1200" b="1" spc="-15" dirty="0">
                <a:latin typeface="Times New Roman"/>
                <a:cs typeface="Times New Roman"/>
              </a:rPr>
              <a:t>held </a:t>
            </a:r>
            <a:r>
              <a:rPr sz="1200" b="1" spc="-5" dirty="0">
                <a:latin typeface="Times New Roman"/>
                <a:cs typeface="Times New Roman"/>
              </a:rPr>
              <a:t>on </a:t>
            </a:r>
            <a:r>
              <a:rPr sz="1200" b="1" u="heavy" dirty="0">
                <a:uFill>
                  <a:solidFill>
                    <a:srgbClr val="000000"/>
                  </a:solidFill>
                </a:uFill>
                <a:latin typeface="Times New Roman"/>
                <a:cs typeface="Times New Roman"/>
              </a:rPr>
              <a:t> 	</a:t>
            </a:r>
            <a:endParaRPr sz="1200">
              <a:latin typeface="Times New Roman"/>
              <a:cs typeface="Times New Roman"/>
            </a:endParaRPr>
          </a:p>
          <a:p>
            <a:pPr marL="585470" marR="2267585">
              <a:lnSpc>
                <a:spcPct val="191900"/>
              </a:lnSpc>
              <a:spcBef>
                <a:spcPts val="965"/>
              </a:spcBef>
            </a:pPr>
            <a:r>
              <a:rPr sz="1200" b="1" dirty="0">
                <a:latin typeface="Times New Roman"/>
                <a:cs typeface="Times New Roman"/>
              </a:rPr>
              <a:t>External</a:t>
            </a:r>
            <a:r>
              <a:rPr sz="1200" b="1" spc="-105" dirty="0">
                <a:latin typeface="Times New Roman"/>
                <a:cs typeface="Times New Roman"/>
              </a:rPr>
              <a:t> </a:t>
            </a:r>
            <a:r>
              <a:rPr sz="1200" b="1" dirty="0">
                <a:latin typeface="Times New Roman"/>
                <a:cs typeface="Times New Roman"/>
              </a:rPr>
              <a:t>Exa</a:t>
            </a:r>
            <a:r>
              <a:rPr sz="1200" b="1" spc="-20" dirty="0">
                <a:latin typeface="Times New Roman"/>
                <a:cs typeface="Times New Roman"/>
              </a:rPr>
              <a:t>m</a:t>
            </a:r>
            <a:r>
              <a:rPr sz="1200" b="1" spc="-5" dirty="0">
                <a:latin typeface="Times New Roman"/>
                <a:cs typeface="Times New Roman"/>
              </a:rPr>
              <a:t>i</a:t>
            </a:r>
            <a:r>
              <a:rPr sz="1200" b="1" dirty="0">
                <a:latin typeface="Times New Roman"/>
                <a:cs typeface="Times New Roman"/>
              </a:rPr>
              <a:t>n</a:t>
            </a:r>
            <a:r>
              <a:rPr sz="1200" b="1" spc="-5" dirty="0">
                <a:latin typeface="Times New Roman"/>
                <a:cs typeface="Times New Roman"/>
              </a:rPr>
              <a:t>ers  </a:t>
            </a:r>
            <a:r>
              <a:rPr sz="1200" b="1" dirty="0">
                <a:latin typeface="Times New Roman"/>
                <a:cs typeface="Times New Roman"/>
              </a:rPr>
              <a:t>1.</a:t>
            </a:r>
            <a:endParaRPr sz="1200">
              <a:latin typeface="Times New Roman"/>
              <a:cs typeface="Times New Roman"/>
            </a:endParaRPr>
          </a:p>
          <a:p>
            <a:pPr>
              <a:lnSpc>
                <a:spcPct val="100000"/>
              </a:lnSpc>
              <a:spcBef>
                <a:spcPts val="5"/>
              </a:spcBef>
            </a:pPr>
            <a:endParaRPr sz="1550">
              <a:latin typeface="Times New Roman"/>
              <a:cs typeface="Times New Roman"/>
            </a:endParaRPr>
          </a:p>
          <a:p>
            <a:pPr marL="585470">
              <a:lnSpc>
                <a:spcPct val="100000"/>
              </a:lnSpc>
              <a:spcBef>
                <a:spcPts val="5"/>
              </a:spcBef>
            </a:pPr>
            <a:r>
              <a:rPr sz="1200" b="1" dirty="0">
                <a:latin typeface="Times New Roman"/>
                <a:cs typeface="Times New Roman"/>
              </a:rPr>
              <a:t>2.</a:t>
            </a:r>
            <a:endParaRPr sz="1200">
              <a:latin typeface="Times New Roman"/>
              <a:cs typeface="Times New Roman"/>
            </a:endParaRPr>
          </a:p>
        </p:txBody>
      </p:sp>
      <p:pic>
        <p:nvPicPr>
          <p:cNvPr id="6" name="object 6"/>
          <p:cNvPicPr/>
          <p:nvPr/>
        </p:nvPicPr>
        <p:blipFill>
          <a:blip r:embed="rId2" cstate="print"/>
          <a:stretch>
            <a:fillRect/>
          </a:stretch>
        </p:blipFill>
        <p:spPr>
          <a:xfrm>
            <a:off x="934211" y="1263396"/>
            <a:ext cx="1898904" cy="312420"/>
          </a:xfrm>
          <a:prstGeom prst="rect">
            <a:avLst/>
          </a:prstGeom>
        </p:spPr>
      </p:pic>
      <p:pic>
        <p:nvPicPr>
          <p:cNvPr id="7" name="object 7"/>
          <p:cNvPicPr/>
          <p:nvPr/>
        </p:nvPicPr>
        <p:blipFill>
          <a:blip r:embed="rId3" cstate="print"/>
          <a:stretch>
            <a:fillRect/>
          </a:stretch>
        </p:blipFill>
        <p:spPr>
          <a:xfrm>
            <a:off x="5257800" y="1213104"/>
            <a:ext cx="981455" cy="362711"/>
          </a:xfrm>
          <a:prstGeom prst="rect">
            <a:avLst/>
          </a:prstGeom>
        </p:spPr>
      </p:pic>
      <p:sp>
        <p:nvSpPr>
          <p:cNvPr id="8" name="object 8"/>
          <p:cNvSpPr txBox="1"/>
          <p:nvPr/>
        </p:nvSpPr>
        <p:spPr>
          <a:xfrm>
            <a:off x="901395" y="6272276"/>
            <a:ext cx="995044" cy="405239"/>
          </a:xfrm>
          <a:prstGeom prst="rect">
            <a:avLst/>
          </a:prstGeom>
        </p:spPr>
        <p:txBody>
          <a:bodyPr vert="horz" wrap="square" lIns="0" tIns="33020" rIns="0" bIns="0" rtlCol="0">
            <a:spAutoFit/>
          </a:bodyPr>
          <a:lstStyle/>
          <a:p>
            <a:pPr marL="12700" marR="5080">
              <a:lnSpc>
                <a:spcPts val="1300"/>
              </a:lnSpc>
              <a:spcBef>
                <a:spcPts val="260"/>
              </a:spcBef>
            </a:pPr>
            <a:r>
              <a:rPr lang="en-US" sz="1200" b="1" spc="-5" dirty="0">
                <a:latin typeface="Times New Roman"/>
                <a:cs typeface="Times New Roman"/>
              </a:rPr>
              <a:t>Anjana RR</a:t>
            </a:r>
          </a:p>
          <a:p>
            <a:pPr marL="12700" marR="5080">
              <a:lnSpc>
                <a:spcPts val="1300"/>
              </a:lnSpc>
              <a:spcBef>
                <a:spcPts val="260"/>
              </a:spcBef>
            </a:pPr>
            <a:r>
              <a:rPr sz="1200" b="1" spc="-5" dirty="0">
                <a:latin typeface="Times New Roman"/>
                <a:cs typeface="Times New Roman"/>
              </a:rPr>
              <a:t>Internal</a:t>
            </a:r>
            <a:r>
              <a:rPr sz="1200" b="1" spc="-55" dirty="0">
                <a:latin typeface="Times New Roman"/>
                <a:cs typeface="Times New Roman"/>
              </a:rPr>
              <a:t> </a:t>
            </a:r>
            <a:r>
              <a:rPr sz="1200" b="1" spc="-5" dirty="0">
                <a:latin typeface="Times New Roman"/>
                <a:cs typeface="Times New Roman"/>
              </a:rPr>
              <a:t>Guide</a:t>
            </a:r>
            <a:endParaRPr sz="12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5091" y="2529840"/>
            <a:ext cx="6934200" cy="5333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81247" y="3151377"/>
            <a:ext cx="1349375" cy="239395"/>
          </a:xfrm>
          <a:prstGeom prst="rect">
            <a:avLst/>
          </a:prstGeom>
        </p:spPr>
        <p:txBody>
          <a:bodyPr vert="horz" wrap="square" lIns="0" tIns="12700" rIns="0" bIns="0" rtlCol="0">
            <a:spAutoFit/>
          </a:bodyPr>
          <a:lstStyle/>
          <a:p>
            <a:pPr marL="12700">
              <a:lnSpc>
                <a:spcPct val="100000"/>
              </a:lnSpc>
              <a:spcBef>
                <a:spcPts val="100"/>
              </a:spcBef>
            </a:pPr>
            <a:r>
              <a:rPr sz="1400" b="1" spc="-15" dirty="0">
                <a:latin typeface="Times New Roman"/>
                <a:cs typeface="Times New Roman"/>
              </a:rPr>
              <a:t>DECLARATION</a:t>
            </a:r>
            <a:endParaRPr sz="1400">
              <a:latin typeface="Times New Roman"/>
              <a:cs typeface="Times New Roman"/>
            </a:endParaRPr>
          </a:p>
        </p:txBody>
      </p:sp>
      <p:sp>
        <p:nvSpPr>
          <p:cNvPr id="3" name="object 3"/>
          <p:cNvSpPr txBox="1"/>
          <p:nvPr/>
        </p:nvSpPr>
        <p:spPr>
          <a:xfrm>
            <a:off x="1475358" y="6541769"/>
            <a:ext cx="451484" cy="208279"/>
          </a:xfrm>
          <a:prstGeom prst="rect">
            <a:avLst/>
          </a:prstGeom>
        </p:spPr>
        <p:txBody>
          <a:bodyPr vert="horz" wrap="square" lIns="0" tIns="12700" rIns="0" bIns="0" rtlCol="0">
            <a:spAutoFit/>
          </a:bodyPr>
          <a:lstStyle/>
          <a:p>
            <a:pPr marL="12700">
              <a:lnSpc>
                <a:spcPct val="100000"/>
              </a:lnSpc>
              <a:spcBef>
                <a:spcPts val="100"/>
              </a:spcBef>
            </a:pPr>
            <a:r>
              <a:rPr sz="1200" b="1" spc="-15" dirty="0">
                <a:latin typeface="Times New Roman"/>
                <a:cs typeface="Times New Roman"/>
              </a:rPr>
              <a:t>P</a:t>
            </a:r>
            <a:r>
              <a:rPr sz="1200" b="1" dirty="0">
                <a:latin typeface="Times New Roman"/>
                <a:cs typeface="Times New Roman"/>
              </a:rPr>
              <a:t>lace</a:t>
            </a:r>
            <a:r>
              <a:rPr sz="1200" b="1" spc="-70" dirty="0">
                <a:latin typeface="Times New Roman"/>
                <a:cs typeface="Times New Roman"/>
              </a:rPr>
              <a:t> </a:t>
            </a:r>
            <a:r>
              <a:rPr sz="1200" b="1" dirty="0">
                <a:latin typeface="Times New Roman"/>
                <a:cs typeface="Times New Roman"/>
              </a:rPr>
              <a:t>:</a:t>
            </a:r>
            <a:endParaRPr sz="1200">
              <a:latin typeface="Times New Roman"/>
              <a:cs typeface="Times New Roman"/>
            </a:endParaRPr>
          </a:p>
        </p:txBody>
      </p:sp>
      <p:sp>
        <p:nvSpPr>
          <p:cNvPr id="4" name="object 4"/>
          <p:cNvSpPr txBox="1"/>
          <p:nvPr/>
        </p:nvSpPr>
        <p:spPr>
          <a:xfrm>
            <a:off x="1475358" y="6892797"/>
            <a:ext cx="410209"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Da</a:t>
            </a:r>
            <a:r>
              <a:rPr sz="1200" b="1" spc="-10" dirty="0">
                <a:latin typeface="Times New Roman"/>
                <a:cs typeface="Times New Roman"/>
              </a:rPr>
              <a:t>t</a:t>
            </a:r>
            <a:r>
              <a:rPr sz="1200" b="1" dirty="0">
                <a:latin typeface="Times New Roman"/>
                <a:cs typeface="Times New Roman"/>
              </a:rPr>
              <a:t>e</a:t>
            </a:r>
            <a:r>
              <a:rPr sz="1200" b="1" spc="-65" dirty="0">
                <a:latin typeface="Times New Roman"/>
                <a:cs typeface="Times New Roman"/>
              </a:rPr>
              <a:t> </a:t>
            </a:r>
            <a:r>
              <a:rPr sz="1200" b="1" dirty="0">
                <a:latin typeface="Times New Roman"/>
                <a:cs typeface="Times New Roman"/>
              </a:rPr>
              <a:t>:</a:t>
            </a:r>
            <a:endParaRPr sz="1200">
              <a:latin typeface="Times New Roman"/>
              <a:cs typeface="Times New Roman"/>
            </a:endParaRPr>
          </a:p>
        </p:txBody>
      </p:sp>
      <p:pic>
        <p:nvPicPr>
          <p:cNvPr id="5" name="object 5"/>
          <p:cNvPicPr/>
          <p:nvPr/>
        </p:nvPicPr>
        <p:blipFill>
          <a:blip r:embed="rId2" cstate="print"/>
          <a:stretch>
            <a:fillRect/>
          </a:stretch>
        </p:blipFill>
        <p:spPr>
          <a:xfrm>
            <a:off x="934211" y="1556004"/>
            <a:ext cx="1898904" cy="310896"/>
          </a:xfrm>
          <a:prstGeom prst="rect">
            <a:avLst/>
          </a:prstGeom>
        </p:spPr>
      </p:pic>
      <p:pic>
        <p:nvPicPr>
          <p:cNvPr id="6" name="object 6"/>
          <p:cNvPicPr/>
          <p:nvPr/>
        </p:nvPicPr>
        <p:blipFill>
          <a:blip r:embed="rId3" cstate="print"/>
          <a:stretch>
            <a:fillRect/>
          </a:stretch>
        </p:blipFill>
        <p:spPr>
          <a:xfrm>
            <a:off x="5295900" y="1505712"/>
            <a:ext cx="981455" cy="361188"/>
          </a:xfrm>
          <a:prstGeom prst="rect">
            <a:avLst/>
          </a:prstGeom>
        </p:spPr>
      </p:pic>
      <p:sp>
        <p:nvSpPr>
          <p:cNvPr id="7" name="object 7"/>
          <p:cNvSpPr txBox="1"/>
          <p:nvPr/>
        </p:nvSpPr>
        <p:spPr>
          <a:xfrm>
            <a:off x="990396" y="3937761"/>
            <a:ext cx="5884545" cy="1315085"/>
          </a:xfrm>
          <a:prstGeom prst="rect">
            <a:avLst/>
          </a:prstGeom>
        </p:spPr>
        <p:txBody>
          <a:bodyPr vert="horz" wrap="square" lIns="0" tIns="12065" rIns="0" bIns="0" rtlCol="0">
            <a:spAutoFit/>
          </a:bodyPr>
          <a:lstStyle/>
          <a:p>
            <a:pPr marL="12700" marR="5080" indent="114300" algn="just">
              <a:lnSpc>
                <a:spcPct val="141000"/>
              </a:lnSpc>
              <a:spcBef>
                <a:spcPts val="95"/>
              </a:spcBef>
            </a:pPr>
            <a:r>
              <a:rPr sz="1200" b="1" spc="-5" dirty="0">
                <a:latin typeface="Times New Roman"/>
                <a:cs typeface="Times New Roman"/>
              </a:rPr>
              <a:t>I,</a:t>
            </a:r>
            <a:r>
              <a:rPr lang="en-US" sz="1200" b="1" spc="-5" dirty="0">
                <a:latin typeface="Times New Roman"/>
                <a:cs typeface="Times New Roman"/>
              </a:rPr>
              <a:t> Seethal V . S </a:t>
            </a:r>
            <a:r>
              <a:rPr sz="1200" b="1" spc="-5" dirty="0">
                <a:latin typeface="Times New Roman"/>
                <a:cs typeface="Times New Roman"/>
              </a:rPr>
              <a:t>,hereby declare </a:t>
            </a:r>
            <a:r>
              <a:rPr sz="1200" b="1" dirty="0">
                <a:latin typeface="Times New Roman"/>
                <a:cs typeface="Times New Roman"/>
              </a:rPr>
              <a:t>that </a:t>
            </a:r>
            <a:r>
              <a:rPr sz="1200" b="1" spc="-5" dirty="0">
                <a:latin typeface="Times New Roman"/>
                <a:cs typeface="Times New Roman"/>
              </a:rPr>
              <a:t>the project </a:t>
            </a:r>
            <a:r>
              <a:rPr sz="1200" b="1" dirty="0">
                <a:latin typeface="Times New Roman"/>
                <a:cs typeface="Times New Roman"/>
              </a:rPr>
              <a:t>report </a:t>
            </a:r>
            <a:r>
              <a:rPr sz="1200" b="1" spc="-5" dirty="0">
                <a:latin typeface="Times New Roman"/>
                <a:cs typeface="Times New Roman"/>
              </a:rPr>
              <a:t>titled "</a:t>
            </a:r>
            <a:r>
              <a:rPr lang="en-US" sz="1200" b="1" spc="-5" dirty="0">
                <a:latin typeface="Times New Roman"/>
                <a:cs typeface="Times New Roman"/>
              </a:rPr>
              <a:t>HOME</a:t>
            </a:r>
            <a:r>
              <a:rPr sz="1200" b="1" spc="-5" dirty="0">
                <a:latin typeface="Times New Roman"/>
                <a:cs typeface="Times New Roman"/>
              </a:rPr>
              <a:t>” </a:t>
            </a:r>
            <a:r>
              <a:rPr sz="1200" b="1" dirty="0">
                <a:latin typeface="Times New Roman"/>
                <a:cs typeface="Times New Roman"/>
              </a:rPr>
              <a:t>done </a:t>
            </a:r>
            <a:r>
              <a:rPr sz="1200" b="1" spc="-285" dirty="0">
                <a:latin typeface="Times New Roman"/>
                <a:cs typeface="Times New Roman"/>
              </a:rPr>
              <a:t> </a:t>
            </a:r>
            <a:r>
              <a:rPr sz="1200" b="1" dirty="0">
                <a:latin typeface="Times New Roman"/>
                <a:cs typeface="Times New Roman"/>
              </a:rPr>
              <a:t>a</a:t>
            </a:r>
            <a:r>
              <a:rPr lang="en-US" sz="1200" b="1" dirty="0">
                <a:latin typeface="Times New Roman"/>
                <a:cs typeface="Times New Roman"/>
              </a:rPr>
              <a:t>t LCC Project Centre</a:t>
            </a:r>
            <a:r>
              <a:rPr lang="en-US" sz="1200" b="1" spc="-5" dirty="0">
                <a:latin typeface="Times New Roman"/>
                <a:cs typeface="Times New Roman"/>
              </a:rPr>
              <a:t>, </a:t>
            </a:r>
            <a:r>
              <a:rPr lang="en-US" sz="1200" b="1" spc="-5" dirty="0" err="1">
                <a:latin typeface="Times New Roman"/>
                <a:cs typeface="Times New Roman"/>
              </a:rPr>
              <a:t>Aluva</a:t>
            </a:r>
            <a:r>
              <a:rPr sz="1200" b="1" spc="-5" dirty="0">
                <a:latin typeface="Times New Roman"/>
                <a:cs typeface="Times New Roman"/>
              </a:rPr>
              <a:t> is </a:t>
            </a:r>
            <a:r>
              <a:rPr sz="1200" b="1" dirty="0">
                <a:latin typeface="Times New Roman"/>
                <a:cs typeface="Times New Roman"/>
              </a:rPr>
              <a:t>a bonafide </a:t>
            </a:r>
            <a:r>
              <a:rPr sz="1200" b="1" spc="-5" dirty="0">
                <a:latin typeface="Times New Roman"/>
                <a:cs typeface="Times New Roman"/>
              </a:rPr>
              <a:t>record </a:t>
            </a:r>
            <a:r>
              <a:rPr sz="1200" b="1" dirty="0">
                <a:latin typeface="Times New Roman"/>
                <a:cs typeface="Times New Roman"/>
              </a:rPr>
              <a:t>of </a:t>
            </a:r>
            <a:r>
              <a:rPr sz="1200" b="1" spc="-5" dirty="0">
                <a:latin typeface="Times New Roman"/>
                <a:cs typeface="Times New Roman"/>
              </a:rPr>
              <a:t>independent work </a:t>
            </a:r>
            <a:r>
              <a:rPr sz="1200" b="1" spc="-285" dirty="0">
                <a:latin typeface="Times New Roman"/>
                <a:cs typeface="Times New Roman"/>
              </a:rPr>
              <a:t> </a:t>
            </a:r>
            <a:r>
              <a:rPr sz="1200" b="1" spc="-5" dirty="0">
                <a:latin typeface="Times New Roman"/>
                <a:cs typeface="Times New Roman"/>
              </a:rPr>
              <a:t>carried out by </a:t>
            </a:r>
            <a:r>
              <a:rPr sz="1200" b="1" spc="-10" dirty="0">
                <a:latin typeface="Times New Roman"/>
                <a:cs typeface="Times New Roman"/>
              </a:rPr>
              <a:t>me </a:t>
            </a:r>
            <a:r>
              <a:rPr sz="1200" b="1" spc="-5" dirty="0">
                <a:latin typeface="Times New Roman"/>
                <a:cs typeface="Times New Roman"/>
              </a:rPr>
              <a:t>under</a:t>
            </a:r>
            <a:r>
              <a:rPr sz="1200" b="1" dirty="0">
                <a:latin typeface="Times New Roman"/>
                <a:cs typeface="Times New Roman"/>
              </a:rPr>
              <a:t> </a:t>
            </a:r>
            <a:r>
              <a:rPr sz="1200" b="1" spc="-5" dirty="0">
                <a:latin typeface="Times New Roman"/>
                <a:cs typeface="Times New Roman"/>
              </a:rPr>
              <a:t>the guidance </a:t>
            </a:r>
            <a:r>
              <a:rPr sz="1200" b="1" dirty="0">
                <a:latin typeface="Times New Roman"/>
                <a:cs typeface="Times New Roman"/>
              </a:rPr>
              <a:t>of</a:t>
            </a:r>
            <a:r>
              <a:rPr sz="1200" b="1" spc="5" dirty="0">
                <a:latin typeface="Times New Roman"/>
                <a:cs typeface="Times New Roman"/>
              </a:rPr>
              <a:t> </a:t>
            </a:r>
            <a:r>
              <a:rPr sz="1200" b="1" spc="-5" dirty="0" err="1">
                <a:latin typeface="Times New Roman"/>
                <a:cs typeface="Times New Roman"/>
              </a:rPr>
              <a:t>Ms.</a:t>
            </a:r>
            <a:r>
              <a:rPr lang="en-US" sz="1200" b="1" spc="-5" dirty="0" err="1">
                <a:latin typeface="Times New Roman"/>
                <a:cs typeface="Times New Roman"/>
              </a:rPr>
              <a:t>Anjana</a:t>
            </a:r>
            <a:r>
              <a:rPr lang="en-US" sz="1200" b="1" spc="-5" dirty="0">
                <a:latin typeface="Times New Roman"/>
                <a:cs typeface="Times New Roman"/>
              </a:rPr>
              <a:t> RR</a:t>
            </a:r>
            <a:r>
              <a:rPr sz="1200" b="1" dirty="0">
                <a:latin typeface="Times New Roman"/>
                <a:cs typeface="Times New Roman"/>
              </a:rPr>
              <a:t>, </a:t>
            </a:r>
            <a:r>
              <a:rPr sz="1200" b="1" spc="-5" dirty="0">
                <a:latin typeface="Times New Roman"/>
                <a:cs typeface="Times New Roman"/>
              </a:rPr>
              <a:t>Asst.Professor </a:t>
            </a:r>
            <a:r>
              <a:rPr sz="1200" b="1" dirty="0">
                <a:latin typeface="Times New Roman"/>
                <a:cs typeface="Times New Roman"/>
              </a:rPr>
              <a:t>, </a:t>
            </a:r>
            <a:r>
              <a:rPr sz="1200" b="1" spc="-5" dirty="0">
                <a:latin typeface="Times New Roman"/>
                <a:cs typeface="Times New Roman"/>
              </a:rPr>
              <a:t>Department</a:t>
            </a:r>
            <a:r>
              <a:rPr sz="1200" b="1" dirty="0">
                <a:latin typeface="Times New Roman"/>
                <a:cs typeface="Times New Roman"/>
              </a:rPr>
              <a:t> of </a:t>
            </a:r>
            <a:r>
              <a:rPr sz="1200" b="1" spc="-285" dirty="0">
                <a:latin typeface="Times New Roman"/>
                <a:cs typeface="Times New Roman"/>
              </a:rPr>
              <a:t> </a:t>
            </a:r>
            <a:r>
              <a:rPr sz="1200" b="1" spc="-5" dirty="0">
                <a:latin typeface="Times New Roman"/>
                <a:cs typeface="Times New Roman"/>
              </a:rPr>
              <a:t>Computer Applications </a:t>
            </a:r>
            <a:r>
              <a:rPr sz="1200" b="1" dirty="0">
                <a:latin typeface="Times New Roman"/>
                <a:cs typeface="Times New Roman"/>
              </a:rPr>
              <a:t>, </a:t>
            </a:r>
            <a:r>
              <a:rPr sz="1200" b="1" spc="-5" dirty="0">
                <a:latin typeface="Times New Roman"/>
                <a:cs typeface="Times New Roman"/>
              </a:rPr>
              <a:t>in partial </a:t>
            </a:r>
            <a:r>
              <a:rPr sz="1200" b="1" dirty="0">
                <a:latin typeface="Times New Roman"/>
                <a:cs typeface="Times New Roman"/>
              </a:rPr>
              <a:t>fulfillment of </a:t>
            </a:r>
            <a:r>
              <a:rPr sz="1200" b="1" spc="-5" dirty="0">
                <a:latin typeface="Times New Roman"/>
                <a:cs typeface="Times New Roman"/>
              </a:rPr>
              <a:t>the requirement </a:t>
            </a:r>
            <a:r>
              <a:rPr sz="1200" b="1" dirty="0">
                <a:latin typeface="Times New Roman"/>
                <a:cs typeface="Times New Roman"/>
              </a:rPr>
              <a:t>of </a:t>
            </a:r>
            <a:r>
              <a:rPr sz="1200" b="1" spc="-5" dirty="0">
                <a:latin typeface="Times New Roman"/>
                <a:cs typeface="Times New Roman"/>
              </a:rPr>
              <a:t>Bachelor </a:t>
            </a:r>
            <a:r>
              <a:rPr sz="1200" b="1" dirty="0">
                <a:latin typeface="Times New Roman"/>
                <a:cs typeface="Times New Roman"/>
              </a:rPr>
              <a:t>of </a:t>
            </a:r>
            <a:r>
              <a:rPr sz="1200" b="1" spc="-5" dirty="0">
                <a:latin typeface="Times New Roman"/>
                <a:cs typeface="Times New Roman"/>
              </a:rPr>
              <a:t>computer </a:t>
            </a:r>
            <a:r>
              <a:rPr sz="1200" b="1" dirty="0">
                <a:latin typeface="Times New Roman"/>
                <a:cs typeface="Times New Roman"/>
              </a:rPr>
              <a:t> Applications</a:t>
            </a:r>
            <a:r>
              <a:rPr sz="1200" b="1" spc="-30" dirty="0">
                <a:latin typeface="Times New Roman"/>
                <a:cs typeface="Times New Roman"/>
              </a:rPr>
              <a:t> </a:t>
            </a:r>
            <a:r>
              <a:rPr sz="1200" b="1" spc="-5" dirty="0">
                <a:latin typeface="Times New Roman"/>
                <a:cs typeface="Times New Roman"/>
              </a:rPr>
              <a:t>of Mahatma</a:t>
            </a:r>
            <a:r>
              <a:rPr sz="1200" b="1" spc="-15" dirty="0">
                <a:latin typeface="Times New Roman"/>
                <a:cs typeface="Times New Roman"/>
              </a:rPr>
              <a:t> </a:t>
            </a:r>
            <a:r>
              <a:rPr sz="1200" b="1" spc="-5" dirty="0">
                <a:latin typeface="Times New Roman"/>
                <a:cs typeface="Times New Roman"/>
              </a:rPr>
              <a:t>Gandhi</a:t>
            </a:r>
            <a:r>
              <a:rPr sz="1200" b="1" spc="-30" dirty="0">
                <a:latin typeface="Times New Roman"/>
                <a:cs typeface="Times New Roman"/>
              </a:rPr>
              <a:t> </a:t>
            </a:r>
            <a:r>
              <a:rPr sz="1200" b="1" spc="-5" dirty="0">
                <a:latin typeface="Times New Roman"/>
                <a:cs typeface="Times New Roman"/>
              </a:rPr>
              <a:t>University.</a:t>
            </a:r>
            <a:endParaRPr sz="1200" dirty="0">
              <a:latin typeface="Times New Roman"/>
              <a:cs typeface="Times New Roman"/>
            </a:endParaRPr>
          </a:p>
        </p:txBody>
      </p:sp>
      <p:sp>
        <p:nvSpPr>
          <p:cNvPr id="8" name="object 8"/>
          <p:cNvSpPr txBox="1"/>
          <p:nvPr/>
        </p:nvSpPr>
        <p:spPr>
          <a:xfrm>
            <a:off x="4981194" y="6897751"/>
            <a:ext cx="174752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SEETHAL V.S</a:t>
            </a:r>
            <a:endParaRPr sz="12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395" y="1305305"/>
            <a:ext cx="5986145" cy="4918075"/>
          </a:xfrm>
          <a:prstGeom prst="rect">
            <a:avLst/>
          </a:prstGeom>
        </p:spPr>
        <p:txBody>
          <a:bodyPr vert="horz" wrap="square" lIns="0" tIns="12065" rIns="0" bIns="0" rtlCol="0">
            <a:spAutoFit/>
          </a:bodyPr>
          <a:lstStyle/>
          <a:p>
            <a:pPr marR="3175" algn="ctr">
              <a:lnSpc>
                <a:spcPct val="100000"/>
              </a:lnSpc>
              <a:spcBef>
                <a:spcPts val="95"/>
              </a:spcBef>
            </a:pPr>
            <a:r>
              <a:rPr sz="1600" b="1" spc="-5" dirty="0">
                <a:latin typeface="Times New Roman"/>
                <a:cs typeface="Times New Roman"/>
              </a:rPr>
              <a:t>ACKNOWLEDGEMENT</a:t>
            </a:r>
            <a:endParaRPr sz="1600" dirty="0">
              <a:latin typeface="Times New Roman"/>
              <a:cs typeface="Times New Roman"/>
            </a:endParaRPr>
          </a:p>
          <a:p>
            <a:pPr>
              <a:lnSpc>
                <a:spcPct val="100000"/>
              </a:lnSpc>
              <a:spcBef>
                <a:spcPts val="25"/>
              </a:spcBef>
            </a:pPr>
            <a:endParaRPr sz="1350" dirty="0">
              <a:latin typeface="Times New Roman"/>
              <a:cs typeface="Times New Roman"/>
            </a:endParaRPr>
          </a:p>
          <a:p>
            <a:pPr marL="12700" marR="16510" indent="457200" algn="just">
              <a:lnSpc>
                <a:spcPct val="143800"/>
              </a:lnSpc>
              <a:spcBef>
                <a:spcPts val="5"/>
              </a:spcBef>
            </a:pPr>
            <a:r>
              <a:rPr sz="1200" spc="-10" dirty="0">
                <a:latin typeface="Times New Roman"/>
                <a:cs typeface="Times New Roman"/>
              </a:rPr>
              <a:t>It gives </a:t>
            </a:r>
            <a:r>
              <a:rPr sz="1200" spc="-5" dirty="0">
                <a:latin typeface="Times New Roman"/>
                <a:cs typeface="Times New Roman"/>
              </a:rPr>
              <a:t>me </a:t>
            </a:r>
            <a:r>
              <a:rPr sz="1200" spc="-10" dirty="0">
                <a:latin typeface="Times New Roman"/>
                <a:cs typeface="Times New Roman"/>
              </a:rPr>
              <a:t>immense </a:t>
            </a:r>
            <a:r>
              <a:rPr sz="1200" spc="-5" dirty="0">
                <a:latin typeface="Times New Roman"/>
                <a:cs typeface="Times New Roman"/>
              </a:rPr>
              <a:t>pleasure </a:t>
            </a:r>
            <a:r>
              <a:rPr sz="1200" spc="5" dirty="0">
                <a:latin typeface="Times New Roman"/>
                <a:cs typeface="Times New Roman"/>
              </a:rPr>
              <a:t>to </a:t>
            </a:r>
            <a:r>
              <a:rPr sz="1200" spc="-15" dirty="0">
                <a:latin typeface="Times New Roman"/>
                <a:cs typeface="Times New Roman"/>
              </a:rPr>
              <a:t>express </a:t>
            </a:r>
            <a:r>
              <a:rPr sz="1200" spc="-5" dirty="0">
                <a:latin typeface="Times New Roman"/>
                <a:cs typeface="Times New Roman"/>
              </a:rPr>
              <a:t>sincere thanks </a:t>
            </a:r>
            <a:r>
              <a:rPr sz="1200" dirty="0">
                <a:latin typeface="Times New Roman"/>
                <a:cs typeface="Times New Roman"/>
              </a:rPr>
              <a:t>to </a:t>
            </a:r>
            <a:r>
              <a:rPr sz="1200" spc="-10" dirty="0">
                <a:latin typeface="Times New Roman"/>
                <a:cs typeface="Times New Roman"/>
              </a:rPr>
              <a:t>all </a:t>
            </a:r>
            <a:r>
              <a:rPr sz="1200" dirty="0">
                <a:latin typeface="Times New Roman"/>
                <a:cs typeface="Times New Roman"/>
              </a:rPr>
              <a:t>those </a:t>
            </a:r>
            <a:r>
              <a:rPr sz="1200" spc="-15" dirty="0">
                <a:latin typeface="Times New Roman"/>
                <a:cs typeface="Times New Roman"/>
              </a:rPr>
              <a:t>who </a:t>
            </a:r>
            <a:r>
              <a:rPr sz="1200" spc="-10" dirty="0">
                <a:latin typeface="Times New Roman"/>
                <a:cs typeface="Times New Roman"/>
              </a:rPr>
              <a:t>helped </a:t>
            </a:r>
            <a:r>
              <a:rPr sz="1200" spc="-5" dirty="0">
                <a:latin typeface="Times New Roman"/>
                <a:cs typeface="Times New Roman"/>
              </a:rPr>
              <a:t>me in </a:t>
            </a:r>
            <a:r>
              <a:rPr sz="1200" dirty="0">
                <a:latin typeface="Times New Roman"/>
                <a:cs typeface="Times New Roman"/>
              </a:rPr>
              <a:t>the </a:t>
            </a:r>
            <a:r>
              <a:rPr sz="1200" spc="5" dirty="0">
                <a:latin typeface="Times New Roman"/>
                <a:cs typeface="Times New Roman"/>
              </a:rPr>
              <a:t> </a:t>
            </a:r>
            <a:r>
              <a:rPr sz="1200" spc="-5" dirty="0">
                <a:latin typeface="Times New Roman"/>
                <a:cs typeface="Times New Roman"/>
              </a:rPr>
              <a:t>successful completion </a:t>
            </a:r>
            <a:r>
              <a:rPr sz="1200" spc="5" dirty="0">
                <a:latin typeface="Times New Roman"/>
                <a:cs typeface="Times New Roman"/>
              </a:rPr>
              <a:t>of </a:t>
            </a:r>
            <a:r>
              <a:rPr sz="1200" spc="-10" dirty="0">
                <a:latin typeface="Times New Roman"/>
                <a:cs typeface="Times New Roman"/>
              </a:rPr>
              <a:t>this </a:t>
            </a:r>
            <a:r>
              <a:rPr sz="1200" spc="-5" dirty="0">
                <a:latin typeface="Times New Roman"/>
                <a:cs typeface="Times New Roman"/>
              </a:rPr>
              <a:t>project </a:t>
            </a:r>
            <a:r>
              <a:rPr sz="1200" spc="-15" dirty="0">
                <a:latin typeface="Times New Roman"/>
                <a:cs typeface="Times New Roman"/>
              </a:rPr>
              <a:t>work. </a:t>
            </a:r>
            <a:r>
              <a:rPr sz="1200" spc="-25" dirty="0">
                <a:latin typeface="Times New Roman"/>
                <a:cs typeface="Times New Roman"/>
              </a:rPr>
              <a:t>First </a:t>
            </a:r>
            <a:r>
              <a:rPr sz="1200" spc="5" dirty="0">
                <a:latin typeface="Times New Roman"/>
                <a:cs typeface="Times New Roman"/>
              </a:rPr>
              <a:t>of </a:t>
            </a:r>
            <a:r>
              <a:rPr sz="1200" spc="-5" dirty="0">
                <a:latin typeface="Times New Roman"/>
                <a:cs typeface="Times New Roman"/>
              </a:rPr>
              <a:t>all </a:t>
            </a:r>
            <a:r>
              <a:rPr sz="1200" dirty="0">
                <a:latin typeface="Times New Roman"/>
                <a:cs typeface="Times New Roman"/>
              </a:rPr>
              <a:t>I </a:t>
            </a:r>
            <a:r>
              <a:rPr sz="1200" spc="-10" dirty="0">
                <a:latin typeface="Times New Roman"/>
                <a:cs typeface="Times New Roman"/>
              </a:rPr>
              <a:t>would like </a:t>
            </a:r>
            <a:r>
              <a:rPr sz="1200" dirty="0">
                <a:latin typeface="Times New Roman"/>
                <a:cs typeface="Times New Roman"/>
              </a:rPr>
              <a:t>to thank the </a:t>
            </a:r>
            <a:r>
              <a:rPr sz="1200" spc="-10" dirty="0">
                <a:latin typeface="Times New Roman"/>
                <a:cs typeface="Times New Roman"/>
              </a:rPr>
              <a:t>Lord </a:t>
            </a:r>
            <a:r>
              <a:rPr sz="1200" spc="-15" dirty="0">
                <a:latin typeface="Times New Roman"/>
                <a:cs typeface="Times New Roman"/>
              </a:rPr>
              <a:t>who </a:t>
            </a:r>
            <a:r>
              <a:rPr sz="1200" spc="-20" dirty="0">
                <a:latin typeface="Times New Roman"/>
                <a:cs typeface="Times New Roman"/>
              </a:rPr>
              <a:t>gave </a:t>
            </a:r>
            <a:r>
              <a:rPr sz="1200" spc="-25" dirty="0">
                <a:latin typeface="Times New Roman"/>
                <a:cs typeface="Times New Roman"/>
              </a:rPr>
              <a:t>me </a:t>
            </a:r>
            <a:r>
              <a:rPr sz="1200" spc="-285" dirty="0">
                <a:latin typeface="Times New Roman"/>
                <a:cs typeface="Times New Roman"/>
              </a:rPr>
              <a:t> </a:t>
            </a:r>
            <a:r>
              <a:rPr sz="1200" spc="-5" dirty="0">
                <a:latin typeface="Times New Roman"/>
                <a:cs typeface="Times New Roman"/>
              </a:rPr>
              <a:t>wisdom</a:t>
            </a:r>
            <a:r>
              <a:rPr sz="1200" spc="-7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enabled</a:t>
            </a:r>
            <a:r>
              <a:rPr sz="1200" spc="20" dirty="0">
                <a:latin typeface="Times New Roman"/>
                <a:cs typeface="Times New Roman"/>
              </a:rPr>
              <a:t> </a:t>
            </a:r>
            <a:r>
              <a:rPr sz="1200" spc="-5" dirty="0">
                <a:latin typeface="Times New Roman"/>
                <a:cs typeface="Times New Roman"/>
              </a:rPr>
              <a:t>me </a:t>
            </a:r>
            <a:r>
              <a:rPr sz="1200" dirty="0">
                <a:latin typeface="Times New Roman"/>
                <a:cs typeface="Times New Roman"/>
              </a:rPr>
              <a:t>to</a:t>
            </a:r>
            <a:r>
              <a:rPr sz="1200" spc="15" dirty="0">
                <a:latin typeface="Times New Roman"/>
                <a:cs typeface="Times New Roman"/>
              </a:rPr>
              <a:t> </a:t>
            </a:r>
            <a:r>
              <a:rPr sz="1200" spc="-5" dirty="0">
                <a:latin typeface="Times New Roman"/>
                <a:cs typeface="Times New Roman"/>
              </a:rPr>
              <a:t>complete</a:t>
            </a:r>
            <a:r>
              <a:rPr sz="1200" spc="-35" dirty="0">
                <a:latin typeface="Times New Roman"/>
                <a:cs typeface="Times New Roman"/>
              </a:rPr>
              <a:t> </a:t>
            </a:r>
            <a:r>
              <a:rPr sz="1200" spc="-10" dirty="0">
                <a:latin typeface="Times New Roman"/>
                <a:cs typeface="Times New Roman"/>
              </a:rPr>
              <a:t>this</a:t>
            </a:r>
            <a:r>
              <a:rPr sz="1200" dirty="0">
                <a:latin typeface="Times New Roman"/>
                <a:cs typeface="Times New Roman"/>
              </a:rPr>
              <a:t> </a:t>
            </a:r>
            <a:r>
              <a:rPr sz="1200" spc="-5" dirty="0">
                <a:latin typeface="Times New Roman"/>
                <a:cs typeface="Times New Roman"/>
              </a:rPr>
              <a:t>Project</a:t>
            </a:r>
            <a:r>
              <a:rPr sz="1200" spc="15" dirty="0">
                <a:latin typeface="Times New Roman"/>
                <a:cs typeface="Times New Roman"/>
              </a:rPr>
              <a:t> </a:t>
            </a:r>
            <a:r>
              <a:rPr sz="1200" spc="-20" dirty="0">
                <a:latin typeface="Times New Roman"/>
                <a:cs typeface="Times New Roman"/>
              </a:rPr>
              <a:t>successfully.</a:t>
            </a:r>
            <a:endParaRPr sz="1200" dirty="0">
              <a:latin typeface="Times New Roman"/>
              <a:cs typeface="Times New Roman"/>
            </a:endParaRPr>
          </a:p>
          <a:p>
            <a:pPr>
              <a:lnSpc>
                <a:spcPct val="100000"/>
              </a:lnSpc>
              <a:spcBef>
                <a:spcPts val="30"/>
              </a:spcBef>
            </a:pPr>
            <a:endParaRPr sz="1350" dirty="0">
              <a:latin typeface="Times New Roman"/>
              <a:cs typeface="Times New Roman"/>
            </a:endParaRPr>
          </a:p>
          <a:p>
            <a:pPr marL="469900">
              <a:lnSpc>
                <a:spcPct val="100000"/>
              </a:lnSpc>
            </a:pPr>
            <a:r>
              <a:rPr sz="1200" dirty="0">
                <a:latin typeface="Times New Roman"/>
                <a:cs typeface="Times New Roman"/>
              </a:rPr>
              <a:t>I</a:t>
            </a:r>
            <a:r>
              <a:rPr sz="1200" spc="160" dirty="0">
                <a:latin typeface="Times New Roman"/>
                <a:cs typeface="Times New Roman"/>
              </a:rPr>
              <a:t> </a:t>
            </a:r>
            <a:r>
              <a:rPr sz="1200" dirty="0">
                <a:latin typeface="Times New Roman"/>
                <a:cs typeface="Times New Roman"/>
              </a:rPr>
              <a:t>express</a:t>
            </a:r>
            <a:r>
              <a:rPr sz="1200" spc="175" dirty="0">
                <a:latin typeface="Times New Roman"/>
                <a:cs typeface="Times New Roman"/>
              </a:rPr>
              <a:t> </a:t>
            </a:r>
            <a:r>
              <a:rPr sz="1200" spc="5" dirty="0">
                <a:latin typeface="Times New Roman"/>
                <a:cs typeface="Times New Roman"/>
              </a:rPr>
              <a:t>my</a:t>
            </a:r>
            <a:r>
              <a:rPr sz="1200" spc="145" dirty="0">
                <a:latin typeface="Times New Roman"/>
                <a:cs typeface="Times New Roman"/>
              </a:rPr>
              <a:t> </a:t>
            </a:r>
            <a:r>
              <a:rPr sz="1200" dirty="0">
                <a:latin typeface="Times New Roman"/>
                <a:cs typeface="Times New Roman"/>
              </a:rPr>
              <a:t>sincere</a:t>
            </a:r>
            <a:r>
              <a:rPr sz="1200" spc="180" dirty="0">
                <a:latin typeface="Times New Roman"/>
                <a:cs typeface="Times New Roman"/>
              </a:rPr>
              <a:t> </a:t>
            </a:r>
            <a:r>
              <a:rPr sz="1200" spc="-5" dirty="0">
                <a:latin typeface="Times New Roman"/>
                <a:cs typeface="Times New Roman"/>
              </a:rPr>
              <a:t>and</a:t>
            </a:r>
            <a:r>
              <a:rPr sz="1200" spc="175" dirty="0">
                <a:latin typeface="Times New Roman"/>
                <a:cs typeface="Times New Roman"/>
              </a:rPr>
              <a:t> </a:t>
            </a:r>
            <a:r>
              <a:rPr sz="1200" spc="-5" dirty="0">
                <a:latin typeface="Times New Roman"/>
                <a:cs typeface="Times New Roman"/>
              </a:rPr>
              <a:t>heartfelt</a:t>
            </a:r>
            <a:r>
              <a:rPr sz="1200" spc="190" dirty="0">
                <a:latin typeface="Times New Roman"/>
                <a:cs typeface="Times New Roman"/>
              </a:rPr>
              <a:t> </a:t>
            </a:r>
            <a:r>
              <a:rPr sz="1200" dirty="0">
                <a:latin typeface="Times New Roman"/>
                <a:cs typeface="Times New Roman"/>
              </a:rPr>
              <a:t>thanks</a:t>
            </a:r>
            <a:r>
              <a:rPr sz="1200" spc="180" dirty="0">
                <a:latin typeface="Times New Roman"/>
                <a:cs typeface="Times New Roman"/>
              </a:rPr>
              <a:t> </a:t>
            </a:r>
            <a:r>
              <a:rPr sz="1200" dirty="0">
                <a:latin typeface="Times New Roman"/>
                <a:cs typeface="Times New Roman"/>
              </a:rPr>
              <a:t>to</a:t>
            </a:r>
            <a:r>
              <a:rPr sz="1200" spc="170" dirty="0">
                <a:latin typeface="Times New Roman"/>
                <a:cs typeface="Times New Roman"/>
              </a:rPr>
              <a:t> </a:t>
            </a:r>
            <a:r>
              <a:rPr sz="1200" dirty="0">
                <a:latin typeface="Times New Roman"/>
                <a:cs typeface="Times New Roman"/>
              </a:rPr>
              <a:t>our</a:t>
            </a:r>
            <a:r>
              <a:rPr sz="1200" spc="190" dirty="0">
                <a:latin typeface="Times New Roman"/>
                <a:cs typeface="Times New Roman"/>
              </a:rPr>
              <a:t> </a:t>
            </a:r>
            <a:r>
              <a:rPr sz="1200" spc="-5" dirty="0">
                <a:latin typeface="Times New Roman"/>
                <a:cs typeface="Times New Roman"/>
              </a:rPr>
              <a:t>beloved</a:t>
            </a:r>
            <a:r>
              <a:rPr sz="1200" spc="375" dirty="0">
                <a:latin typeface="Times New Roman"/>
                <a:cs typeface="Times New Roman"/>
              </a:rPr>
              <a:t> </a:t>
            </a:r>
            <a:r>
              <a:rPr sz="1200" spc="-5" dirty="0">
                <a:latin typeface="Times New Roman"/>
                <a:cs typeface="Times New Roman"/>
              </a:rPr>
              <a:t>Principal</a:t>
            </a:r>
            <a:r>
              <a:rPr sz="1200" spc="185" dirty="0">
                <a:latin typeface="Times New Roman"/>
                <a:cs typeface="Times New Roman"/>
              </a:rPr>
              <a:t> </a:t>
            </a:r>
            <a:r>
              <a:rPr sz="1200" dirty="0">
                <a:latin typeface="Times New Roman"/>
                <a:cs typeface="Times New Roman"/>
              </a:rPr>
              <a:t>for</a:t>
            </a:r>
            <a:r>
              <a:rPr sz="1200" spc="175" dirty="0">
                <a:latin typeface="Times New Roman"/>
                <a:cs typeface="Times New Roman"/>
              </a:rPr>
              <a:t> </a:t>
            </a:r>
            <a:r>
              <a:rPr sz="1200" dirty="0">
                <a:latin typeface="Times New Roman"/>
                <a:cs typeface="Times New Roman"/>
              </a:rPr>
              <a:t>providing</a:t>
            </a:r>
          </a:p>
          <a:p>
            <a:pPr marL="12700" algn="just">
              <a:lnSpc>
                <a:spcPct val="100000"/>
              </a:lnSpc>
              <a:spcBef>
                <a:spcPts val="565"/>
              </a:spcBef>
            </a:pPr>
            <a:r>
              <a:rPr sz="1200" spc="-5" dirty="0">
                <a:latin typeface="Times New Roman"/>
                <a:cs typeface="Times New Roman"/>
              </a:rPr>
              <a:t>necessary</a:t>
            </a:r>
            <a:r>
              <a:rPr sz="1200" spc="10" dirty="0">
                <a:latin typeface="Times New Roman"/>
                <a:cs typeface="Times New Roman"/>
              </a:rPr>
              <a:t> </a:t>
            </a:r>
            <a:r>
              <a:rPr sz="1200" spc="-5" dirty="0">
                <a:latin typeface="Times New Roman"/>
                <a:cs typeface="Times New Roman"/>
              </a:rPr>
              <a:t>facilities</a:t>
            </a:r>
            <a:r>
              <a:rPr sz="1200" spc="15" dirty="0">
                <a:latin typeface="Times New Roman"/>
                <a:cs typeface="Times New Roman"/>
              </a:rPr>
              <a:t> </a:t>
            </a:r>
            <a:r>
              <a:rPr sz="1200" dirty="0">
                <a:latin typeface="Times New Roman"/>
                <a:cs typeface="Times New Roman"/>
              </a:rPr>
              <a:t>for  the</a:t>
            </a:r>
            <a:r>
              <a:rPr sz="1200" spc="10" dirty="0">
                <a:latin typeface="Times New Roman"/>
                <a:cs typeface="Times New Roman"/>
              </a:rPr>
              <a:t> </a:t>
            </a:r>
            <a:r>
              <a:rPr sz="1200" spc="-5" dirty="0">
                <a:latin typeface="Times New Roman"/>
                <a:cs typeface="Times New Roman"/>
              </a:rPr>
              <a:t>completion</a:t>
            </a:r>
            <a:r>
              <a:rPr sz="1200" spc="2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my</a:t>
            </a:r>
            <a:r>
              <a:rPr sz="1200" spc="5" dirty="0">
                <a:latin typeface="Times New Roman"/>
                <a:cs typeface="Times New Roman"/>
              </a:rPr>
              <a:t> </a:t>
            </a:r>
            <a:r>
              <a:rPr sz="1200" spc="-5" dirty="0">
                <a:latin typeface="Times New Roman"/>
                <a:cs typeface="Times New Roman"/>
              </a:rPr>
              <a:t>Project</a:t>
            </a:r>
            <a:r>
              <a:rPr sz="1200" spc="20" dirty="0">
                <a:latin typeface="Times New Roman"/>
                <a:cs typeface="Times New Roman"/>
              </a:rPr>
              <a:t> </a:t>
            </a:r>
            <a:r>
              <a:rPr sz="1200" spc="-5" dirty="0">
                <a:latin typeface="Times New Roman"/>
                <a:cs typeface="Times New Roman"/>
              </a:rPr>
              <a:t>successfully.</a:t>
            </a:r>
            <a:endParaRPr sz="1200" dirty="0">
              <a:latin typeface="Times New Roman"/>
              <a:cs typeface="Times New Roman"/>
            </a:endParaRPr>
          </a:p>
          <a:p>
            <a:pPr marL="12700" marR="324485" indent="457200" algn="just">
              <a:lnSpc>
                <a:spcPct val="138800"/>
              </a:lnSpc>
              <a:spcBef>
                <a:spcPts val="1000"/>
              </a:spcBef>
            </a:pPr>
            <a:r>
              <a:rPr sz="1200" dirty="0">
                <a:latin typeface="Times New Roman"/>
                <a:cs typeface="Times New Roman"/>
              </a:rPr>
              <a:t>I express </a:t>
            </a:r>
            <a:r>
              <a:rPr sz="1200" spc="5" dirty="0">
                <a:latin typeface="Times New Roman"/>
                <a:cs typeface="Times New Roman"/>
              </a:rPr>
              <a:t>my </a:t>
            </a:r>
            <a:r>
              <a:rPr sz="1200" dirty="0">
                <a:latin typeface="Times New Roman"/>
                <a:cs typeface="Times New Roman"/>
              </a:rPr>
              <a:t>sincere gratitude to the Head of Department of Computer</a:t>
            </a:r>
            <a:r>
              <a:rPr sz="1200" spc="5" dirty="0">
                <a:latin typeface="Times New Roman"/>
                <a:cs typeface="Times New Roman"/>
              </a:rPr>
              <a:t> </a:t>
            </a:r>
            <a:r>
              <a:rPr sz="1200" spc="-5" dirty="0">
                <a:latin typeface="Times New Roman"/>
                <a:cs typeface="Times New Roman"/>
              </a:rPr>
              <a:t>Science </a:t>
            </a:r>
            <a:r>
              <a:rPr sz="1200" dirty="0">
                <a:latin typeface="Times New Roman"/>
                <a:cs typeface="Times New Roman"/>
              </a:rPr>
              <a:t>, </a:t>
            </a:r>
            <a:r>
              <a:rPr sz="1200" spc="-15" dirty="0">
                <a:latin typeface="Times New Roman"/>
                <a:cs typeface="Times New Roman"/>
              </a:rPr>
              <a:t>for </a:t>
            </a:r>
            <a:r>
              <a:rPr sz="1200" spc="-285" dirty="0">
                <a:latin typeface="Times New Roman"/>
                <a:cs typeface="Times New Roman"/>
              </a:rPr>
              <a:t> </a:t>
            </a:r>
            <a:r>
              <a:rPr sz="1200" spc="-10" dirty="0">
                <a:latin typeface="Times New Roman"/>
                <a:cs typeface="Times New Roman"/>
              </a:rPr>
              <a:t>their </a:t>
            </a:r>
            <a:r>
              <a:rPr sz="1200" spc="-5" dirty="0">
                <a:latin typeface="Times New Roman"/>
                <a:cs typeface="Times New Roman"/>
              </a:rPr>
              <a:t>guidance </a:t>
            </a:r>
            <a:r>
              <a:rPr sz="1200" dirty="0">
                <a:latin typeface="Times New Roman"/>
                <a:cs typeface="Times New Roman"/>
              </a:rPr>
              <a:t>, </a:t>
            </a:r>
            <a:r>
              <a:rPr sz="1200" spc="-10" dirty="0">
                <a:latin typeface="Times New Roman"/>
                <a:cs typeface="Times New Roman"/>
              </a:rPr>
              <a:t>valuable suggestions, </a:t>
            </a:r>
            <a:r>
              <a:rPr sz="1200" spc="-15" dirty="0">
                <a:latin typeface="Times New Roman"/>
                <a:cs typeface="Times New Roman"/>
              </a:rPr>
              <a:t>and </a:t>
            </a:r>
            <a:r>
              <a:rPr sz="1200" spc="-5" dirty="0">
                <a:latin typeface="Times New Roman"/>
                <a:cs typeface="Times New Roman"/>
              </a:rPr>
              <a:t>support </a:t>
            </a:r>
            <a:r>
              <a:rPr sz="1200" dirty="0">
                <a:latin typeface="Times New Roman"/>
                <a:cs typeface="Times New Roman"/>
              </a:rPr>
              <a:t>to </a:t>
            </a:r>
            <a:r>
              <a:rPr sz="1200" spc="-10" dirty="0">
                <a:latin typeface="Times New Roman"/>
                <a:cs typeface="Times New Roman"/>
              </a:rPr>
              <a:t>complete </a:t>
            </a:r>
            <a:r>
              <a:rPr sz="1200" dirty="0">
                <a:latin typeface="Times New Roman"/>
                <a:cs typeface="Times New Roman"/>
              </a:rPr>
              <a:t>the</a:t>
            </a:r>
            <a:r>
              <a:rPr sz="1200" spc="300" dirty="0">
                <a:latin typeface="Times New Roman"/>
                <a:cs typeface="Times New Roman"/>
              </a:rPr>
              <a:t> </a:t>
            </a:r>
            <a:r>
              <a:rPr sz="1200" spc="-10" dirty="0">
                <a:latin typeface="Times New Roman"/>
                <a:cs typeface="Times New Roman"/>
              </a:rPr>
              <a:t>project </a:t>
            </a:r>
            <a:r>
              <a:rPr sz="1200" spc="-5" dirty="0">
                <a:latin typeface="Times New Roman"/>
                <a:cs typeface="Times New Roman"/>
              </a:rPr>
              <a:t>in </a:t>
            </a:r>
            <a:r>
              <a:rPr sz="1200" dirty="0">
                <a:latin typeface="Times New Roman"/>
                <a:cs typeface="Times New Roman"/>
              </a:rPr>
              <a:t>a</a:t>
            </a:r>
            <a:r>
              <a:rPr sz="1200" spc="300" dirty="0">
                <a:latin typeface="Times New Roman"/>
                <a:cs typeface="Times New Roman"/>
              </a:rPr>
              <a:t> </a:t>
            </a:r>
            <a:r>
              <a:rPr sz="1200" spc="-20" dirty="0">
                <a:latin typeface="Times New Roman"/>
                <a:cs typeface="Times New Roman"/>
              </a:rPr>
              <a:t>systematic </a:t>
            </a:r>
            <a:r>
              <a:rPr sz="1200" spc="-15" dirty="0">
                <a:latin typeface="Times New Roman"/>
                <a:cs typeface="Times New Roman"/>
              </a:rPr>
              <a:t> </a:t>
            </a:r>
            <a:r>
              <a:rPr sz="1200" spc="-25" dirty="0">
                <a:latin typeface="Times New Roman"/>
                <a:cs typeface="Times New Roman"/>
              </a:rPr>
              <a:t>way.</a:t>
            </a:r>
            <a:endParaRPr sz="1200" dirty="0">
              <a:latin typeface="Times New Roman"/>
              <a:cs typeface="Times New Roman"/>
            </a:endParaRPr>
          </a:p>
          <a:p>
            <a:pPr marL="12700" marR="13970" algn="just">
              <a:lnSpc>
                <a:spcPct val="144200"/>
              </a:lnSpc>
              <a:spcBef>
                <a:spcPts val="985"/>
              </a:spcBef>
            </a:pPr>
            <a:r>
              <a:rPr sz="1200" dirty="0">
                <a:latin typeface="Times New Roman"/>
                <a:cs typeface="Times New Roman"/>
              </a:rPr>
              <a:t>I </a:t>
            </a:r>
            <a:r>
              <a:rPr sz="1200" spc="-5" dirty="0">
                <a:latin typeface="Times New Roman"/>
                <a:cs typeface="Times New Roman"/>
              </a:rPr>
              <a:t>express my heartiest thanks and deep indebtedness </a:t>
            </a:r>
            <a:r>
              <a:rPr sz="1200" spc="5" dirty="0">
                <a:latin typeface="Times New Roman"/>
                <a:cs typeface="Times New Roman"/>
              </a:rPr>
              <a:t>to    </a:t>
            </a:r>
            <a:r>
              <a:rPr sz="1200" spc="310" dirty="0">
                <a:latin typeface="Times New Roman"/>
                <a:cs typeface="Times New Roman"/>
              </a:rPr>
              <a:t> </a:t>
            </a:r>
            <a:r>
              <a:rPr sz="1200" spc="5" dirty="0">
                <a:solidFill>
                  <a:srgbClr val="FF0000"/>
                </a:solidFill>
                <a:latin typeface="Times New Roman"/>
                <a:cs typeface="Times New Roman"/>
              </a:rPr>
              <a:t>M </a:t>
            </a:r>
            <a:r>
              <a:rPr sz="1200" spc="-5" dirty="0">
                <a:solidFill>
                  <a:srgbClr val="FF0000"/>
                </a:solidFill>
                <a:latin typeface="Times New Roman"/>
                <a:cs typeface="Times New Roman"/>
              </a:rPr>
              <a:t>s </a:t>
            </a:r>
            <a:r>
              <a:rPr sz="1200" dirty="0">
                <a:solidFill>
                  <a:srgbClr val="FF0000"/>
                </a:solidFill>
                <a:latin typeface="Times New Roman"/>
                <a:cs typeface="Times New Roman"/>
              </a:rPr>
              <a:t>. </a:t>
            </a:r>
            <a:r>
              <a:rPr lang="en-US" sz="1200" dirty="0">
                <a:solidFill>
                  <a:srgbClr val="FF0000"/>
                </a:solidFill>
                <a:latin typeface="Times New Roman"/>
                <a:cs typeface="Times New Roman"/>
              </a:rPr>
              <a:t>A n j a n a RR </a:t>
            </a:r>
            <a:r>
              <a:rPr sz="1200" spc="-5" dirty="0">
                <a:latin typeface="Times New Roman"/>
                <a:cs typeface="Times New Roman"/>
              </a:rPr>
              <a:t>project </a:t>
            </a:r>
            <a:r>
              <a:rPr sz="1200" spc="-10" dirty="0">
                <a:latin typeface="Times New Roman"/>
                <a:cs typeface="Times New Roman"/>
              </a:rPr>
              <a:t>guide </a:t>
            </a:r>
            <a:r>
              <a:rPr sz="1200" spc="-5" dirty="0">
                <a:latin typeface="Times New Roman"/>
                <a:cs typeface="Times New Roman"/>
              </a:rPr>
              <a:t> and</a:t>
            </a:r>
            <a:r>
              <a:rPr sz="1200" dirty="0">
                <a:latin typeface="Times New Roman"/>
                <a:cs typeface="Times New Roman"/>
              </a:rPr>
              <a:t> </a:t>
            </a:r>
            <a:r>
              <a:rPr sz="1200" spc="-10" dirty="0">
                <a:latin typeface="Times New Roman"/>
                <a:cs typeface="Times New Roman"/>
              </a:rPr>
              <a:t>Asst. </a:t>
            </a:r>
            <a:r>
              <a:rPr sz="1200" spc="-15" dirty="0">
                <a:latin typeface="Times New Roman"/>
                <a:cs typeface="Times New Roman"/>
              </a:rPr>
              <a:t>Professor </a:t>
            </a:r>
            <a:r>
              <a:rPr sz="1200" spc="5" dirty="0">
                <a:latin typeface="Times New Roman"/>
                <a:cs typeface="Times New Roman"/>
              </a:rPr>
              <a:t>of </a:t>
            </a:r>
            <a:r>
              <a:rPr sz="1200" spc="-5" dirty="0">
                <a:latin typeface="Times New Roman"/>
                <a:cs typeface="Times New Roman"/>
              </a:rPr>
              <a:t>Department </a:t>
            </a:r>
            <a:r>
              <a:rPr sz="1200" spc="5" dirty="0">
                <a:latin typeface="Times New Roman"/>
                <a:cs typeface="Times New Roman"/>
              </a:rPr>
              <a:t>of </a:t>
            </a:r>
            <a:r>
              <a:rPr sz="1200" spc="-5" dirty="0">
                <a:latin typeface="Times New Roman"/>
                <a:cs typeface="Times New Roman"/>
              </a:rPr>
              <a:t>Computer Applications </a:t>
            </a:r>
            <a:r>
              <a:rPr sz="1200" spc="-15" dirty="0">
                <a:latin typeface="Times New Roman"/>
                <a:cs typeface="Times New Roman"/>
              </a:rPr>
              <a:t>for </a:t>
            </a:r>
            <a:r>
              <a:rPr sz="1200" spc="-10" dirty="0">
                <a:latin typeface="Times New Roman"/>
                <a:cs typeface="Times New Roman"/>
              </a:rPr>
              <a:t>his/her valuable </a:t>
            </a:r>
            <a:r>
              <a:rPr sz="1200" spc="-5" dirty="0">
                <a:latin typeface="Times New Roman"/>
                <a:cs typeface="Times New Roman"/>
              </a:rPr>
              <a:t>guidance </a:t>
            </a:r>
            <a:r>
              <a:rPr sz="1200" dirty="0">
                <a:latin typeface="Times New Roman"/>
                <a:cs typeface="Times New Roman"/>
              </a:rPr>
              <a:t>and </a:t>
            </a:r>
            <a:r>
              <a:rPr sz="1200" spc="5" dirty="0">
                <a:latin typeface="Times New Roman"/>
                <a:cs typeface="Times New Roman"/>
              </a:rPr>
              <a:t> </a:t>
            </a:r>
            <a:r>
              <a:rPr sz="1200" spc="-5" dirty="0">
                <a:latin typeface="Times New Roman"/>
                <a:cs typeface="Times New Roman"/>
              </a:rPr>
              <a:t>encouragement</a:t>
            </a:r>
            <a:r>
              <a:rPr sz="1200" spc="35" dirty="0">
                <a:latin typeface="Times New Roman"/>
                <a:cs typeface="Times New Roman"/>
              </a:rPr>
              <a:t> </a:t>
            </a:r>
            <a:r>
              <a:rPr sz="1200" spc="-5" dirty="0">
                <a:latin typeface="Times New Roman"/>
                <a:cs typeface="Times New Roman"/>
              </a:rPr>
              <a:t>throughout</a:t>
            </a:r>
            <a:r>
              <a:rPr sz="1200" spc="-25" dirty="0">
                <a:latin typeface="Times New Roman"/>
                <a:cs typeface="Times New Roman"/>
              </a:rPr>
              <a:t> </a:t>
            </a:r>
            <a:r>
              <a:rPr sz="1200" dirty="0">
                <a:latin typeface="Times New Roman"/>
                <a:cs typeface="Times New Roman"/>
              </a:rPr>
              <a:t>our</a:t>
            </a:r>
            <a:r>
              <a:rPr sz="1200" spc="5" dirty="0">
                <a:latin typeface="Times New Roman"/>
                <a:cs typeface="Times New Roman"/>
              </a:rPr>
              <a:t> </a:t>
            </a:r>
            <a:r>
              <a:rPr sz="1200" dirty="0">
                <a:latin typeface="Times New Roman"/>
                <a:cs typeface="Times New Roman"/>
              </a:rPr>
              <a:t>course</a:t>
            </a:r>
            <a:r>
              <a:rPr sz="1200" spc="-30" dirty="0">
                <a:latin typeface="Times New Roman"/>
                <a:cs typeface="Times New Roman"/>
              </a:rPr>
              <a:t> </a:t>
            </a:r>
            <a:r>
              <a:rPr sz="1200" spc="-15" dirty="0">
                <a:latin typeface="Times New Roman"/>
                <a:cs typeface="Times New Roman"/>
              </a:rPr>
              <a:t>and</a:t>
            </a:r>
            <a:r>
              <a:rPr sz="1200" spc="10" dirty="0">
                <a:latin typeface="Times New Roman"/>
                <a:cs typeface="Times New Roman"/>
              </a:rPr>
              <a:t> </a:t>
            </a:r>
            <a:r>
              <a:rPr sz="1200" spc="-5" dirty="0">
                <a:latin typeface="Times New Roman"/>
                <a:cs typeface="Times New Roman"/>
              </a:rPr>
              <a:t>at</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time</a:t>
            </a:r>
            <a:r>
              <a:rPr sz="1200" spc="-20" dirty="0">
                <a:latin typeface="Times New Roman"/>
                <a:cs typeface="Times New Roman"/>
              </a:rPr>
              <a:t> </a:t>
            </a:r>
            <a:r>
              <a:rPr sz="1200" spc="5" dirty="0">
                <a:latin typeface="Times New Roman"/>
                <a:cs typeface="Times New Roman"/>
              </a:rPr>
              <a:t>of </a:t>
            </a:r>
            <a:r>
              <a:rPr sz="1200" dirty="0">
                <a:latin typeface="Times New Roman"/>
                <a:cs typeface="Times New Roman"/>
              </a:rPr>
              <a:t>my</a:t>
            </a:r>
            <a:r>
              <a:rPr sz="1200" spc="-40" dirty="0">
                <a:latin typeface="Times New Roman"/>
                <a:cs typeface="Times New Roman"/>
              </a:rPr>
              <a:t> </a:t>
            </a:r>
            <a:r>
              <a:rPr sz="1200" spc="-5" dirty="0">
                <a:latin typeface="Times New Roman"/>
                <a:cs typeface="Times New Roman"/>
              </a:rPr>
              <a:t>project</a:t>
            </a:r>
            <a:r>
              <a:rPr sz="1200" spc="25" dirty="0">
                <a:latin typeface="Times New Roman"/>
                <a:cs typeface="Times New Roman"/>
              </a:rPr>
              <a:t> </a:t>
            </a:r>
            <a:r>
              <a:rPr sz="1200" spc="-5" dirty="0">
                <a:latin typeface="Times New Roman"/>
                <a:cs typeface="Times New Roman"/>
              </a:rPr>
              <a:t>work.</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15"/>
              </a:spcBef>
            </a:pPr>
            <a:endParaRPr sz="1600" dirty="0">
              <a:latin typeface="Times New Roman"/>
              <a:cs typeface="Times New Roman"/>
            </a:endParaRPr>
          </a:p>
          <a:p>
            <a:pPr marL="12700" marR="5080" algn="just">
              <a:lnSpc>
                <a:spcPct val="144200"/>
              </a:lnSpc>
            </a:pPr>
            <a:r>
              <a:rPr sz="1200" spc="-10" dirty="0">
                <a:latin typeface="Times New Roman"/>
                <a:cs typeface="Times New Roman"/>
              </a:rPr>
              <a:t>Last </a:t>
            </a:r>
            <a:r>
              <a:rPr sz="1200" spc="-5" dirty="0">
                <a:latin typeface="Times New Roman"/>
                <a:cs typeface="Times New Roman"/>
              </a:rPr>
              <a:t>but </a:t>
            </a:r>
            <a:r>
              <a:rPr sz="1200" dirty="0">
                <a:latin typeface="Times New Roman"/>
                <a:cs typeface="Times New Roman"/>
              </a:rPr>
              <a:t>not </a:t>
            </a:r>
            <a:r>
              <a:rPr sz="1200" spc="-15" dirty="0">
                <a:latin typeface="Times New Roman"/>
                <a:cs typeface="Times New Roman"/>
              </a:rPr>
              <a:t>least </a:t>
            </a:r>
            <a:r>
              <a:rPr sz="1200" dirty="0">
                <a:latin typeface="Times New Roman"/>
                <a:cs typeface="Times New Roman"/>
              </a:rPr>
              <a:t>I </a:t>
            </a:r>
            <a:r>
              <a:rPr sz="1200" spc="-15" dirty="0">
                <a:latin typeface="Times New Roman"/>
                <a:cs typeface="Times New Roman"/>
              </a:rPr>
              <a:t>wish </a:t>
            </a:r>
            <a:r>
              <a:rPr sz="1200" spc="5" dirty="0">
                <a:latin typeface="Times New Roman"/>
                <a:cs typeface="Times New Roman"/>
              </a:rPr>
              <a:t>to </a:t>
            </a:r>
            <a:r>
              <a:rPr sz="1200" spc="-15" dirty="0">
                <a:latin typeface="Times New Roman"/>
                <a:cs typeface="Times New Roman"/>
              </a:rPr>
              <a:t>extend </a:t>
            </a:r>
            <a:r>
              <a:rPr sz="1200" dirty="0">
                <a:latin typeface="Times New Roman"/>
                <a:cs typeface="Times New Roman"/>
              </a:rPr>
              <a:t>my </a:t>
            </a:r>
            <a:r>
              <a:rPr sz="1200" spc="-5" dirty="0">
                <a:latin typeface="Times New Roman"/>
                <a:cs typeface="Times New Roman"/>
              </a:rPr>
              <a:t>sincere gratitude </a:t>
            </a:r>
            <a:r>
              <a:rPr sz="1200" spc="5" dirty="0">
                <a:latin typeface="Times New Roman"/>
                <a:cs typeface="Times New Roman"/>
              </a:rPr>
              <a:t>to </a:t>
            </a:r>
            <a:r>
              <a:rPr sz="1200" dirty="0">
                <a:latin typeface="Times New Roman"/>
                <a:cs typeface="Times New Roman"/>
              </a:rPr>
              <a:t>my parents </a:t>
            </a:r>
            <a:r>
              <a:rPr sz="1200" spc="-5" dirty="0">
                <a:latin typeface="Times New Roman"/>
                <a:cs typeface="Times New Roman"/>
              </a:rPr>
              <a:t>and </a:t>
            </a:r>
            <a:r>
              <a:rPr sz="1200" spc="-15" dirty="0">
                <a:latin typeface="Times New Roman"/>
                <a:cs typeface="Times New Roman"/>
              </a:rPr>
              <a:t>for </a:t>
            </a:r>
            <a:r>
              <a:rPr sz="1200" dirty="0">
                <a:latin typeface="Times New Roman"/>
                <a:cs typeface="Times New Roman"/>
              </a:rPr>
              <a:t>the </a:t>
            </a:r>
            <a:r>
              <a:rPr sz="1200" spc="-10" dirty="0">
                <a:latin typeface="Times New Roman"/>
                <a:cs typeface="Times New Roman"/>
              </a:rPr>
              <a:t>friends </a:t>
            </a:r>
            <a:r>
              <a:rPr sz="1200" dirty="0">
                <a:latin typeface="Times New Roman"/>
                <a:cs typeface="Times New Roman"/>
              </a:rPr>
              <a:t>support </a:t>
            </a:r>
            <a:r>
              <a:rPr sz="1200" spc="5" dirty="0">
                <a:latin typeface="Times New Roman"/>
                <a:cs typeface="Times New Roman"/>
              </a:rPr>
              <a:t> </a:t>
            </a:r>
            <a:r>
              <a:rPr sz="1200" spc="-15" dirty="0">
                <a:latin typeface="Times New Roman"/>
                <a:cs typeface="Times New Roman"/>
              </a:rPr>
              <a:t>and </a:t>
            </a:r>
            <a:r>
              <a:rPr sz="1200" dirty="0">
                <a:latin typeface="Times New Roman"/>
                <a:cs typeface="Times New Roman"/>
              </a:rPr>
              <a:t>co-operation </a:t>
            </a:r>
            <a:r>
              <a:rPr sz="1200" spc="5" dirty="0">
                <a:latin typeface="Times New Roman"/>
                <a:cs typeface="Times New Roman"/>
              </a:rPr>
              <a:t>they </a:t>
            </a:r>
            <a:r>
              <a:rPr sz="1200" spc="-5" dirty="0">
                <a:latin typeface="Times New Roman"/>
                <a:cs typeface="Times New Roman"/>
              </a:rPr>
              <a:t>rendered </a:t>
            </a:r>
            <a:r>
              <a:rPr sz="1200" spc="5" dirty="0">
                <a:latin typeface="Times New Roman"/>
                <a:cs typeface="Times New Roman"/>
              </a:rPr>
              <a:t>to </a:t>
            </a:r>
            <a:r>
              <a:rPr sz="1200" spc="-15" dirty="0">
                <a:latin typeface="Times New Roman"/>
                <a:cs typeface="Times New Roman"/>
              </a:rPr>
              <a:t>me </a:t>
            </a:r>
            <a:r>
              <a:rPr sz="1200" dirty="0">
                <a:latin typeface="Times New Roman"/>
                <a:cs typeface="Times New Roman"/>
              </a:rPr>
              <a:t>to </a:t>
            </a:r>
            <a:r>
              <a:rPr sz="1200" spc="-15" dirty="0">
                <a:latin typeface="Times New Roman"/>
                <a:cs typeface="Times New Roman"/>
              </a:rPr>
              <a:t>make </a:t>
            </a:r>
            <a:r>
              <a:rPr sz="1200" dirty="0">
                <a:latin typeface="Times New Roman"/>
                <a:cs typeface="Times New Roman"/>
              </a:rPr>
              <a:t>this </a:t>
            </a:r>
            <a:r>
              <a:rPr sz="1200" spc="-5" dirty="0">
                <a:latin typeface="Times New Roman"/>
                <a:cs typeface="Times New Roman"/>
              </a:rPr>
              <a:t>project </a:t>
            </a:r>
            <a:r>
              <a:rPr sz="1200" spc="-10" dirty="0">
                <a:latin typeface="Times New Roman"/>
                <a:cs typeface="Times New Roman"/>
              </a:rPr>
              <a:t>perfect </a:t>
            </a:r>
            <a:r>
              <a:rPr sz="1200" spc="-5" dirty="0">
                <a:latin typeface="Times New Roman"/>
                <a:cs typeface="Times New Roman"/>
              </a:rPr>
              <a:t>in </a:t>
            </a:r>
            <a:r>
              <a:rPr sz="1200" spc="-10" dirty="0">
                <a:latin typeface="Times New Roman"/>
                <a:cs typeface="Times New Roman"/>
              </a:rPr>
              <a:t>its </a:t>
            </a:r>
            <a:r>
              <a:rPr sz="1200" spc="-5" dirty="0">
                <a:latin typeface="Times New Roman"/>
                <a:cs typeface="Times New Roman"/>
              </a:rPr>
              <a:t>total. Finally, </a:t>
            </a:r>
            <a:r>
              <a:rPr sz="1200" dirty="0">
                <a:latin typeface="Times New Roman"/>
                <a:cs typeface="Times New Roman"/>
              </a:rPr>
              <a:t>I convey </a:t>
            </a:r>
            <a:r>
              <a:rPr sz="1200" spc="25" dirty="0">
                <a:latin typeface="Times New Roman"/>
                <a:cs typeface="Times New Roman"/>
              </a:rPr>
              <a:t>my </a:t>
            </a:r>
            <a:r>
              <a:rPr sz="1200" spc="-285" dirty="0">
                <a:latin typeface="Times New Roman"/>
                <a:cs typeface="Times New Roman"/>
              </a:rPr>
              <a:t> </a:t>
            </a:r>
            <a:r>
              <a:rPr sz="1200" dirty="0">
                <a:latin typeface="Times New Roman"/>
                <a:cs typeface="Times New Roman"/>
              </a:rPr>
              <a:t>thanks</a:t>
            </a:r>
            <a:r>
              <a:rPr sz="1200" spc="-2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10" dirty="0">
                <a:latin typeface="Times New Roman"/>
                <a:cs typeface="Times New Roman"/>
              </a:rPr>
              <a:t>all</a:t>
            </a:r>
            <a:r>
              <a:rPr sz="1200" spc="-5" dirty="0">
                <a:latin typeface="Times New Roman"/>
                <a:cs typeface="Times New Roman"/>
              </a:rPr>
              <a:t> </a:t>
            </a:r>
            <a:r>
              <a:rPr sz="1200" dirty="0">
                <a:latin typeface="Times New Roman"/>
                <a:cs typeface="Times New Roman"/>
              </a:rPr>
              <a:t>who</a:t>
            </a:r>
            <a:r>
              <a:rPr sz="1200" spc="5" dirty="0">
                <a:latin typeface="Times New Roman"/>
                <a:cs typeface="Times New Roman"/>
              </a:rPr>
              <a:t> </a:t>
            </a:r>
            <a:r>
              <a:rPr sz="1200" spc="-15" dirty="0">
                <a:latin typeface="Times New Roman"/>
                <a:cs typeface="Times New Roman"/>
              </a:rPr>
              <a:t>helped</a:t>
            </a:r>
            <a:r>
              <a:rPr sz="1200" spc="65" dirty="0">
                <a:latin typeface="Times New Roman"/>
                <a:cs typeface="Times New Roman"/>
              </a:rPr>
              <a:t> </a:t>
            </a:r>
            <a:r>
              <a:rPr sz="1200" spc="-15" dirty="0">
                <a:latin typeface="Times New Roman"/>
                <a:cs typeface="Times New Roman"/>
              </a:rPr>
              <a:t>me </a:t>
            </a:r>
            <a:r>
              <a:rPr sz="1200" spc="-5" dirty="0">
                <a:latin typeface="Times New Roman"/>
                <a:cs typeface="Times New Roman"/>
              </a:rPr>
              <a:t>directly</a:t>
            </a:r>
            <a:r>
              <a:rPr sz="1200" spc="-2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indirectly</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5" dirty="0">
                <a:latin typeface="Times New Roman"/>
                <a:cs typeface="Times New Roman"/>
              </a:rPr>
              <a:t>carry</a:t>
            </a:r>
            <a:r>
              <a:rPr sz="1200" spc="-25" dirty="0">
                <a:latin typeface="Times New Roman"/>
                <a:cs typeface="Times New Roman"/>
              </a:rPr>
              <a:t> </a:t>
            </a:r>
            <a:r>
              <a:rPr sz="1200" dirty="0">
                <a:latin typeface="Times New Roman"/>
                <a:cs typeface="Times New Roman"/>
              </a:rPr>
              <a:t>out</a:t>
            </a:r>
            <a:r>
              <a:rPr sz="1200" spc="-25"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spc="-5" dirty="0">
                <a:latin typeface="Times New Roman"/>
                <a:cs typeface="Times New Roman"/>
              </a:rPr>
              <a:t>project</a:t>
            </a:r>
            <a:r>
              <a:rPr sz="1200" spc="30" dirty="0">
                <a:latin typeface="Times New Roman"/>
                <a:cs typeface="Times New Roman"/>
              </a:rPr>
              <a:t> </a:t>
            </a:r>
            <a:r>
              <a:rPr sz="1200" spc="-20" dirty="0">
                <a:latin typeface="Times New Roman"/>
                <a:cs typeface="Times New Roman"/>
              </a:rPr>
              <a:t>successful.</a:t>
            </a:r>
            <a:endParaRPr sz="1200" dirty="0">
              <a:latin typeface="Times New Roman"/>
              <a:cs typeface="Times New Roman"/>
            </a:endParaRPr>
          </a:p>
        </p:txBody>
      </p:sp>
      <p:sp>
        <p:nvSpPr>
          <p:cNvPr id="3" name="object 3"/>
          <p:cNvSpPr txBox="1"/>
          <p:nvPr/>
        </p:nvSpPr>
        <p:spPr>
          <a:xfrm>
            <a:off x="5017134" y="7172070"/>
            <a:ext cx="174752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SEETHAL V.S</a:t>
            </a:r>
            <a:endParaRPr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17365" y="882523"/>
            <a:ext cx="596265" cy="23939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Times New Roman"/>
                <a:cs typeface="Times New Roman"/>
              </a:rPr>
              <a:t>I</a:t>
            </a:r>
            <a:r>
              <a:rPr sz="1400" b="1" spc="-20" dirty="0">
                <a:latin typeface="Times New Roman"/>
                <a:cs typeface="Times New Roman"/>
              </a:rPr>
              <a:t>ND</a:t>
            </a:r>
            <a:r>
              <a:rPr sz="1400" b="1" spc="-5" dirty="0">
                <a:latin typeface="Times New Roman"/>
                <a:cs typeface="Times New Roman"/>
              </a:rPr>
              <a:t>E</a:t>
            </a:r>
            <a:r>
              <a:rPr sz="1400" b="1" dirty="0">
                <a:latin typeface="Times New Roman"/>
                <a:cs typeface="Times New Roman"/>
              </a:rPr>
              <a:t>X</a:t>
            </a:r>
            <a:endParaRPr sz="1400">
              <a:latin typeface="Times New Roman"/>
              <a:cs typeface="Times New Roman"/>
            </a:endParaRPr>
          </a:p>
        </p:txBody>
      </p:sp>
      <p:graphicFrame>
        <p:nvGraphicFramePr>
          <p:cNvPr id="3" name="object 3"/>
          <p:cNvGraphicFramePr>
            <a:graphicFrameLocks noGrp="1"/>
          </p:cNvGraphicFramePr>
          <p:nvPr/>
        </p:nvGraphicFramePr>
        <p:xfrm>
          <a:off x="911529" y="1396111"/>
          <a:ext cx="5940425" cy="7625576"/>
        </p:xfrm>
        <a:graphic>
          <a:graphicData uri="http://schemas.openxmlformats.org/drawingml/2006/table">
            <a:tbl>
              <a:tblPr firstRow="1" bandRow="1">
                <a:tableStyleId>{2D5ABB26-0587-4C30-8999-92F81FD0307C}</a:tableStyleId>
              </a:tblPr>
              <a:tblGrid>
                <a:gridCol w="591820">
                  <a:extLst>
                    <a:ext uri="{9D8B030D-6E8A-4147-A177-3AD203B41FA5}">
                      <a16:colId xmlns:a16="http://schemas.microsoft.com/office/drawing/2014/main" val="20000"/>
                    </a:ext>
                  </a:extLst>
                </a:gridCol>
                <a:gridCol w="4128770">
                  <a:extLst>
                    <a:ext uri="{9D8B030D-6E8A-4147-A177-3AD203B41FA5}">
                      <a16:colId xmlns:a16="http://schemas.microsoft.com/office/drawing/2014/main" val="20001"/>
                    </a:ext>
                  </a:extLst>
                </a:gridCol>
                <a:gridCol w="1219835">
                  <a:extLst>
                    <a:ext uri="{9D8B030D-6E8A-4147-A177-3AD203B41FA5}">
                      <a16:colId xmlns:a16="http://schemas.microsoft.com/office/drawing/2014/main" val="20002"/>
                    </a:ext>
                  </a:extLst>
                </a:gridCol>
              </a:tblGrid>
              <a:tr h="241173">
                <a:tc>
                  <a:txBody>
                    <a:bodyPr/>
                    <a:lstStyle/>
                    <a:p>
                      <a:pPr marL="69850">
                        <a:lnSpc>
                          <a:spcPts val="1555"/>
                        </a:lnSpc>
                      </a:pPr>
                      <a:r>
                        <a:rPr sz="1400" b="1" dirty="0">
                          <a:latin typeface="Times New Roman"/>
                          <a:cs typeface="Times New Roman"/>
                        </a:rPr>
                        <a:t>Sl.No.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55"/>
                        </a:lnSpc>
                      </a:pPr>
                      <a:r>
                        <a:rPr sz="1400" b="1" spc="-15" dirty="0">
                          <a:latin typeface="Times New Roman"/>
                          <a:cs typeface="Times New Roman"/>
                        </a:rPr>
                        <a:t>Contents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75590">
                        <a:lnSpc>
                          <a:spcPts val="1555"/>
                        </a:lnSpc>
                      </a:pPr>
                      <a:r>
                        <a:rPr sz="1400" b="1" spc="-10" dirty="0">
                          <a:latin typeface="Times New Roman"/>
                          <a:cs typeface="Times New Roman"/>
                        </a:rPr>
                        <a:t>P</a:t>
                      </a:r>
                      <a:r>
                        <a:rPr sz="1400" b="1" dirty="0">
                          <a:latin typeface="Times New Roman"/>
                          <a:cs typeface="Times New Roman"/>
                        </a:rPr>
                        <a:t>age</a:t>
                      </a:r>
                      <a:r>
                        <a:rPr sz="1400" b="1" spc="-60" dirty="0">
                          <a:latin typeface="Times New Roman"/>
                          <a:cs typeface="Times New Roman"/>
                        </a:rPr>
                        <a:t> </a:t>
                      </a:r>
                      <a:r>
                        <a:rPr sz="1400" b="1" spc="-20" dirty="0">
                          <a:latin typeface="Times New Roman"/>
                          <a:cs typeface="Times New Roman"/>
                        </a:rPr>
                        <a:t>N</a:t>
                      </a:r>
                      <a:r>
                        <a:rPr sz="1400" b="1" spc="-10" dirty="0">
                          <a:latin typeface="Times New Roman"/>
                          <a:cs typeface="Times New Roman"/>
                        </a:rPr>
                        <a:t>o</a:t>
                      </a:r>
                      <a:r>
                        <a:rPr sz="1400" b="1" dirty="0">
                          <a:latin typeface="Times New Roman"/>
                          <a:cs typeface="Times New Roman"/>
                        </a:rPr>
                        <a: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41375">
                <a:tc rowSpan="3">
                  <a:txBody>
                    <a:bodyPr/>
                    <a:lstStyle/>
                    <a:p>
                      <a:pPr marL="69850">
                        <a:lnSpc>
                          <a:spcPts val="1555"/>
                        </a:lnSpc>
                      </a:pPr>
                      <a:r>
                        <a:rPr sz="1400" b="1" dirty="0">
                          <a:latin typeface="Times New Roman"/>
                          <a:cs typeface="Times New Roman"/>
                        </a:rPr>
                        <a:t>1</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0"/>
                        </a:lnSpc>
                      </a:pPr>
                      <a:r>
                        <a:rPr sz="1600" b="1" spc="-5" dirty="0">
                          <a:latin typeface="Times New Roman"/>
                          <a:cs typeface="Times New Roman"/>
                        </a:rPr>
                        <a:t>INTRODUCTION</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ts val="2155"/>
                        </a:lnSpc>
                      </a:pPr>
                      <a:r>
                        <a:rPr sz="1800" dirty="0">
                          <a:latin typeface="Arial MT"/>
                          <a:cs typeface="Arial MT"/>
                        </a:rPr>
                        <a:t>1</a:t>
                      </a:r>
                      <a:endParaRPr sz="18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1.1</a:t>
                      </a:r>
                      <a:r>
                        <a:rPr sz="1200" b="1" spc="-55" dirty="0">
                          <a:latin typeface="Times New Roman"/>
                          <a:cs typeface="Times New Roman"/>
                        </a:rPr>
                        <a:t> </a:t>
                      </a:r>
                      <a:r>
                        <a:rPr sz="1200" b="1" spc="-15" dirty="0">
                          <a:latin typeface="Times New Roman"/>
                          <a:cs typeface="Times New Roman"/>
                        </a:rPr>
                        <a:t>Abstract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ts val="2155"/>
                        </a:lnSpc>
                        <a:spcBef>
                          <a:spcPts val="215"/>
                        </a:spcBef>
                      </a:pPr>
                      <a:r>
                        <a:rPr sz="1800" dirty="0">
                          <a:latin typeface="Arial MT"/>
                          <a:cs typeface="Arial MT"/>
                        </a:rPr>
                        <a:t>2</a:t>
                      </a:r>
                      <a:endParaRPr sz="1800">
                        <a:latin typeface="Arial MT"/>
                        <a:cs typeface="Arial MT"/>
                      </a:endParaRPr>
                    </a:p>
                  </a:txBody>
                  <a:tcPr marL="0" marR="0" marT="273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3553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1.2</a:t>
                      </a:r>
                      <a:r>
                        <a:rPr sz="1200" b="1" spc="-45" dirty="0">
                          <a:latin typeface="Times New Roman"/>
                          <a:cs typeface="Times New Roman"/>
                        </a:rPr>
                        <a:t> </a:t>
                      </a:r>
                      <a:r>
                        <a:rPr sz="1200" b="1" spc="-5" dirty="0">
                          <a:latin typeface="Times New Roman"/>
                          <a:cs typeface="Times New Roman"/>
                        </a:rPr>
                        <a:t>Modules</a:t>
                      </a:r>
                      <a:r>
                        <a:rPr sz="1200" b="1" spc="-50"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spc="-5"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270"/>
                        </a:spcBef>
                      </a:pPr>
                      <a:r>
                        <a:rPr sz="1800" dirty="0">
                          <a:latin typeface="Arial MT"/>
                          <a:cs typeface="Arial MT"/>
                        </a:rPr>
                        <a:t>3</a:t>
                      </a:r>
                      <a:endParaRPr sz="1800">
                        <a:latin typeface="Arial MT"/>
                        <a:cs typeface="Arial MT"/>
                      </a:endParaRPr>
                    </a:p>
                  </a:txBody>
                  <a:tcPr marL="0" marR="0" marT="342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41375">
                <a:tc rowSpan="5">
                  <a:txBody>
                    <a:bodyPr/>
                    <a:lstStyle/>
                    <a:p>
                      <a:pPr marL="69850">
                        <a:lnSpc>
                          <a:spcPts val="1555"/>
                        </a:lnSpc>
                      </a:pPr>
                      <a:r>
                        <a:rPr sz="1400" b="1" dirty="0">
                          <a:latin typeface="Times New Roman"/>
                          <a:cs typeface="Times New Roman"/>
                        </a:rPr>
                        <a:t>2</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0"/>
                        </a:lnSpc>
                      </a:pPr>
                      <a:r>
                        <a:rPr sz="1600" b="1" spc="-5" dirty="0">
                          <a:latin typeface="Times New Roman"/>
                          <a:cs typeface="Times New Roman"/>
                        </a:rPr>
                        <a:t>DEVELOPING</a:t>
                      </a:r>
                      <a:r>
                        <a:rPr sz="1600" b="1" spc="-85" dirty="0">
                          <a:latin typeface="Times New Roman"/>
                          <a:cs typeface="Times New Roman"/>
                        </a:rPr>
                        <a:t> </a:t>
                      </a:r>
                      <a:r>
                        <a:rPr sz="1600" b="1" spc="-10" dirty="0">
                          <a:latin typeface="Times New Roman"/>
                          <a:cs typeface="Times New Roman"/>
                        </a:rPr>
                        <a:t>TOOLS</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145"/>
                        </a:spcBef>
                      </a:pPr>
                      <a:r>
                        <a:rPr sz="1800" dirty="0">
                          <a:latin typeface="Arial MT"/>
                          <a:cs typeface="Arial MT"/>
                        </a:rPr>
                        <a:t>4</a:t>
                      </a:r>
                      <a:endParaRPr sz="1800">
                        <a:latin typeface="Arial MT"/>
                        <a:cs typeface="Arial MT"/>
                      </a:endParaRPr>
                    </a:p>
                  </a:txBody>
                  <a:tcPr marL="0" marR="0" marT="184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2.1</a:t>
                      </a:r>
                      <a:r>
                        <a:rPr sz="1200" b="1" spc="-15" dirty="0">
                          <a:latin typeface="Times New Roman"/>
                          <a:cs typeface="Times New Roman"/>
                        </a:rPr>
                        <a:t> </a:t>
                      </a:r>
                      <a:r>
                        <a:rPr sz="1200" b="1" dirty="0">
                          <a:latin typeface="Times New Roman"/>
                          <a:cs typeface="Times New Roman"/>
                        </a:rPr>
                        <a:t>Int</a:t>
                      </a:r>
                      <a:r>
                        <a:rPr sz="1200" b="1" spc="-10" dirty="0">
                          <a:latin typeface="Times New Roman"/>
                          <a:cs typeface="Times New Roman"/>
                        </a:rPr>
                        <a:t>r</a:t>
                      </a:r>
                      <a:r>
                        <a:rPr sz="1200" b="1" dirty="0">
                          <a:latin typeface="Times New Roman"/>
                          <a:cs typeface="Times New Roman"/>
                        </a:rPr>
                        <a:t>od</a:t>
                      </a:r>
                      <a:r>
                        <a:rPr sz="1200" b="1" spc="-10" dirty="0">
                          <a:latin typeface="Times New Roman"/>
                          <a:cs typeface="Times New Roman"/>
                        </a:rPr>
                        <a:t>u</a:t>
                      </a:r>
                      <a:r>
                        <a:rPr sz="1200" b="1" spc="-5" dirty="0">
                          <a:latin typeface="Times New Roman"/>
                          <a:cs typeface="Times New Roman"/>
                        </a:rPr>
                        <a:t>c</a:t>
                      </a:r>
                      <a:r>
                        <a:rPr sz="1200" b="1" dirty="0">
                          <a:latin typeface="Times New Roman"/>
                          <a:cs typeface="Times New Roman"/>
                        </a:rPr>
                        <a:t>ti</a:t>
                      </a:r>
                      <a:r>
                        <a:rPr sz="1200" b="1" spc="-15" dirty="0">
                          <a:latin typeface="Times New Roman"/>
                          <a:cs typeface="Times New Roman"/>
                        </a:rPr>
                        <a:t>o</a:t>
                      </a:r>
                      <a:r>
                        <a:rPr sz="1200" b="1" dirty="0">
                          <a:latin typeface="Times New Roman"/>
                          <a:cs typeface="Times New Roman"/>
                        </a:rPr>
                        <a:t>n</a:t>
                      </a:r>
                      <a:r>
                        <a:rPr sz="1200" b="1" spc="-65" dirty="0">
                          <a:latin typeface="Times New Roman"/>
                          <a:cs typeface="Times New Roman"/>
                        </a:rPr>
                        <a:t> </a:t>
                      </a:r>
                      <a:r>
                        <a:rPr sz="1200" b="1" spc="-5" dirty="0">
                          <a:latin typeface="Times New Roman"/>
                          <a:cs typeface="Times New Roman"/>
                        </a:rPr>
                        <a:t>t</a:t>
                      </a:r>
                      <a:r>
                        <a:rPr sz="1200" b="1" dirty="0">
                          <a:latin typeface="Times New Roman"/>
                          <a:cs typeface="Times New Roman"/>
                        </a:rPr>
                        <a:t>o </a:t>
                      </a:r>
                      <a:r>
                        <a:rPr sz="1200" b="1" spc="-15" dirty="0">
                          <a:latin typeface="Times New Roman"/>
                          <a:cs typeface="Times New Roman"/>
                        </a:rPr>
                        <a:t>P</a:t>
                      </a:r>
                      <a:r>
                        <a:rPr sz="1200" b="1" dirty="0">
                          <a:latin typeface="Times New Roman"/>
                          <a:cs typeface="Times New Roman"/>
                        </a:rPr>
                        <a:t>HP</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195"/>
                        </a:spcBef>
                      </a:pPr>
                      <a:r>
                        <a:rPr sz="1800" dirty="0">
                          <a:latin typeface="Arial MT"/>
                          <a:cs typeface="Arial MT"/>
                        </a:rPr>
                        <a:t>5</a:t>
                      </a:r>
                      <a:endParaRPr sz="1800">
                        <a:latin typeface="Arial MT"/>
                        <a:cs typeface="Arial MT"/>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2918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2.2</a:t>
                      </a:r>
                      <a:r>
                        <a:rPr sz="1200" b="1" spc="-15" dirty="0">
                          <a:latin typeface="Times New Roman"/>
                          <a:cs typeface="Times New Roman"/>
                        </a:rPr>
                        <a:t> </a:t>
                      </a:r>
                      <a:r>
                        <a:rPr sz="1200" b="1" spc="-20" dirty="0">
                          <a:latin typeface="Times New Roman"/>
                          <a:cs typeface="Times New Roman"/>
                        </a:rPr>
                        <a:t>Features</a:t>
                      </a:r>
                      <a:r>
                        <a:rPr sz="1200" b="1" spc="20" dirty="0">
                          <a:latin typeface="Times New Roman"/>
                          <a:cs typeface="Times New Roman"/>
                        </a:rPr>
                        <a:t> </a:t>
                      </a:r>
                      <a:r>
                        <a:rPr sz="1200" b="1" dirty="0">
                          <a:latin typeface="Times New Roman"/>
                          <a:cs typeface="Times New Roman"/>
                        </a:rPr>
                        <a:t>of</a:t>
                      </a:r>
                      <a:r>
                        <a:rPr sz="1200" b="1" spc="-35" dirty="0">
                          <a:latin typeface="Times New Roman"/>
                          <a:cs typeface="Times New Roman"/>
                        </a:rPr>
                        <a:t> </a:t>
                      </a:r>
                      <a:r>
                        <a:rPr sz="1200" b="1" spc="-5" dirty="0">
                          <a:latin typeface="Times New Roman"/>
                          <a:cs typeface="Times New Roman"/>
                        </a:rPr>
                        <a:t>Language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160"/>
                        </a:spcBef>
                      </a:pPr>
                      <a:r>
                        <a:rPr sz="1800" dirty="0">
                          <a:latin typeface="Arial MT"/>
                          <a:cs typeface="Arial MT"/>
                        </a:rPr>
                        <a:t>6</a:t>
                      </a:r>
                      <a:endParaRPr sz="1800">
                        <a:latin typeface="Arial MT"/>
                        <a:cs typeface="Arial MT"/>
                      </a:endParaRPr>
                    </a:p>
                  </a:txBody>
                  <a:tcPr marL="0" marR="0" marT="203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1432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2.3</a:t>
                      </a:r>
                      <a:r>
                        <a:rPr sz="1200" b="1" spc="-30" dirty="0">
                          <a:latin typeface="Times New Roman"/>
                          <a:cs typeface="Times New Roman"/>
                        </a:rPr>
                        <a:t> </a:t>
                      </a:r>
                      <a:r>
                        <a:rPr sz="1200" b="1" spc="-5" dirty="0">
                          <a:latin typeface="Times New Roman"/>
                          <a:cs typeface="Times New Roman"/>
                        </a:rPr>
                        <a:t>Operating</a:t>
                      </a:r>
                      <a:r>
                        <a:rPr sz="1200" b="1" spc="-50" dirty="0">
                          <a:latin typeface="Times New Roman"/>
                          <a:cs typeface="Times New Roman"/>
                        </a:rPr>
                        <a:t> </a:t>
                      </a:r>
                      <a:r>
                        <a:rPr sz="1200" b="1" spc="-5"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180"/>
                        </a:spcBef>
                      </a:pPr>
                      <a:r>
                        <a:rPr sz="1800" dirty="0">
                          <a:latin typeface="Arial MT"/>
                          <a:cs typeface="Arial MT"/>
                        </a:rPr>
                        <a:t>7</a:t>
                      </a:r>
                      <a:endParaRPr sz="1800">
                        <a:latin typeface="Arial MT"/>
                        <a:cs typeface="Arial MT"/>
                      </a:endParaRPr>
                    </a:p>
                  </a:txBody>
                  <a:tcPr marL="0" marR="0" marT="228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2.4 Da</a:t>
                      </a:r>
                      <a:r>
                        <a:rPr sz="1200" b="1" spc="-10" dirty="0">
                          <a:latin typeface="Times New Roman"/>
                          <a:cs typeface="Times New Roman"/>
                        </a:rPr>
                        <a:t>t</a:t>
                      </a:r>
                      <a:r>
                        <a:rPr sz="1200" b="1" dirty="0">
                          <a:latin typeface="Times New Roman"/>
                          <a:cs typeface="Times New Roman"/>
                        </a:rPr>
                        <a:t>aba</a:t>
                      </a:r>
                      <a:r>
                        <a:rPr sz="1200" b="1" spc="-15" dirty="0">
                          <a:latin typeface="Times New Roman"/>
                          <a:cs typeface="Times New Roman"/>
                        </a:rPr>
                        <a:t>s</a:t>
                      </a:r>
                      <a:r>
                        <a:rPr sz="1200" b="1" dirty="0">
                          <a:latin typeface="Times New Roman"/>
                          <a:cs typeface="Times New Roman"/>
                        </a:rPr>
                        <a:t>e</a:t>
                      </a:r>
                      <a:r>
                        <a:rPr sz="1200" b="1" spc="-65" dirty="0">
                          <a:latin typeface="Times New Roman"/>
                          <a:cs typeface="Times New Roman"/>
                        </a:rPr>
                        <a:t> </a:t>
                      </a:r>
                      <a:r>
                        <a:rPr sz="1200" b="1" spc="5" dirty="0">
                          <a:latin typeface="Times New Roman"/>
                          <a:cs typeface="Times New Roman"/>
                        </a:rPr>
                        <a:t>Sp</a:t>
                      </a:r>
                      <a:r>
                        <a:rPr sz="1200" b="1" dirty="0">
                          <a:latin typeface="Times New Roman"/>
                          <a:cs typeface="Times New Roman"/>
                        </a:rPr>
                        <a:t>e</a:t>
                      </a:r>
                      <a:r>
                        <a:rPr sz="1200" b="1" spc="-5" dirty="0">
                          <a:latin typeface="Times New Roman"/>
                          <a:cs typeface="Times New Roman"/>
                        </a:rPr>
                        <a:t>c</a:t>
                      </a:r>
                      <a:r>
                        <a:rPr sz="1200" b="1" dirty="0">
                          <a:latin typeface="Times New Roman"/>
                          <a:cs typeface="Times New Roman"/>
                        </a:rPr>
                        <a:t>i</a:t>
                      </a:r>
                      <a:r>
                        <a:rPr sz="1200" b="1" spc="5" dirty="0">
                          <a:latin typeface="Times New Roman"/>
                          <a:cs typeface="Times New Roman"/>
                        </a:rPr>
                        <a:t>f</a:t>
                      </a:r>
                      <a:r>
                        <a:rPr sz="1200" b="1" dirty="0">
                          <a:latin typeface="Times New Roman"/>
                          <a:cs typeface="Times New Roman"/>
                        </a:rPr>
                        <a:t>ica</a:t>
                      </a:r>
                      <a:r>
                        <a:rPr sz="1200" b="1" spc="-15" dirty="0">
                          <a:latin typeface="Times New Roman"/>
                          <a:cs typeface="Times New Roman"/>
                        </a:rPr>
                        <a:t>t</a:t>
                      </a:r>
                      <a:r>
                        <a:rPr sz="1200" b="1" dirty="0">
                          <a:latin typeface="Times New Roman"/>
                          <a:cs typeface="Times New Roman"/>
                        </a:rPr>
                        <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604" algn="ctr">
                        <a:lnSpc>
                          <a:spcPct val="100000"/>
                        </a:lnSpc>
                        <a:spcBef>
                          <a:spcPts val="145"/>
                        </a:spcBef>
                      </a:pPr>
                      <a:r>
                        <a:rPr sz="1800" dirty="0">
                          <a:latin typeface="Arial MT"/>
                          <a:cs typeface="Arial MT"/>
                        </a:rPr>
                        <a:t>9</a:t>
                      </a:r>
                      <a:endParaRPr sz="1800">
                        <a:latin typeface="Arial MT"/>
                        <a:cs typeface="Arial MT"/>
                      </a:endParaRPr>
                    </a:p>
                  </a:txBody>
                  <a:tcPr marL="0" marR="0" marT="184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41375">
                <a:tc rowSpan="10">
                  <a:txBody>
                    <a:bodyPr/>
                    <a:lstStyle/>
                    <a:p>
                      <a:pPr marL="69850">
                        <a:lnSpc>
                          <a:spcPts val="1555"/>
                        </a:lnSpc>
                      </a:pPr>
                      <a:r>
                        <a:rPr sz="1400" b="1" dirty="0">
                          <a:latin typeface="Times New Roman"/>
                          <a:cs typeface="Times New Roman"/>
                        </a:rPr>
                        <a:t>3</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0"/>
                        </a:lnSpc>
                      </a:pPr>
                      <a:r>
                        <a:rPr sz="1600" b="1" spc="-5" dirty="0">
                          <a:latin typeface="Times New Roman"/>
                          <a:cs typeface="Times New Roman"/>
                        </a:rPr>
                        <a:t>SYSTEM</a:t>
                      </a:r>
                      <a:r>
                        <a:rPr sz="1600" b="1" spc="-65" dirty="0">
                          <a:latin typeface="Times New Roman"/>
                          <a:cs typeface="Times New Roman"/>
                        </a:rPr>
                        <a:t> </a:t>
                      </a:r>
                      <a:r>
                        <a:rPr sz="1600" b="1" spc="-5" dirty="0">
                          <a:latin typeface="Times New Roman"/>
                          <a:cs typeface="Times New Roman"/>
                        </a:rPr>
                        <a:t>ANALYSIS</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ct val="100000"/>
                        </a:lnSpc>
                        <a:spcBef>
                          <a:spcPts val="280"/>
                        </a:spcBef>
                      </a:pPr>
                      <a:r>
                        <a:rPr sz="1800" spc="-10" dirty="0">
                          <a:latin typeface="Arial MT"/>
                          <a:cs typeface="Arial MT"/>
                        </a:rPr>
                        <a:t>13</a:t>
                      </a:r>
                      <a:endParaRPr sz="1800">
                        <a:latin typeface="Arial MT"/>
                        <a:cs typeface="Arial MT"/>
                      </a:endParaRPr>
                    </a:p>
                  </a:txBody>
                  <a:tcPr marL="0" marR="0" marT="355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11150">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3.1 Int</a:t>
                      </a:r>
                      <a:r>
                        <a:rPr sz="1200" b="1" spc="-10" dirty="0">
                          <a:latin typeface="Times New Roman"/>
                          <a:cs typeface="Times New Roman"/>
                        </a:rPr>
                        <a:t>r</a:t>
                      </a:r>
                      <a:r>
                        <a:rPr sz="1200" b="1" dirty="0">
                          <a:latin typeface="Times New Roman"/>
                          <a:cs typeface="Times New Roman"/>
                        </a:rPr>
                        <a:t>o</a:t>
                      </a:r>
                      <a:r>
                        <a:rPr sz="1200" b="1" spc="-10" dirty="0">
                          <a:latin typeface="Times New Roman"/>
                          <a:cs typeface="Times New Roman"/>
                        </a:rPr>
                        <a:t>du</a:t>
                      </a:r>
                      <a:r>
                        <a:rPr sz="1200" b="1" spc="-5" dirty="0">
                          <a:latin typeface="Times New Roman"/>
                          <a:cs typeface="Times New Roman"/>
                        </a:rPr>
                        <a:t>c</a:t>
                      </a:r>
                      <a:r>
                        <a:rPr sz="1200" b="1" dirty="0">
                          <a:latin typeface="Times New Roman"/>
                          <a:cs typeface="Times New Roman"/>
                        </a:rPr>
                        <a:t>tion</a:t>
                      </a:r>
                      <a:r>
                        <a:rPr sz="1200" b="1" spc="-65" dirty="0">
                          <a:latin typeface="Times New Roman"/>
                          <a:cs typeface="Times New Roman"/>
                        </a:rPr>
                        <a:t> </a:t>
                      </a:r>
                      <a:r>
                        <a:rPr sz="1200" b="1" dirty="0">
                          <a:latin typeface="Times New Roman"/>
                          <a:cs typeface="Times New Roman"/>
                        </a:rPr>
                        <a:t>to</a:t>
                      </a:r>
                      <a:r>
                        <a:rPr sz="1200" b="1" spc="-5" dirty="0">
                          <a:latin typeface="Times New Roman"/>
                          <a:cs typeface="Times New Roman"/>
                        </a:rPr>
                        <a:t> </a:t>
                      </a:r>
                      <a:r>
                        <a:rPr sz="1200" b="1" dirty="0">
                          <a:latin typeface="Times New Roman"/>
                          <a:cs typeface="Times New Roman"/>
                        </a:rPr>
                        <a:t>Syst</a:t>
                      </a:r>
                      <a:r>
                        <a:rPr sz="1200" b="1" spc="-10" dirty="0">
                          <a:latin typeface="Times New Roman"/>
                          <a:cs typeface="Times New Roman"/>
                        </a:rPr>
                        <a:t>e</a:t>
                      </a:r>
                      <a:r>
                        <a:rPr sz="1200" b="1" dirty="0">
                          <a:latin typeface="Times New Roman"/>
                          <a:cs typeface="Times New Roman"/>
                        </a:rPr>
                        <a:t>m</a:t>
                      </a:r>
                      <a:r>
                        <a:rPr sz="1200" b="1" spc="-40" dirty="0">
                          <a:latin typeface="Times New Roman"/>
                          <a:cs typeface="Times New Roman"/>
                        </a:rPr>
                        <a:t> </a:t>
                      </a:r>
                      <a:r>
                        <a:rPr sz="1200" b="1" dirty="0">
                          <a:latin typeface="Times New Roman"/>
                          <a:cs typeface="Times New Roman"/>
                        </a:rPr>
                        <a:t>Analy</a:t>
                      </a:r>
                      <a:r>
                        <a:rPr sz="1200" b="1" spc="-15" dirty="0">
                          <a:latin typeface="Times New Roman"/>
                          <a:cs typeface="Times New Roman"/>
                        </a:rPr>
                        <a:t>s</a:t>
                      </a:r>
                      <a:r>
                        <a:rPr sz="1200" b="1" dirty="0">
                          <a:latin typeface="Times New Roman"/>
                          <a:cs typeface="Times New Roman"/>
                        </a:rPr>
                        <a:t>is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ct val="100000"/>
                        </a:lnSpc>
                        <a:spcBef>
                          <a:spcPts val="114"/>
                        </a:spcBef>
                      </a:pPr>
                      <a:r>
                        <a:rPr sz="1800" spc="-10" dirty="0">
                          <a:latin typeface="Arial MT"/>
                          <a:cs typeface="Arial MT"/>
                        </a:rPr>
                        <a:t>14</a:t>
                      </a:r>
                      <a:endParaRPr sz="1800">
                        <a:latin typeface="Arial MT"/>
                        <a:cs typeface="Arial MT"/>
                      </a:endParaRPr>
                    </a:p>
                  </a:txBody>
                  <a:tcPr marL="0" marR="0" marT="1460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3.2</a:t>
                      </a:r>
                      <a:r>
                        <a:rPr sz="1200" b="1" spc="-35" dirty="0">
                          <a:latin typeface="Times New Roman"/>
                          <a:cs typeface="Times New Roman"/>
                        </a:rPr>
                        <a:t> </a:t>
                      </a:r>
                      <a:r>
                        <a:rPr sz="1200" b="1" spc="-5" dirty="0">
                          <a:latin typeface="Times New Roman"/>
                          <a:cs typeface="Times New Roman"/>
                        </a:rPr>
                        <a:t>Existing</a:t>
                      </a:r>
                      <a:r>
                        <a:rPr sz="1200" b="1" spc="-35" dirty="0">
                          <a:latin typeface="Times New Roman"/>
                          <a:cs typeface="Times New Roman"/>
                        </a:rPr>
                        <a:t> </a:t>
                      </a:r>
                      <a:r>
                        <a:rPr sz="1200" b="1" spc="-5"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ts val="2100"/>
                        </a:lnSpc>
                        <a:spcBef>
                          <a:spcPts val="270"/>
                        </a:spcBef>
                      </a:pPr>
                      <a:r>
                        <a:rPr sz="1800" spc="-10" dirty="0">
                          <a:latin typeface="Arial MT"/>
                          <a:cs typeface="Arial MT"/>
                        </a:rPr>
                        <a:t>14</a:t>
                      </a:r>
                      <a:endParaRPr sz="1800">
                        <a:latin typeface="Arial MT"/>
                        <a:cs typeface="Arial MT"/>
                      </a:endParaRPr>
                    </a:p>
                  </a:txBody>
                  <a:tcPr marL="0" marR="0" marT="342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3.3</a:t>
                      </a:r>
                      <a:r>
                        <a:rPr sz="1200" b="1" spc="-5" dirty="0">
                          <a:latin typeface="Times New Roman"/>
                          <a:cs typeface="Times New Roman"/>
                        </a:rPr>
                        <a:t> Limitation</a:t>
                      </a:r>
                      <a:r>
                        <a:rPr sz="1200" b="1" spc="-4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spc="-5" dirty="0">
                          <a:latin typeface="Times New Roman"/>
                          <a:cs typeface="Times New Roman"/>
                        </a:rPr>
                        <a:t>Existing</a:t>
                      </a:r>
                      <a:r>
                        <a:rPr sz="1200" b="1" spc="-40" dirty="0">
                          <a:latin typeface="Times New Roman"/>
                          <a:cs typeface="Times New Roman"/>
                        </a:rPr>
                        <a:t> </a:t>
                      </a:r>
                      <a:r>
                        <a:rPr sz="1200" b="1" spc="-5"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5560" algn="ctr">
                        <a:lnSpc>
                          <a:spcPts val="2135"/>
                        </a:lnSpc>
                        <a:spcBef>
                          <a:spcPts val="235"/>
                        </a:spcBef>
                      </a:pPr>
                      <a:r>
                        <a:rPr sz="1800" spc="-10" dirty="0">
                          <a:latin typeface="Arial MT"/>
                          <a:cs typeface="Arial MT"/>
                        </a:rPr>
                        <a:t>15</a:t>
                      </a:r>
                      <a:endParaRPr sz="1800">
                        <a:latin typeface="Arial MT"/>
                        <a:cs typeface="Arial MT"/>
                      </a:endParaRPr>
                    </a:p>
                  </a:txBody>
                  <a:tcPr marL="0" marR="0" marT="29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14198">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3.4</a:t>
                      </a:r>
                      <a:r>
                        <a:rPr sz="1200" b="1" spc="-30" dirty="0">
                          <a:latin typeface="Times New Roman"/>
                          <a:cs typeface="Times New Roman"/>
                        </a:rPr>
                        <a:t> </a:t>
                      </a:r>
                      <a:r>
                        <a:rPr sz="1200" b="1" spc="-5" dirty="0">
                          <a:latin typeface="Times New Roman"/>
                          <a:cs typeface="Times New Roman"/>
                        </a:rPr>
                        <a:t>Feasibility</a:t>
                      </a:r>
                      <a:r>
                        <a:rPr sz="1200" b="1" spc="-55" dirty="0">
                          <a:latin typeface="Times New Roman"/>
                          <a:cs typeface="Times New Roman"/>
                        </a:rPr>
                        <a:t> </a:t>
                      </a:r>
                      <a:r>
                        <a:rPr sz="1200" b="1" spc="-5" dirty="0">
                          <a:latin typeface="Times New Roman"/>
                          <a:cs typeface="Times New Roman"/>
                        </a:rPr>
                        <a:t>Study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algn="ctr">
                        <a:lnSpc>
                          <a:spcPct val="100000"/>
                        </a:lnSpc>
                        <a:spcBef>
                          <a:spcPts val="70"/>
                        </a:spcBef>
                      </a:pPr>
                      <a:r>
                        <a:rPr sz="1800" spc="-10" dirty="0">
                          <a:latin typeface="Arial MT"/>
                          <a:cs typeface="Arial MT"/>
                        </a:rPr>
                        <a:t>16</a:t>
                      </a:r>
                      <a:endParaRPr sz="1800">
                        <a:latin typeface="Arial MT"/>
                        <a:cs typeface="Arial MT"/>
                      </a:endParaRPr>
                    </a:p>
                  </a:txBody>
                  <a:tcPr marL="0" marR="0" marT="88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31089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3.5</a:t>
                      </a:r>
                      <a:r>
                        <a:rPr sz="1200" b="1" spc="-25" dirty="0">
                          <a:latin typeface="Times New Roman"/>
                          <a:cs typeface="Times New Roman"/>
                        </a:rPr>
                        <a:t> </a:t>
                      </a:r>
                      <a:r>
                        <a:rPr sz="1200" b="1" spc="-5" dirty="0">
                          <a:latin typeface="Times New Roman"/>
                          <a:cs typeface="Times New Roman"/>
                        </a:rPr>
                        <a:t>Technical</a:t>
                      </a:r>
                      <a:r>
                        <a:rPr sz="1200" b="1" spc="-60" dirty="0">
                          <a:latin typeface="Times New Roman"/>
                          <a:cs typeface="Times New Roman"/>
                        </a:rPr>
                        <a:t> </a:t>
                      </a:r>
                      <a:r>
                        <a:rPr sz="1200" b="1" spc="-5" dirty="0">
                          <a:latin typeface="Times New Roman"/>
                          <a:cs typeface="Times New Roman"/>
                        </a:rPr>
                        <a:t>Feasibility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ct val="100000"/>
                        </a:lnSpc>
                        <a:spcBef>
                          <a:spcPts val="80"/>
                        </a:spcBef>
                      </a:pPr>
                      <a:r>
                        <a:rPr sz="1800" spc="-10" dirty="0">
                          <a:latin typeface="Arial MT"/>
                          <a:cs typeface="Arial MT"/>
                        </a:rPr>
                        <a:t>17</a:t>
                      </a:r>
                      <a:endParaRPr sz="1800">
                        <a:latin typeface="Arial MT"/>
                        <a:cs typeface="Arial MT"/>
                      </a:endParaRPr>
                    </a:p>
                  </a:txBody>
                  <a:tcPr marL="0" marR="0" marT="101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3.6</a:t>
                      </a:r>
                      <a:r>
                        <a:rPr sz="1200" b="1" spc="-30" dirty="0">
                          <a:latin typeface="Times New Roman"/>
                          <a:cs typeface="Times New Roman"/>
                        </a:rPr>
                        <a:t> </a:t>
                      </a:r>
                      <a:r>
                        <a:rPr sz="1200" b="1" spc="-5" dirty="0">
                          <a:latin typeface="Times New Roman"/>
                          <a:cs typeface="Times New Roman"/>
                        </a:rPr>
                        <a:t>Economic</a:t>
                      </a:r>
                      <a:r>
                        <a:rPr sz="1200" b="1" spc="-50" dirty="0">
                          <a:latin typeface="Times New Roman"/>
                          <a:cs typeface="Times New Roman"/>
                        </a:rPr>
                        <a:t> </a:t>
                      </a:r>
                      <a:r>
                        <a:rPr sz="1200" b="1" spc="-5" dirty="0">
                          <a:latin typeface="Times New Roman"/>
                          <a:cs typeface="Times New Roman"/>
                        </a:rPr>
                        <a:t>Feasibility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algn="ctr">
                        <a:lnSpc>
                          <a:spcPct val="100000"/>
                        </a:lnSpc>
                        <a:spcBef>
                          <a:spcPts val="120"/>
                        </a:spcBef>
                      </a:pPr>
                      <a:r>
                        <a:rPr sz="1800" spc="-10" dirty="0">
                          <a:latin typeface="Arial MT"/>
                          <a:cs typeface="Arial MT"/>
                        </a:rPr>
                        <a:t>18</a:t>
                      </a:r>
                      <a:endParaRPr sz="1800">
                        <a:latin typeface="Arial MT"/>
                        <a:cs typeface="Arial MT"/>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3.7</a:t>
                      </a:r>
                      <a:r>
                        <a:rPr sz="1200" b="1" spc="-45" dirty="0">
                          <a:latin typeface="Times New Roman"/>
                          <a:cs typeface="Times New Roman"/>
                        </a:rPr>
                        <a:t> </a:t>
                      </a:r>
                      <a:r>
                        <a:rPr sz="1200" b="1" spc="-5" dirty="0">
                          <a:latin typeface="Times New Roman"/>
                          <a:cs typeface="Times New Roman"/>
                        </a:rPr>
                        <a:t>Behavioral</a:t>
                      </a:r>
                      <a:r>
                        <a:rPr sz="1200" b="1" spc="-60" dirty="0">
                          <a:latin typeface="Times New Roman"/>
                          <a:cs typeface="Times New Roman"/>
                        </a:rPr>
                        <a:t> </a:t>
                      </a:r>
                      <a:r>
                        <a:rPr sz="1200" b="1" spc="-5" dirty="0">
                          <a:latin typeface="Times New Roman"/>
                          <a:cs typeface="Times New Roman"/>
                        </a:rPr>
                        <a:t>Feasibility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ct val="100000"/>
                        </a:lnSpc>
                        <a:spcBef>
                          <a:spcPts val="75"/>
                        </a:spcBef>
                      </a:pPr>
                      <a:r>
                        <a:rPr sz="1800" spc="-10" dirty="0">
                          <a:latin typeface="Arial MT"/>
                          <a:cs typeface="Arial MT"/>
                        </a:rPr>
                        <a:t>18</a:t>
                      </a:r>
                      <a:endParaRPr sz="1800">
                        <a:latin typeface="Arial MT"/>
                        <a:cs typeface="Arial MT"/>
                      </a:endParaRPr>
                    </a:p>
                  </a:txBody>
                  <a:tcPr marL="0" marR="0" marT="95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6"/>
                  </a:ext>
                </a:extLst>
              </a:tr>
              <a:tr h="31127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3.8</a:t>
                      </a:r>
                      <a:r>
                        <a:rPr sz="1200" b="1" spc="-35" dirty="0">
                          <a:latin typeface="Times New Roman"/>
                          <a:cs typeface="Times New Roman"/>
                        </a:rPr>
                        <a:t> </a:t>
                      </a:r>
                      <a:r>
                        <a:rPr sz="1200" b="1" spc="-20" dirty="0">
                          <a:latin typeface="Times New Roman"/>
                          <a:cs typeface="Times New Roman"/>
                        </a:rPr>
                        <a:t>Proposed</a:t>
                      </a:r>
                      <a:r>
                        <a:rPr sz="1200" b="1" spc="-5" dirty="0">
                          <a:latin typeface="Times New Roman"/>
                          <a:cs typeface="Times New Roman"/>
                        </a:rPr>
                        <a:t> </a:t>
                      </a:r>
                      <a:r>
                        <a:rPr sz="1200" b="1"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5720" algn="ctr">
                        <a:lnSpc>
                          <a:spcPts val="2150"/>
                        </a:lnSpc>
                      </a:pPr>
                      <a:r>
                        <a:rPr sz="1800" spc="-10" dirty="0">
                          <a:latin typeface="Arial MT"/>
                          <a:cs typeface="Arial MT"/>
                        </a:rPr>
                        <a:t>18</a:t>
                      </a:r>
                      <a:endParaRPr sz="18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7"/>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3.9</a:t>
                      </a:r>
                      <a:r>
                        <a:rPr sz="1200" b="1" spc="-5" dirty="0">
                          <a:latin typeface="Times New Roman"/>
                          <a:cs typeface="Times New Roman"/>
                        </a:rPr>
                        <a:t> Advantages</a:t>
                      </a:r>
                      <a:r>
                        <a:rPr sz="1200" b="1" spc="-50"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spc="-20" dirty="0">
                          <a:latin typeface="Times New Roman"/>
                          <a:cs typeface="Times New Roman"/>
                        </a:rPr>
                        <a:t>Proposed</a:t>
                      </a:r>
                      <a:r>
                        <a:rPr sz="1200" b="1" spc="20" dirty="0">
                          <a:latin typeface="Times New Roman"/>
                          <a:cs typeface="Times New Roman"/>
                        </a:rPr>
                        <a:t> </a:t>
                      </a:r>
                      <a:r>
                        <a:rPr sz="1200" b="1" spc="-5"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495" algn="ctr">
                        <a:lnSpc>
                          <a:spcPct val="100000"/>
                        </a:lnSpc>
                        <a:spcBef>
                          <a:spcPts val="60"/>
                        </a:spcBef>
                      </a:pPr>
                      <a:r>
                        <a:rPr sz="1800" spc="-10" dirty="0">
                          <a:latin typeface="Arial MT"/>
                          <a:cs typeface="Arial MT"/>
                        </a:rPr>
                        <a:t>19</a:t>
                      </a:r>
                      <a:endParaRPr sz="1800">
                        <a:latin typeface="Arial MT"/>
                        <a:cs typeface="Arial MT"/>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8"/>
                  </a:ext>
                </a:extLst>
              </a:tr>
              <a:tr h="341375">
                <a:tc rowSpan="3">
                  <a:txBody>
                    <a:bodyPr/>
                    <a:lstStyle/>
                    <a:p>
                      <a:pPr marL="69850">
                        <a:lnSpc>
                          <a:spcPts val="1560"/>
                        </a:lnSpc>
                      </a:pPr>
                      <a:r>
                        <a:rPr sz="1400" b="1" dirty="0">
                          <a:latin typeface="Times New Roman"/>
                          <a:cs typeface="Times New Roman"/>
                        </a:rPr>
                        <a:t>4</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SYSTEM</a:t>
                      </a:r>
                      <a:r>
                        <a:rPr sz="1600" b="1" spc="-35" dirty="0">
                          <a:latin typeface="Times New Roman"/>
                          <a:cs typeface="Times New Roman"/>
                        </a:rPr>
                        <a:t> </a:t>
                      </a:r>
                      <a:r>
                        <a:rPr sz="1600" b="1" spc="-10" dirty="0">
                          <a:latin typeface="Times New Roman"/>
                          <a:cs typeface="Times New Roman"/>
                        </a:rPr>
                        <a:t>SPECIFICATION</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875" algn="ctr">
                        <a:lnSpc>
                          <a:spcPct val="100000"/>
                        </a:lnSpc>
                        <a:spcBef>
                          <a:spcPts val="360"/>
                        </a:spcBef>
                      </a:pPr>
                      <a:r>
                        <a:rPr sz="1800" spc="-10" dirty="0">
                          <a:latin typeface="Arial MT"/>
                          <a:cs typeface="Arial MT"/>
                        </a:rPr>
                        <a:t>21</a:t>
                      </a:r>
                      <a:endParaRPr sz="1800">
                        <a:latin typeface="Arial MT"/>
                        <a:cs typeface="Arial MT"/>
                      </a:endParaRPr>
                    </a:p>
                  </a:txBody>
                  <a:tcPr marL="0" marR="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9"/>
                  </a:ext>
                </a:extLst>
              </a:tr>
              <a:tr h="314198">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4.1</a:t>
                      </a:r>
                      <a:r>
                        <a:rPr sz="1200" b="1" spc="-20" dirty="0">
                          <a:latin typeface="Times New Roman"/>
                          <a:cs typeface="Times New Roman"/>
                        </a:rPr>
                        <a:t> </a:t>
                      </a:r>
                      <a:r>
                        <a:rPr sz="1200" b="1" spc="-15" dirty="0">
                          <a:latin typeface="Times New Roman"/>
                          <a:cs typeface="Times New Roman"/>
                        </a:rPr>
                        <a:t>Hardware</a:t>
                      </a:r>
                      <a:r>
                        <a:rPr sz="1200" b="1" spc="-25" dirty="0">
                          <a:latin typeface="Times New Roman"/>
                          <a:cs typeface="Times New Roman"/>
                        </a:rPr>
                        <a:t> </a:t>
                      </a:r>
                      <a:r>
                        <a:rPr sz="1200" b="1" spc="-5" dirty="0">
                          <a:latin typeface="Times New Roman"/>
                          <a:cs typeface="Times New Roman"/>
                        </a:rPr>
                        <a:t>Requirement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2150"/>
                        </a:lnSpc>
                        <a:spcBef>
                          <a:spcPts val="225"/>
                        </a:spcBef>
                      </a:pPr>
                      <a:r>
                        <a:rPr sz="1800" spc="-10" dirty="0">
                          <a:latin typeface="Arial MT"/>
                          <a:cs typeface="Arial MT"/>
                        </a:rPr>
                        <a:t>22</a:t>
                      </a:r>
                      <a:endParaRPr sz="1800">
                        <a:latin typeface="Arial MT"/>
                        <a:cs typeface="Arial MT"/>
                      </a:endParaRPr>
                    </a:p>
                  </a:txBody>
                  <a:tcPr marL="0" marR="0" marT="285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0"/>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4.2</a:t>
                      </a:r>
                      <a:r>
                        <a:rPr sz="1200" b="1" spc="-35" dirty="0">
                          <a:latin typeface="Times New Roman"/>
                          <a:cs typeface="Times New Roman"/>
                        </a:rPr>
                        <a:t> </a:t>
                      </a:r>
                      <a:r>
                        <a:rPr sz="1200" b="1" spc="-10" dirty="0">
                          <a:latin typeface="Times New Roman"/>
                          <a:cs typeface="Times New Roman"/>
                        </a:rPr>
                        <a:t>Software</a:t>
                      </a:r>
                      <a:r>
                        <a:rPr sz="1200" b="1" spc="-40" dirty="0">
                          <a:latin typeface="Times New Roman"/>
                          <a:cs typeface="Times New Roman"/>
                        </a:rPr>
                        <a:t> </a:t>
                      </a:r>
                      <a:r>
                        <a:rPr sz="1200" b="1" spc="-5" dirty="0">
                          <a:latin typeface="Times New Roman"/>
                          <a:cs typeface="Times New Roman"/>
                        </a:rPr>
                        <a:t>Requirement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8255" algn="ctr">
                        <a:lnSpc>
                          <a:spcPts val="2115"/>
                        </a:lnSpc>
                      </a:pPr>
                      <a:r>
                        <a:rPr sz="1800" spc="-10" dirty="0">
                          <a:latin typeface="Arial MT"/>
                          <a:cs typeface="Arial MT"/>
                        </a:rPr>
                        <a:t>22</a:t>
                      </a:r>
                      <a:endParaRPr sz="18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1"/>
                  </a:ext>
                </a:extLst>
              </a:tr>
              <a:tr h="341375">
                <a:tc rowSpan="2">
                  <a:txBody>
                    <a:bodyPr/>
                    <a:lstStyle/>
                    <a:p>
                      <a:pPr marL="69850">
                        <a:lnSpc>
                          <a:spcPts val="1560"/>
                        </a:lnSpc>
                      </a:pPr>
                      <a:r>
                        <a:rPr sz="1400" b="1" dirty="0">
                          <a:latin typeface="Times New Roman"/>
                          <a:cs typeface="Times New Roman"/>
                        </a:rPr>
                        <a:t>5</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60"/>
                        </a:lnSpc>
                      </a:pPr>
                      <a:r>
                        <a:rPr sz="1600" b="1" spc="-5" dirty="0">
                          <a:latin typeface="Times New Roman"/>
                          <a:cs typeface="Times New Roman"/>
                        </a:rPr>
                        <a:t>DATA</a:t>
                      </a:r>
                      <a:r>
                        <a:rPr sz="1600" b="1" spc="-65" dirty="0">
                          <a:latin typeface="Times New Roman"/>
                          <a:cs typeface="Times New Roman"/>
                        </a:rPr>
                        <a:t> </a:t>
                      </a:r>
                      <a:r>
                        <a:rPr sz="1600" b="1" spc="-5" dirty="0">
                          <a:latin typeface="Times New Roman"/>
                          <a:cs typeface="Times New Roman"/>
                        </a:rPr>
                        <a:t>FLOW</a:t>
                      </a:r>
                      <a:r>
                        <a:rPr sz="1600" b="1" spc="-25" dirty="0">
                          <a:latin typeface="Times New Roman"/>
                          <a:cs typeface="Times New Roman"/>
                        </a:rPr>
                        <a:t> </a:t>
                      </a:r>
                      <a:r>
                        <a:rPr sz="1600" b="1" spc="-5" dirty="0">
                          <a:latin typeface="Times New Roman"/>
                          <a:cs typeface="Times New Roman"/>
                        </a:rPr>
                        <a:t>DIAGRAMS</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24765" algn="ctr">
                        <a:lnSpc>
                          <a:spcPts val="2085"/>
                        </a:lnSpc>
                      </a:pPr>
                      <a:r>
                        <a:rPr sz="1800" spc="-10" dirty="0">
                          <a:latin typeface="Arial MT"/>
                          <a:cs typeface="Arial MT"/>
                        </a:rPr>
                        <a:t>23</a:t>
                      </a:r>
                      <a:endParaRPr sz="18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2"/>
                  </a:ext>
                </a:extLst>
              </a:tr>
              <a:tr h="31127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70"/>
                        </a:lnSpc>
                      </a:pPr>
                      <a:r>
                        <a:rPr sz="1200" b="1" dirty="0">
                          <a:latin typeface="Times New Roman"/>
                          <a:cs typeface="Times New Roman"/>
                        </a:rPr>
                        <a:t>5.1</a:t>
                      </a:r>
                      <a:r>
                        <a:rPr sz="1200" b="1" spc="-10" dirty="0">
                          <a:latin typeface="Times New Roman"/>
                          <a:cs typeface="Times New Roman"/>
                        </a:rPr>
                        <a:t> </a:t>
                      </a:r>
                      <a:r>
                        <a:rPr sz="1200" b="1" spc="-5" dirty="0">
                          <a:latin typeface="Times New Roman"/>
                          <a:cs typeface="Times New Roman"/>
                        </a:rPr>
                        <a:t>Introduction</a:t>
                      </a:r>
                      <a:r>
                        <a:rPr sz="1200" b="1" spc="-55" dirty="0">
                          <a:latin typeface="Times New Roman"/>
                          <a:cs typeface="Times New Roman"/>
                        </a:rPr>
                        <a:t> </a:t>
                      </a:r>
                      <a:r>
                        <a:rPr sz="1200" b="1" spc="-5" dirty="0">
                          <a:latin typeface="Times New Roman"/>
                          <a:cs typeface="Times New Roman"/>
                        </a:rPr>
                        <a:t>to</a:t>
                      </a:r>
                      <a:r>
                        <a:rPr sz="1200" b="1" spc="5" dirty="0">
                          <a:latin typeface="Times New Roman"/>
                          <a:cs typeface="Times New Roman"/>
                        </a:rPr>
                        <a:t> </a:t>
                      </a:r>
                      <a:r>
                        <a:rPr sz="1200" b="1" spc="-5" dirty="0">
                          <a:latin typeface="Times New Roman"/>
                          <a:cs typeface="Times New Roman"/>
                        </a:rPr>
                        <a:t>Data</a:t>
                      </a:r>
                      <a:r>
                        <a:rPr sz="1200" b="1" spc="-30" dirty="0">
                          <a:latin typeface="Times New Roman"/>
                          <a:cs typeface="Times New Roman"/>
                        </a:rPr>
                        <a:t> </a:t>
                      </a:r>
                      <a:r>
                        <a:rPr sz="1200" b="1" spc="-15" dirty="0">
                          <a:latin typeface="Times New Roman"/>
                          <a:cs typeface="Times New Roman"/>
                        </a:rPr>
                        <a:t>Flow</a:t>
                      </a:r>
                      <a:r>
                        <a:rPr sz="1200" b="1" spc="-10" dirty="0">
                          <a:latin typeface="Times New Roman"/>
                          <a:cs typeface="Times New Roman"/>
                        </a:rPr>
                        <a:t> </a:t>
                      </a:r>
                      <a:r>
                        <a:rPr sz="1200" b="1" spc="-5" dirty="0">
                          <a:latin typeface="Times New Roman"/>
                          <a:cs typeface="Times New Roman"/>
                        </a:rPr>
                        <a:t>Diagram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48895" algn="ctr">
                        <a:lnSpc>
                          <a:spcPts val="2150"/>
                        </a:lnSpc>
                      </a:pPr>
                      <a:r>
                        <a:rPr sz="1800" spc="-10" dirty="0">
                          <a:latin typeface="Arial MT"/>
                          <a:cs typeface="Arial MT"/>
                        </a:rPr>
                        <a:t>24</a:t>
                      </a:r>
                      <a:endParaRPr sz="18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1529" y="911479"/>
          <a:ext cx="5940425" cy="8004800"/>
        </p:xfrm>
        <a:graphic>
          <a:graphicData uri="http://schemas.openxmlformats.org/drawingml/2006/table">
            <a:tbl>
              <a:tblPr firstRow="1" bandRow="1">
                <a:tableStyleId>{2D5ABB26-0587-4C30-8999-92F81FD0307C}</a:tableStyleId>
              </a:tblPr>
              <a:tblGrid>
                <a:gridCol w="591820">
                  <a:extLst>
                    <a:ext uri="{9D8B030D-6E8A-4147-A177-3AD203B41FA5}">
                      <a16:colId xmlns:a16="http://schemas.microsoft.com/office/drawing/2014/main" val="20000"/>
                    </a:ext>
                  </a:extLst>
                </a:gridCol>
                <a:gridCol w="4128770">
                  <a:extLst>
                    <a:ext uri="{9D8B030D-6E8A-4147-A177-3AD203B41FA5}">
                      <a16:colId xmlns:a16="http://schemas.microsoft.com/office/drawing/2014/main" val="20001"/>
                    </a:ext>
                  </a:extLst>
                </a:gridCol>
                <a:gridCol w="1219835">
                  <a:extLst>
                    <a:ext uri="{9D8B030D-6E8A-4147-A177-3AD203B41FA5}">
                      <a16:colId xmlns:a16="http://schemas.microsoft.com/office/drawing/2014/main" val="20002"/>
                    </a:ext>
                  </a:extLst>
                </a:gridCol>
              </a:tblGrid>
              <a:tr h="313944">
                <a:tc>
                  <a:txBody>
                    <a:bodyPr/>
                    <a:lstStyle/>
                    <a:p>
                      <a:pPr>
                        <a:lnSpc>
                          <a:spcPct val="100000"/>
                        </a:lnSpc>
                      </a:pP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55"/>
                        </a:lnSpc>
                      </a:pPr>
                      <a:r>
                        <a:rPr sz="1200" b="1" dirty="0">
                          <a:latin typeface="Times New Roman"/>
                          <a:cs typeface="Times New Roman"/>
                        </a:rPr>
                        <a:t>5.2</a:t>
                      </a:r>
                      <a:r>
                        <a:rPr sz="1200" b="1" spc="-25" dirty="0">
                          <a:latin typeface="Times New Roman"/>
                          <a:cs typeface="Times New Roman"/>
                        </a:rPr>
                        <a:t> </a:t>
                      </a:r>
                      <a:r>
                        <a:rPr sz="1200" b="1" spc="-5" dirty="0">
                          <a:latin typeface="Times New Roman"/>
                          <a:cs typeface="Times New Roman"/>
                        </a:rPr>
                        <a:t>Data</a:t>
                      </a:r>
                      <a:r>
                        <a:rPr sz="1200" b="1" spc="-65" dirty="0">
                          <a:latin typeface="Times New Roman"/>
                          <a:cs typeface="Times New Roman"/>
                        </a:rPr>
                        <a:t> </a:t>
                      </a:r>
                      <a:r>
                        <a:rPr sz="1200" b="1" spc="-15" dirty="0">
                          <a:latin typeface="Times New Roman"/>
                          <a:cs typeface="Times New Roman"/>
                        </a:rPr>
                        <a:t>Flow</a:t>
                      </a:r>
                      <a:r>
                        <a:rPr sz="1200" b="1" spc="-30" dirty="0">
                          <a:latin typeface="Times New Roman"/>
                          <a:cs typeface="Times New Roman"/>
                        </a:rPr>
                        <a:t> </a:t>
                      </a:r>
                      <a:r>
                        <a:rPr sz="1200" b="1" spc="-5" dirty="0">
                          <a:latin typeface="Times New Roman"/>
                          <a:cs typeface="Times New Roman"/>
                        </a:rPr>
                        <a:t>Diagrams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200"/>
                        </a:spcBef>
                      </a:pPr>
                      <a:r>
                        <a:rPr sz="1800" spc="-10" dirty="0">
                          <a:latin typeface="Arial MT"/>
                          <a:cs typeface="Arial MT"/>
                        </a:rPr>
                        <a:t>25</a:t>
                      </a:r>
                      <a:endParaRPr sz="1800">
                        <a:latin typeface="Arial MT"/>
                        <a:cs typeface="Arial MT"/>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41756">
                <a:tc rowSpan="7">
                  <a:txBody>
                    <a:bodyPr/>
                    <a:lstStyle/>
                    <a:p>
                      <a:pPr marL="69850">
                        <a:lnSpc>
                          <a:spcPts val="1555"/>
                        </a:lnSpc>
                      </a:pPr>
                      <a:r>
                        <a:rPr sz="1400" b="1" dirty="0">
                          <a:latin typeface="Times New Roman"/>
                          <a:cs typeface="Times New Roman"/>
                        </a:rPr>
                        <a:t>6</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0"/>
                        </a:lnSpc>
                      </a:pPr>
                      <a:r>
                        <a:rPr sz="1600" b="1" spc="-5" dirty="0">
                          <a:latin typeface="Times New Roman"/>
                          <a:cs typeface="Times New Roman"/>
                        </a:rPr>
                        <a:t>SYSTEM</a:t>
                      </a:r>
                      <a:r>
                        <a:rPr sz="1600" b="1" spc="-70" dirty="0">
                          <a:latin typeface="Times New Roman"/>
                          <a:cs typeface="Times New Roman"/>
                        </a:rPr>
                        <a:t> </a:t>
                      </a:r>
                      <a:r>
                        <a:rPr sz="1600" b="1" spc="-5" dirty="0">
                          <a:latin typeface="Times New Roman"/>
                          <a:cs typeface="Times New Roman"/>
                        </a:rPr>
                        <a:t>DESIGN</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405"/>
                        </a:spcBef>
                      </a:pPr>
                      <a:r>
                        <a:rPr sz="1800" spc="-10" dirty="0">
                          <a:latin typeface="Arial MT"/>
                          <a:cs typeface="Arial MT"/>
                        </a:rPr>
                        <a:t>28</a:t>
                      </a:r>
                      <a:endParaRPr sz="1800">
                        <a:latin typeface="Arial MT"/>
                        <a:cs typeface="Arial MT"/>
                      </a:endParaRPr>
                    </a:p>
                  </a:txBody>
                  <a:tcPr marL="0" marR="0" marT="514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1089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6.1 Int</a:t>
                      </a:r>
                      <a:r>
                        <a:rPr sz="1200" b="1" spc="-10" dirty="0">
                          <a:latin typeface="Times New Roman"/>
                          <a:cs typeface="Times New Roman"/>
                        </a:rPr>
                        <a:t>r</a:t>
                      </a:r>
                      <a:r>
                        <a:rPr sz="1200" b="1" dirty="0">
                          <a:latin typeface="Times New Roman"/>
                          <a:cs typeface="Times New Roman"/>
                        </a:rPr>
                        <a:t>o</a:t>
                      </a:r>
                      <a:r>
                        <a:rPr sz="1200" b="1" spc="-10" dirty="0">
                          <a:latin typeface="Times New Roman"/>
                          <a:cs typeface="Times New Roman"/>
                        </a:rPr>
                        <a:t>du</a:t>
                      </a:r>
                      <a:r>
                        <a:rPr sz="1200" b="1" spc="-5" dirty="0">
                          <a:latin typeface="Times New Roman"/>
                          <a:cs typeface="Times New Roman"/>
                        </a:rPr>
                        <a:t>c</a:t>
                      </a:r>
                      <a:r>
                        <a:rPr sz="1200" b="1" dirty="0">
                          <a:latin typeface="Times New Roman"/>
                          <a:cs typeface="Times New Roman"/>
                        </a:rPr>
                        <a:t>tion</a:t>
                      </a:r>
                      <a:r>
                        <a:rPr sz="1200" b="1" spc="-65" dirty="0">
                          <a:latin typeface="Times New Roman"/>
                          <a:cs typeface="Times New Roman"/>
                        </a:rPr>
                        <a:t> </a:t>
                      </a:r>
                      <a:r>
                        <a:rPr sz="1200" b="1" dirty="0">
                          <a:latin typeface="Times New Roman"/>
                          <a:cs typeface="Times New Roman"/>
                        </a:rPr>
                        <a:t>to</a:t>
                      </a:r>
                      <a:r>
                        <a:rPr sz="1200" b="1" spc="-5" dirty="0">
                          <a:latin typeface="Times New Roman"/>
                          <a:cs typeface="Times New Roman"/>
                        </a:rPr>
                        <a:t> </a:t>
                      </a:r>
                      <a:r>
                        <a:rPr sz="1200" b="1" dirty="0">
                          <a:latin typeface="Times New Roman"/>
                          <a:cs typeface="Times New Roman"/>
                        </a:rPr>
                        <a:t>Syst</a:t>
                      </a:r>
                      <a:r>
                        <a:rPr sz="1200" b="1" spc="-10" dirty="0">
                          <a:latin typeface="Times New Roman"/>
                          <a:cs typeface="Times New Roman"/>
                        </a:rPr>
                        <a:t>e</a:t>
                      </a:r>
                      <a:r>
                        <a:rPr sz="1200" b="1" dirty="0">
                          <a:latin typeface="Times New Roman"/>
                          <a:cs typeface="Times New Roman"/>
                        </a:rPr>
                        <a:t>m</a:t>
                      </a:r>
                      <a:r>
                        <a:rPr sz="1200" b="1" spc="-40" dirty="0">
                          <a:latin typeface="Times New Roman"/>
                          <a:cs typeface="Times New Roman"/>
                        </a:rPr>
                        <a:t> </a:t>
                      </a:r>
                      <a:r>
                        <a:rPr sz="1200" b="1" dirty="0">
                          <a:latin typeface="Times New Roman"/>
                          <a:cs typeface="Times New Roman"/>
                        </a:rPr>
                        <a:t>D</a:t>
                      </a:r>
                      <a:r>
                        <a:rPr sz="1200" b="1" spc="-10" dirty="0">
                          <a:latin typeface="Times New Roman"/>
                          <a:cs typeface="Times New Roman"/>
                        </a:rPr>
                        <a:t>e</a:t>
                      </a:r>
                      <a:r>
                        <a:rPr sz="1200" b="1" dirty="0">
                          <a:latin typeface="Times New Roman"/>
                          <a:cs typeface="Times New Roman"/>
                        </a:rPr>
                        <a:t>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ts val="2065"/>
                        </a:lnSpc>
                        <a:spcBef>
                          <a:spcPts val="280"/>
                        </a:spcBef>
                      </a:pPr>
                      <a:r>
                        <a:rPr sz="1800" spc="-10" dirty="0">
                          <a:latin typeface="Arial MT"/>
                          <a:cs typeface="Arial MT"/>
                        </a:rPr>
                        <a:t>29</a:t>
                      </a:r>
                      <a:endParaRPr sz="1800">
                        <a:latin typeface="Arial MT"/>
                        <a:cs typeface="Arial MT"/>
                      </a:endParaRPr>
                    </a:p>
                  </a:txBody>
                  <a:tcPr marL="0" marR="0" marT="355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6.2</a:t>
                      </a:r>
                      <a:r>
                        <a:rPr sz="1200" b="1" spc="-15" dirty="0">
                          <a:latin typeface="Times New Roman"/>
                          <a:cs typeface="Times New Roman"/>
                        </a:rPr>
                        <a:t> </a:t>
                      </a:r>
                      <a:r>
                        <a:rPr sz="1200" b="1" dirty="0">
                          <a:latin typeface="Times New Roman"/>
                          <a:cs typeface="Times New Roman"/>
                        </a:rPr>
                        <a:t>In</a:t>
                      </a:r>
                      <a:r>
                        <a:rPr sz="1200" b="1" spc="-10" dirty="0">
                          <a:latin typeface="Times New Roman"/>
                          <a:cs typeface="Times New Roman"/>
                        </a:rPr>
                        <a:t>pu</a:t>
                      </a:r>
                      <a:r>
                        <a:rPr sz="1200" b="1" dirty="0">
                          <a:latin typeface="Times New Roman"/>
                          <a:cs typeface="Times New Roman"/>
                        </a:rPr>
                        <a:t>t</a:t>
                      </a:r>
                      <a:r>
                        <a:rPr sz="1200" b="1" spc="-65" dirty="0">
                          <a:latin typeface="Times New Roman"/>
                          <a:cs typeface="Times New Roman"/>
                        </a:rPr>
                        <a:t> </a:t>
                      </a:r>
                      <a:r>
                        <a:rPr sz="1200" b="1" dirty="0">
                          <a:latin typeface="Times New Roman"/>
                          <a:cs typeface="Times New Roman"/>
                        </a:rPr>
                        <a:t>D</a:t>
                      </a:r>
                      <a:r>
                        <a:rPr sz="1200" b="1" spc="-10" dirty="0">
                          <a:latin typeface="Times New Roman"/>
                          <a:cs typeface="Times New Roman"/>
                        </a:rPr>
                        <a:t>e</a:t>
                      </a:r>
                      <a:r>
                        <a:rPr sz="1200" b="1" dirty="0">
                          <a:latin typeface="Times New Roman"/>
                          <a:cs typeface="Times New Roman"/>
                        </a:rPr>
                        <a:t>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170"/>
                        </a:spcBef>
                      </a:pPr>
                      <a:r>
                        <a:rPr sz="1800" spc="-10" dirty="0">
                          <a:latin typeface="Arial MT"/>
                          <a:cs typeface="Arial MT"/>
                        </a:rPr>
                        <a:t>29</a:t>
                      </a:r>
                      <a:endParaRPr sz="1800">
                        <a:latin typeface="Arial MT"/>
                        <a:cs typeface="Arial MT"/>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6.3</a:t>
                      </a:r>
                      <a:r>
                        <a:rPr sz="1200" b="1" spc="-15" dirty="0">
                          <a:latin typeface="Times New Roman"/>
                          <a:cs typeface="Times New Roman"/>
                        </a:rPr>
                        <a:t> </a:t>
                      </a:r>
                      <a:r>
                        <a:rPr sz="1200" b="1" dirty="0">
                          <a:latin typeface="Times New Roman"/>
                          <a:cs typeface="Times New Roman"/>
                        </a:rPr>
                        <a:t>O</a:t>
                      </a:r>
                      <a:r>
                        <a:rPr sz="1200" b="1" spc="5" dirty="0">
                          <a:latin typeface="Times New Roman"/>
                          <a:cs typeface="Times New Roman"/>
                        </a:rPr>
                        <a:t>u</a:t>
                      </a:r>
                      <a:r>
                        <a:rPr sz="1200" b="1" dirty="0">
                          <a:latin typeface="Times New Roman"/>
                          <a:cs typeface="Times New Roman"/>
                        </a:rPr>
                        <a:t>tp</a:t>
                      </a:r>
                      <a:r>
                        <a:rPr sz="1200" b="1" spc="-10" dirty="0">
                          <a:latin typeface="Times New Roman"/>
                          <a:cs typeface="Times New Roman"/>
                        </a:rPr>
                        <a:t>u</a:t>
                      </a:r>
                      <a:r>
                        <a:rPr sz="1200" b="1" dirty="0">
                          <a:latin typeface="Times New Roman"/>
                          <a:cs typeface="Times New Roman"/>
                        </a:rPr>
                        <a:t>t</a:t>
                      </a:r>
                      <a:r>
                        <a:rPr sz="1200" b="1" spc="-65" dirty="0">
                          <a:latin typeface="Times New Roman"/>
                          <a:cs typeface="Times New Roman"/>
                        </a:rPr>
                        <a:t> </a:t>
                      </a:r>
                      <a:r>
                        <a:rPr sz="1200" b="1" dirty="0">
                          <a:latin typeface="Times New Roman"/>
                          <a:cs typeface="Times New Roman"/>
                        </a:rPr>
                        <a:t>D</a:t>
                      </a:r>
                      <a:r>
                        <a:rPr sz="1200" b="1" spc="-10" dirty="0">
                          <a:latin typeface="Times New Roman"/>
                          <a:cs typeface="Times New Roman"/>
                        </a:rPr>
                        <a:t>e</a:t>
                      </a:r>
                      <a:r>
                        <a:rPr sz="1200" b="1" dirty="0">
                          <a:latin typeface="Times New Roman"/>
                          <a:cs typeface="Times New Roman"/>
                        </a:rPr>
                        <a:t>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204"/>
                        </a:spcBef>
                      </a:pPr>
                      <a:r>
                        <a:rPr sz="1800" spc="-10" dirty="0">
                          <a:latin typeface="Arial MT"/>
                          <a:cs typeface="Arial MT"/>
                        </a:rPr>
                        <a:t>30</a:t>
                      </a:r>
                      <a:endParaRPr sz="1800">
                        <a:latin typeface="Arial MT"/>
                        <a:cs typeface="Arial MT"/>
                      </a:endParaRPr>
                    </a:p>
                  </a:txBody>
                  <a:tcPr marL="0" marR="0" marT="2603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14198">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spc="-5" dirty="0">
                          <a:latin typeface="Times New Roman"/>
                          <a:cs typeface="Times New Roman"/>
                        </a:rPr>
                        <a:t>6.</a:t>
                      </a:r>
                      <a:r>
                        <a:rPr sz="1200" b="1" dirty="0">
                          <a:latin typeface="Times New Roman"/>
                          <a:cs typeface="Times New Roman"/>
                        </a:rPr>
                        <a:t>4</a:t>
                      </a:r>
                      <a:r>
                        <a:rPr sz="1200" b="1" spc="-15" dirty="0">
                          <a:latin typeface="Times New Roman"/>
                          <a:cs typeface="Times New Roman"/>
                        </a:rPr>
                        <a:t> </a:t>
                      </a:r>
                      <a:r>
                        <a:rPr sz="1200" b="1" spc="-5" dirty="0">
                          <a:latin typeface="Times New Roman"/>
                          <a:cs typeface="Times New Roman"/>
                        </a:rPr>
                        <a:t>D</a:t>
                      </a:r>
                      <a:r>
                        <a:rPr sz="1200" b="1" dirty="0">
                          <a:latin typeface="Times New Roman"/>
                          <a:cs typeface="Times New Roman"/>
                        </a:rPr>
                        <a:t>a</a:t>
                      </a:r>
                      <a:r>
                        <a:rPr sz="1200" b="1" spc="-10" dirty="0">
                          <a:latin typeface="Times New Roman"/>
                          <a:cs typeface="Times New Roman"/>
                        </a:rPr>
                        <a:t>t</a:t>
                      </a:r>
                      <a:r>
                        <a:rPr sz="1200" b="1" dirty="0">
                          <a:latin typeface="Times New Roman"/>
                          <a:cs typeface="Times New Roman"/>
                        </a:rPr>
                        <a:t>aba</a:t>
                      </a:r>
                      <a:r>
                        <a:rPr sz="1200" b="1" spc="-15" dirty="0">
                          <a:latin typeface="Times New Roman"/>
                          <a:cs typeface="Times New Roman"/>
                        </a:rPr>
                        <a:t>s</a:t>
                      </a:r>
                      <a:r>
                        <a:rPr sz="1200" b="1" dirty="0">
                          <a:latin typeface="Times New Roman"/>
                          <a:cs typeface="Times New Roman"/>
                        </a:rPr>
                        <a:t>e</a:t>
                      </a:r>
                      <a:r>
                        <a:rPr sz="1200" b="1" spc="-55" dirty="0">
                          <a:latin typeface="Times New Roman"/>
                          <a:cs typeface="Times New Roman"/>
                        </a:rPr>
                        <a:t> </a:t>
                      </a:r>
                      <a:r>
                        <a:rPr sz="1200" b="1" dirty="0">
                          <a:latin typeface="Times New Roman"/>
                          <a:cs typeface="Times New Roman"/>
                        </a:rPr>
                        <a:t>D</a:t>
                      </a:r>
                      <a:r>
                        <a:rPr sz="1200" b="1" spc="-5" dirty="0">
                          <a:latin typeface="Times New Roman"/>
                          <a:cs typeface="Times New Roman"/>
                        </a:rPr>
                        <a:t>e</a:t>
                      </a:r>
                      <a:r>
                        <a:rPr sz="1200" b="1" dirty="0">
                          <a:latin typeface="Times New Roman"/>
                          <a:cs typeface="Times New Roman"/>
                        </a:rPr>
                        <a:t>s</a:t>
                      </a:r>
                      <a:r>
                        <a:rPr sz="1200" b="1" spc="5" dirty="0">
                          <a:latin typeface="Times New Roman"/>
                          <a:cs typeface="Times New Roman"/>
                        </a:rPr>
                        <a:t>i</a:t>
                      </a:r>
                      <a:r>
                        <a:rPr sz="1200" b="1" dirty="0">
                          <a:latin typeface="Times New Roman"/>
                          <a:cs typeface="Times New Roman"/>
                        </a:rPr>
                        <a:t>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ts val="1960"/>
                        </a:lnSpc>
                        <a:spcBef>
                          <a:spcPts val="415"/>
                        </a:spcBef>
                      </a:pPr>
                      <a:r>
                        <a:rPr sz="1800" spc="-10" dirty="0">
                          <a:latin typeface="Arial MT"/>
                          <a:cs typeface="Arial MT"/>
                        </a:rPr>
                        <a:t>31</a:t>
                      </a:r>
                      <a:endParaRPr sz="1800">
                        <a:latin typeface="Arial MT"/>
                        <a:cs typeface="Arial MT"/>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1089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spc="-5" dirty="0">
                          <a:latin typeface="Times New Roman"/>
                          <a:cs typeface="Times New Roman"/>
                        </a:rPr>
                        <a:t>6.5</a:t>
                      </a:r>
                      <a:r>
                        <a:rPr sz="1200" b="1" spc="-35" dirty="0">
                          <a:latin typeface="Times New Roman"/>
                          <a:cs typeface="Times New Roman"/>
                        </a:rPr>
                        <a:t> </a:t>
                      </a:r>
                      <a:r>
                        <a:rPr sz="1200" b="1" spc="-10" dirty="0">
                          <a:latin typeface="Times New Roman"/>
                          <a:cs typeface="Times New Roman"/>
                        </a:rPr>
                        <a:t>Table</a:t>
                      </a:r>
                      <a:r>
                        <a:rPr sz="1200" b="1" spc="-50" dirty="0">
                          <a:latin typeface="Times New Roman"/>
                          <a:cs typeface="Times New Roman"/>
                        </a:rPr>
                        <a:t> </a:t>
                      </a:r>
                      <a:r>
                        <a:rPr sz="1200" b="1" spc="-5" dirty="0">
                          <a:latin typeface="Times New Roman"/>
                          <a:cs typeface="Times New Roman"/>
                        </a:rPr>
                        <a:t>Design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ts val="2070"/>
                        </a:lnSpc>
                        <a:spcBef>
                          <a:spcPts val="280"/>
                        </a:spcBef>
                      </a:pPr>
                      <a:r>
                        <a:rPr sz="1800" spc="-10" dirty="0">
                          <a:latin typeface="Arial MT"/>
                          <a:cs typeface="Arial MT"/>
                        </a:rPr>
                        <a:t>32</a:t>
                      </a:r>
                      <a:endParaRPr sz="1800">
                        <a:latin typeface="Arial MT"/>
                        <a:cs typeface="Arial MT"/>
                      </a:endParaRPr>
                    </a:p>
                  </a:txBody>
                  <a:tcPr marL="0" marR="0" marT="355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6.6</a:t>
                      </a:r>
                      <a:r>
                        <a:rPr sz="1200" b="1" spc="-35" dirty="0">
                          <a:latin typeface="Times New Roman"/>
                          <a:cs typeface="Times New Roman"/>
                        </a:rPr>
                        <a:t> </a:t>
                      </a:r>
                      <a:r>
                        <a:rPr sz="1200" b="1" spc="-20" dirty="0">
                          <a:latin typeface="Times New Roman"/>
                          <a:cs typeface="Times New Roman"/>
                        </a:rPr>
                        <a:t>Process</a:t>
                      </a:r>
                      <a:r>
                        <a:rPr sz="1200" b="1" spc="5" dirty="0">
                          <a:latin typeface="Times New Roman"/>
                          <a:cs typeface="Times New Roman"/>
                        </a:rPr>
                        <a:t> </a:t>
                      </a:r>
                      <a:r>
                        <a:rPr sz="1200" b="1" spc="-5" dirty="0">
                          <a:latin typeface="Times New Roman"/>
                          <a:cs typeface="Times New Roman"/>
                        </a:rPr>
                        <a:t>Design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ct val="100000"/>
                        </a:lnSpc>
                        <a:spcBef>
                          <a:spcPts val="110"/>
                        </a:spcBef>
                      </a:pPr>
                      <a:r>
                        <a:rPr sz="1800" spc="-10" dirty="0">
                          <a:latin typeface="Arial MT"/>
                          <a:cs typeface="Arial MT"/>
                        </a:rPr>
                        <a:t>41</a:t>
                      </a:r>
                      <a:endParaRPr sz="1800">
                        <a:latin typeface="Arial MT"/>
                        <a:cs typeface="Arial MT"/>
                      </a:endParaRPr>
                    </a:p>
                  </a:txBody>
                  <a:tcPr marL="0" marR="0" marT="139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41756">
                <a:tc rowSpan="7">
                  <a:txBody>
                    <a:bodyPr/>
                    <a:lstStyle/>
                    <a:p>
                      <a:pPr marL="69850">
                        <a:lnSpc>
                          <a:spcPts val="1555"/>
                        </a:lnSpc>
                      </a:pPr>
                      <a:r>
                        <a:rPr sz="1400" b="1" dirty="0">
                          <a:latin typeface="Times New Roman"/>
                          <a:cs typeface="Times New Roman"/>
                        </a:rPr>
                        <a:t>7</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SYSTEM</a:t>
                      </a:r>
                      <a:r>
                        <a:rPr sz="1600" b="1" spc="-95" dirty="0">
                          <a:latin typeface="Times New Roman"/>
                          <a:cs typeface="Times New Roman"/>
                        </a:rPr>
                        <a:t> </a:t>
                      </a:r>
                      <a:r>
                        <a:rPr sz="1600" b="1" spc="-5" dirty="0">
                          <a:latin typeface="Times New Roman"/>
                          <a:cs typeface="Times New Roman"/>
                        </a:rPr>
                        <a:t>TESTING</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425"/>
                        </a:spcBef>
                      </a:pPr>
                      <a:r>
                        <a:rPr sz="1800" spc="-10" dirty="0">
                          <a:latin typeface="Arial MT"/>
                          <a:cs typeface="Arial MT"/>
                        </a:rPr>
                        <a:t>42</a:t>
                      </a:r>
                      <a:endParaRPr sz="1800">
                        <a:latin typeface="Arial MT"/>
                        <a:cs typeface="Arial MT"/>
                      </a:endParaRPr>
                    </a:p>
                  </a:txBody>
                  <a:tcPr marL="0" marR="0" marT="539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139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pPr>
                      <a:r>
                        <a:rPr sz="1200" b="1" dirty="0">
                          <a:latin typeface="Times New Roman"/>
                          <a:cs typeface="Times New Roman"/>
                        </a:rPr>
                        <a:t>7.1</a:t>
                      </a:r>
                      <a:r>
                        <a:rPr sz="1200" b="1" spc="-10" dirty="0">
                          <a:latin typeface="Times New Roman"/>
                          <a:cs typeface="Times New Roman"/>
                        </a:rPr>
                        <a:t> </a:t>
                      </a:r>
                      <a:r>
                        <a:rPr sz="1200" b="1" spc="-5" dirty="0">
                          <a:latin typeface="Times New Roman"/>
                          <a:cs typeface="Times New Roman"/>
                        </a:rPr>
                        <a:t>Introduction</a:t>
                      </a:r>
                      <a:r>
                        <a:rPr sz="1200" b="1" spc="-65" dirty="0">
                          <a:latin typeface="Times New Roman"/>
                          <a:cs typeface="Times New Roman"/>
                        </a:rPr>
                        <a:t> </a:t>
                      </a:r>
                      <a:r>
                        <a:rPr sz="1200" b="1" dirty="0">
                          <a:latin typeface="Times New Roman"/>
                          <a:cs typeface="Times New Roman"/>
                        </a:rPr>
                        <a:t>to </a:t>
                      </a:r>
                      <a:r>
                        <a:rPr sz="1200" b="1" spc="-5" dirty="0">
                          <a:latin typeface="Times New Roman"/>
                          <a:cs typeface="Times New Roman"/>
                        </a:rPr>
                        <a:t>System</a:t>
                      </a:r>
                      <a:r>
                        <a:rPr sz="1200" b="1" spc="-45" dirty="0">
                          <a:latin typeface="Times New Roman"/>
                          <a:cs typeface="Times New Roman"/>
                        </a:rPr>
                        <a:t> </a:t>
                      </a:r>
                      <a:r>
                        <a:rPr sz="1200" b="1" spc="-5"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ct val="100000"/>
                        </a:lnSpc>
                        <a:spcBef>
                          <a:spcPts val="15"/>
                        </a:spcBef>
                      </a:pPr>
                      <a:r>
                        <a:rPr sz="1800" spc="-10" dirty="0">
                          <a:latin typeface="Arial MT"/>
                          <a:cs typeface="Arial MT"/>
                        </a:rPr>
                        <a:t>43</a:t>
                      </a:r>
                      <a:endParaRPr sz="1800">
                        <a:latin typeface="Arial MT"/>
                        <a:cs typeface="Arial MT"/>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1089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0"/>
                        </a:lnSpc>
                        <a:tabLst>
                          <a:tab pos="528955" algn="l"/>
                        </a:tabLst>
                      </a:pPr>
                      <a:r>
                        <a:rPr sz="1200" b="1" dirty="0">
                          <a:latin typeface="Times New Roman"/>
                          <a:cs typeface="Times New Roman"/>
                        </a:rPr>
                        <a:t>7.1.1	</a:t>
                      </a:r>
                      <a:r>
                        <a:rPr sz="1200" b="1" spc="-10" dirty="0">
                          <a:latin typeface="Times New Roman"/>
                          <a:cs typeface="Times New Roman"/>
                        </a:rPr>
                        <a:t>Unit</a:t>
                      </a:r>
                      <a:r>
                        <a:rPr sz="1200" b="1" spc="-60" dirty="0">
                          <a:latin typeface="Times New Roman"/>
                          <a:cs typeface="Times New Roman"/>
                        </a:rPr>
                        <a:t> </a:t>
                      </a:r>
                      <a:r>
                        <a:rPr sz="1200" b="1" spc="-5"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110"/>
                        </a:spcBef>
                      </a:pPr>
                      <a:r>
                        <a:rPr sz="1800" spc="-10" dirty="0">
                          <a:latin typeface="Arial MT"/>
                          <a:cs typeface="Arial MT"/>
                        </a:rPr>
                        <a:t>43</a:t>
                      </a:r>
                      <a:endParaRPr sz="1800">
                        <a:latin typeface="Arial MT"/>
                        <a:cs typeface="Arial MT"/>
                      </a:endParaRPr>
                    </a:p>
                  </a:txBody>
                  <a:tcPr marL="0" marR="0" marT="139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tabLst>
                          <a:tab pos="528955" algn="l"/>
                        </a:tabLst>
                      </a:pPr>
                      <a:r>
                        <a:rPr sz="1200" b="1" dirty="0">
                          <a:latin typeface="Times New Roman"/>
                          <a:cs typeface="Times New Roman"/>
                        </a:rPr>
                        <a:t>7.1.2	Int</a:t>
                      </a:r>
                      <a:r>
                        <a:rPr sz="1200" b="1" spc="-10" dirty="0">
                          <a:latin typeface="Times New Roman"/>
                          <a:cs typeface="Times New Roman"/>
                        </a:rPr>
                        <a:t>e</a:t>
                      </a:r>
                      <a:r>
                        <a:rPr sz="1200" b="1" dirty="0">
                          <a:latin typeface="Times New Roman"/>
                          <a:cs typeface="Times New Roman"/>
                        </a:rPr>
                        <a:t>g</a:t>
                      </a:r>
                      <a:r>
                        <a:rPr sz="1200" b="1" spc="-5" dirty="0">
                          <a:latin typeface="Times New Roman"/>
                          <a:cs typeface="Times New Roman"/>
                        </a:rPr>
                        <a:t>r</a:t>
                      </a:r>
                      <a:r>
                        <a:rPr sz="1200" b="1" dirty="0">
                          <a:latin typeface="Times New Roman"/>
                          <a:cs typeface="Times New Roman"/>
                        </a:rPr>
                        <a:t>ation</a:t>
                      </a:r>
                      <a:r>
                        <a:rPr sz="1200" b="1" spc="-65" dirty="0">
                          <a:latin typeface="Times New Roman"/>
                          <a:cs typeface="Times New Roman"/>
                        </a:rPr>
                        <a:t> </a:t>
                      </a:r>
                      <a:r>
                        <a:rPr sz="1200" b="1" dirty="0">
                          <a:latin typeface="Times New Roman"/>
                          <a:cs typeface="Times New Roman"/>
                        </a:rPr>
                        <a:t>T</a:t>
                      </a:r>
                      <a:r>
                        <a:rPr sz="1200" b="1" spc="-5" dirty="0">
                          <a:latin typeface="Times New Roman"/>
                          <a:cs typeface="Times New Roman"/>
                        </a:rPr>
                        <a:t>e</a:t>
                      </a:r>
                      <a:r>
                        <a:rPr sz="1200" b="1" dirty="0">
                          <a:latin typeface="Times New Roman"/>
                          <a:cs typeface="Times New Roman"/>
                        </a:rPr>
                        <a:t>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884">
                        <a:lnSpc>
                          <a:spcPct val="100000"/>
                        </a:lnSpc>
                        <a:spcBef>
                          <a:spcPts val="170"/>
                        </a:spcBef>
                      </a:pPr>
                      <a:r>
                        <a:rPr sz="1800" spc="-10" dirty="0">
                          <a:latin typeface="Arial MT"/>
                          <a:cs typeface="Arial MT"/>
                        </a:rPr>
                        <a:t>44</a:t>
                      </a:r>
                      <a:endParaRPr sz="1800">
                        <a:latin typeface="Arial MT"/>
                        <a:cs typeface="Arial MT"/>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14198">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tabLst>
                          <a:tab pos="528955" algn="l"/>
                        </a:tabLst>
                      </a:pPr>
                      <a:r>
                        <a:rPr sz="1200" b="1" dirty="0">
                          <a:latin typeface="Times New Roman"/>
                          <a:cs typeface="Times New Roman"/>
                        </a:rPr>
                        <a:t>7.1.3	Vali</a:t>
                      </a:r>
                      <a:r>
                        <a:rPr sz="1200" b="1" spc="5" dirty="0">
                          <a:latin typeface="Times New Roman"/>
                          <a:cs typeface="Times New Roman"/>
                        </a:rPr>
                        <a:t>d</a:t>
                      </a:r>
                      <a:r>
                        <a:rPr sz="1200" b="1" dirty="0">
                          <a:latin typeface="Times New Roman"/>
                          <a:cs typeface="Times New Roman"/>
                        </a:rPr>
                        <a:t>at</a:t>
                      </a:r>
                      <a:r>
                        <a:rPr sz="1200" b="1" spc="-15" dirty="0">
                          <a:latin typeface="Times New Roman"/>
                          <a:cs typeface="Times New Roman"/>
                        </a:rPr>
                        <a:t>i</a:t>
                      </a:r>
                      <a:r>
                        <a:rPr sz="1200" b="1" dirty="0">
                          <a:latin typeface="Times New Roman"/>
                          <a:cs typeface="Times New Roman"/>
                        </a:rPr>
                        <a:t>on</a:t>
                      </a:r>
                      <a:r>
                        <a:rPr sz="1200" b="1" spc="-80" dirty="0">
                          <a:latin typeface="Times New Roman"/>
                          <a:cs typeface="Times New Roman"/>
                        </a:rPr>
                        <a:t> </a:t>
                      </a:r>
                      <a:r>
                        <a:rPr sz="1200" b="1" dirty="0">
                          <a:latin typeface="Times New Roman"/>
                          <a:cs typeface="Times New Roman"/>
                        </a:rPr>
                        <a:t>T</a:t>
                      </a:r>
                      <a:r>
                        <a:rPr sz="1200" b="1" spc="-5" dirty="0">
                          <a:latin typeface="Times New Roman"/>
                          <a:cs typeface="Times New Roman"/>
                        </a:rPr>
                        <a:t>e</a:t>
                      </a:r>
                      <a:r>
                        <a:rPr sz="1200" b="1" dirty="0">
                          <a:latin typeface="Times New Roman"/>
                          <a:cs typeface="Times New Roman"/>
                        </a:rPr>
                        <a:t>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250">
                        <a:lnSpc>
                          <a:spcPts val="2025"/>
                        </a:lnSpc>
                        <a:spcBef>
                          <a:spcPts val="345"/>
                        </a:spcBef>
                      </a:pPr>
                      <a:r>
                        <a:rPr sz="1800" spc="-10" dirty="0">
                          <a:latin typeface="Arial MT"/>
                          <a:cs typeface="Arial MT"/>
                        </a:rPr>
                        <a:t>44</a:t>
                      </a:r>
                      <a:endParaRPr sz="1800">
                        <a:latin typeface="Arial MT"/>
                        <a:cs typeface="Arial MT"/>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tabLst>
                          <a:tab pos="528955" algn="l"/>
                        </a:tabLst>
                      </a:pPr>
                      <a:r>
                        <a:rPr sz="1200" b="1" dirty="0">
                          <a:latin typeface="Times New Roman"/>
                          <a:cs typeface="Times New Roman"/>
                        </a:rPr>
                        <a:t>7.1.4	</a:t>
                      </a:r>
                      <a:r>
                        <a:rPr sz="1200" b="1" spc="-10" dirty="0">
                          <a:latin typeface="Times New Roman"/>
                          <a:cs typeface="Times New Roman"/>
                        </a:rPr>
                        <a:t>Alpha</a:t>
                      </a:r>
                      <a:r>
                        <a:rPr sz="1200" b="1" spc="-65" dirty="0">
                          <a:latin typeface="Times New Roman"/>
                          <a:cs typeface="Times New Roman"/>
                        </a:rPr>
                        <a:t> </a:t>
                      </a:r>
                      <a:r>
                        <a:rPr sz="1200" b="1" spc="-5"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ct val="100000"/>
                        </a:lnSpc>
                        <a:spcBef>
                          <a:spcPts val="100"/>
                        </a:spcBef>
                      </a:pPr>
                      <a:r>
                        <a:rPr sz="1800" spc="-10" dirty="0">
                          <a:latin typeface="Arial MT"/>
                          <a:cs typeface="Arial MT"/>
                        </a:rPr>
                        <a:t>44</a:t>
                      </a:r>
                      <a:endParaRPr sz="1800">
                        <a:latin typeface="Arial MT"/>
                        <a:cs typeface="Arial MT"/>
                      </a:endParaRPr>
                    </a:p>
                  </a:txBody>
                  <a:tcPr marL="0" marR="0" marT="127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81940">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tabLst>
                          <a:tab pos="525780" algn="l"/>
                        </a:tabLst>
                      </a:pPr>
                      <a:r>
                        <a:rPr sz="1200" b="1" dirty="0">
                          <a:latin typeface="Times New Roman"/>
                          <a:cs typeface="Times New Roman"/>
                        </a:rPr>
                        <a:t>7.1.5	</a:t>
                      </a:r>
                      <a:r>
                        <a:rPr sz="1200" b="1" spc="-5" dirty="0">
                          <a:latin typeface="Times New Roman"/>
                          <a:cs typeface="Times New Roman"/>
                        </a:rPr>
                        <a:t>Beta</a:t>
                      </a:r>
                      <a:r>
                        <a:rPr sz="1200" b="1" spc="-40" dirty="0">
                          <a:latin typeface="Times New Roman"/>
                          <a:cs typeface="Times New Roman"/>
                        </a:rPr>
                        <a:t> </a:t>
                      </a:r>
                      <a:r>
                        <a:rPr sz="1200" b="1" spc="-5" dirty="0">
                          <a:latin typeface="Times New Roman"/>
                          <a:cs typeface="Times New Roman"/>
                        </a:rPr>
                        <a:t>Testing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93395">
                        <a:lnSpc>
                          <a:spcPts val="2014"/>
                        </a:lnSpc>
                        <a:spcBef>
                          <a:spcPts val="100"/>
                        </a:spcBef>
                      </a:pPr>
                      <a:r>
                        <a:rPr sz="1800" spc="-10" dirty="0">
                          <a:latin typeface="Arial MT"/>
                          <a:cs typeface="Arial MT"/>
                        </a:rPr>
                        <a:t>44</a:t>
                      </a:r>
                      <a:endParaRPr sz="1800">
                        <a:latin typeface="Arial MT"/>
                        <a:cs typeface="Arial MT"/>
                      </a:endParaRPr>
                    </a:p>
                  </a:txBody>
                  <a:tcPr marL="0" marR="0" marT="127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341375">
                <a:tc rowSpan="4">
                  <a:txBody>
                    <a:bodyPr/>
                    <a:lstStyle/>
                    <a:p>
                      <a:pPr marL="69850">
                        <a:lnSpc>
                          <a:spcPts val="1560"/>
                        </a:lnSpc>
                      </a:pPr>
                      <a:r>
                        <a:rPr sz="1400" b="1" dirty="0">
                          <a:latin typeface="Times New Roman"/>
                          <a:cs typeface="Times New Roman"/>
                        </a:rPr>
                        <a:t>8</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SYSTEM</a:t>
                      </a:r>
                      <a:r>
                        <a:rPr sz="1600" b="1" spc="-30" dirty="0">
                          <a:latin typeface="Times New Roman"/>
                          <a:cs typeface="Times New Roman"/>
                        </a:rPr>
                        <a:t> </a:t>
                      </a:r>
                      <a:r>
                        <a:rPr sz="1600" b="1" spc="-10" dirty="0">
                          <a:latin typeface="Times New Roman"/>
                          <a:cs typeface="Times New Roman"/>
                        </a:rPr>
                        <a:t>IMPLEMENTATION</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ct val="100000"/>
                        </a:lnSpc>
                        <a:spcBef>
                          <a:spcPts val="105"/>
                        </a:spcBef>
                      </a:pPr>
                      <a:r>
                        <a:rPr sz="1800" spc="-10" dirty="0">
                          <a:latin typeface="Arial MT"/>
                          <a:cs typeface="Arial MT"/>
                        </a:rPr>
                        <a:t>46</a:t>
                      </a:r>
                      <a:endParaRPr sz="1800">
                        <a:latin typeface="Arial MT"/>
                        <a:cs typeface="Arial MT"/>
                      </a:endParaRPr>
                    </a:p>
                  </a:txBody>
                  <a:tcPr marL="0" marR="0" marT="133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r h="3139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8.1 Int</a:t>
                      </a:r>
                      <a:r>
                        <a:rPr sz="1200" b="1" spc="-10" dirty="0">
                          <a:latin typeface="Times New Roman"/>
                          <a:cs typeface="Times New Roman"/>
                        </a:rPr>
                        <a:t>r</a:t>
                      </a:r>
                      <a:r>
                        <a:rPr sz="1200" b="1" dirty="0">
                          <a:latin typeface="Times New Roman"/>
                          <a:cs typeface="Times New Roman"/>
                        </a:rPr>
                        <a:t>o</a:t>
                      </a:r>
                      <a:r>
                        <a:rPr sz="1200" b="1" spc="-10" dirty="0">
                          <a:latin typeface="Times New Roman"/>
                          <a:cs typeface="Times New Roman"/>
                        </a:rPr>
                        <a:t>du</a:t>
                      </a:r>
                      <a:r>
                        <a:rPr sz="1200" b="1" spc="-5" dirty="0">
                          <a:latin typeface="Times New Roman"/>
                          <a:cs typeface="Times New Roman"/>
                        </a:rPr>
                        <a:t>c</a:t>
                      </a:r>
                      <a:r>
                        <a:rPr sz="1200" b="1" dirty="0">
                          <a:latin typeface="Times New Roman"/>
                          <a:cs typeface="Times New Roman"/>
                        </a:rPr>
                        <a:t>tion</a:t>
                      </a:r>
                      <a:r>
                        <a:rPr sz="1200" b="1" spc="-65" dirty="0">
                          <a:latin typeface="Times New Roman"/>
                          <a:cs typeface="Times New Roman"/>
                        </a:rPr>
                        <a:t> </a:t>
                      </a:r>
                      <a:r>
                        <a:rPr sz="1200" b="1" spc="-5" dirty="0">
                          <a:latin typeface="Times New Roman"/>
                          <a:cs typeface="Times New Roman"/>
                        </a:rPr>
                        <a:t>t</a:t>
                      </a:r>
                      <a:r>
                        <a:rPr sz="1200" b="1" dirty="0">
                          <a:latin typeface="Times New Roman"/>
                          <a:cs typeface="Times New Roman"/>
                        </a:rPr>
                        <a:t>o</a:t>
                      </a:r>
                      <a:r>
                        <a:rPr sz="1200" b="1" spc="10" dirty="0">
                          <a:latin typeface="Times New Roman"/>
                          <a:cs typeface="Times New Roman"/>
                        </a:rPr>
                        <a:t> </a:t>
                      </a:r>
                      <a:r>
                        <a:rPr sz="1200" b="1" dirty="0">
                          <a:latin typeface="Times New Roman"/>
                          <a:cs typeface="Times New Roman"/>
                        </a:rPr>
                        <a:t>Syst</a:t>
                      </a:r>
                      <a:r>
                        <a:rPr sz="1200" b="1" spc="-10" dirty="0">
                          <a:latin typeface="Times New Roman"/>
                          <a:cs typeface="Times New Roman"/>
                        </a:rPr>
                        <a:t>e</a:t>
                      </a:r>
                      <a:r>
                        <a:rPr sz="1200" b="1" dirty="0">
                          <a:latin typeface="Times New Roman"/>
                          <a:cs typeface="Times New Roman"/>
                        </a:rPr>
                        <a:t>m</a:t>
                      </a:r>
                      <a:r>
                        <a:rPr sz="1200" b="1" spc="-55" dirty="0">
                          <a:latin typeface="Times New Roman"/>
                          <a:cs typeface="Times New Roman"/>
                        </a:rPr>
                        <a:t> </a:t>
                      </a:r>
                      <a:r>
                        <a:rPr sz="1200" b="1" dirty="0">
                          <a:latin typeface="Times New Roman"/>
                          <a:cs typeface="Times New Roman"/>
                        </a:rPr>
                        <a:t>I</a:t>
                      </a:r>
                      <a:r>
                        <a:rPr sz="1200" b="1" spc="-15" dirty="0">
                          <a:latin typeface="Times New Roman"/>
                          <a:cs typeface="Times New Roman"/>
                        </a:rPr>
                        <a:t>m</a:t>
                      </a:r>
                      <a:r>
                        <a:rPr sz="1200" b="1" dirty="0">
                          <a:latin typeface="Times New Roman"/>
                          <a:cs typeface="Times New Roman"/>
                        </a:rPr>
                        <a:t>ple</a:t>
                      </a:r>
                      <a:r>
                        <a:rPr sz="1200" b="1" spc="-20" dirty="0">
                          <a:latin typeface="Times New Roman"/>
                          <a:cs typeface="Times New Roman"/>
                        </a:rPr>
                        <a:t>m</a:t>
                      </a:r>
                      <a:r>
                        <a:rPr sz="1200" b="1" spc="-5" dirty="0">
                          <a:latin typeface="Times New Roman"/>
                          <a:cs typeface="Times New Roman"/>
                        </a:rPr>
                        <a:t>e</a:t>
                      </a:r>
                      <a:r>
                        <a:rPr sz="1200" b="1" dirty="0">
                          <a:latin typeface="Times New Roman"/>
                          <a:cs typeface="Times New Roman"/>
                        </a:rPr>
                        <a:t>nta</a:t>
                      </a:r>
                      <a:r>
                        <a:rPr sz="1200" b="1" spc="-10" dirty="0">
                          <a:latin typeface="Times New Roman"/>
                          <a:cs typeface="Times New Roman"/>
                        </a:rPr>
                        <a:t>t</a:t>
                      </a:r>
                      <a:r>
                        <a:rPr sz="1200" b="1" dirty="0">
                          <a:latin typeface="Times New Roman"/>
                          <a:cs typeface="Times New Roman"/>
                        </a:rPr>
                        <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93395">
                        <a:lnSpc>
                          <a:spcPts val="2045"/>
                        </a:lnSpc>
                        <a:spcBef>
                          <a:spcPts val="325"/>
                        </a:spcBef>
                      </a:pPr>
                      <a:r>
                        <a:rPr sz="1800" spc="-10" dirty="0">
                          <a:latin typeface="Arial MT"/>
                          <a:cs typeface="Arial MT"/>
                        </a:rPr>
                        <a:t>47</a:t>
                      </a:r>
                      <a:endParaRPr sz="1800">
                        <a:latin typeface="Arial MT"/>
                        <a:cs typeface="Arial MT"/>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6"/>
                  </a:ext>
                </a:extLst>
              </a:tr>
              <a:tr h="310896">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8.2</a:t>
                      </a:r>
                      <a:r>
                        <a:rPr sz="1200" b="1" spc="-15" dirty="0">
                          <a:latin typeface="Times New Roman"/>
                          <a:cs typeface="Times New Roman"/>
                        </a:rPr>
                        <a:t> </a:t>
                      </a:r>
                      <a:r>
                        <a:rPr sz="1200" b="1" dirty="0">
                          <a:latin typeface="Times New Roman"/>
                          <a:cs typeface="Times New Roman"/>
                        </a:rPr>
                        <a:t>I</a:t>
                      </a:r>
                      <a:r>
                        <a:rPr sz="1200" b="1" spc="-15" dirty="0">
                          <a:latin typeface="Times New Roman"/>
                          <a:cs typeface="Times New Roman"/>
                        </a:rPr>
                        <a:t>m</a:t>
                      </a:r>
                      <a:r>
                        <a:rPr sz="1200" b="1" dirty="0">
                          <a:latin typeface="Times New Roman"/>
                          <a:cs typeface="Times New Roman"/>
                        </a:rPr>
                        <a:t>ple</a:t>
                      </a:r>
                      <a:r>
                        <a:rPr sz="1200" b="1" spc="-20" dirty="0">
                          <a:latin typeface="Times New Roman"/>
                          <a:cs typeface="Times New Roman"/>
                        </a:rPr>
                        <a:t>m</a:t>
                      </a:r>
                      <a:r>
                        <a:rPr sz="1200" b="1" spc="-5" dirty="0">
                          <a:latin typeface="Times New Roman"/>
                          <a:cs typeface="Times New Roman"/>
                        </a:rPr>
                        <a:t>e</a:t>
                      </a:r>
                      <a:r>
                        <a:rPr sz="1200" b="1" dirty="0">
                          <a:latin typeface="Times New Roman"/>
                          <a:cs typeface="Times New Roman"/>
                        </a:rPr>
                        <a:t>nta</a:t>
                      </a:r>
                      <a:r>
                        <a:rPr sz="1200" b="1" spc="-10" dirty="0">
                          <a:latin typeface="Times New Roman"/>
                          <a:cs typeface="Times New Roman"/>
                        </a:rPr>
                        <a:t>t</a:t>
                      </a:r>
                      <a:r>
                        <a:rPr sz="1200" b="1" dirty="0">
                          <a:latin typeface="Times New Roman"/>
                          <a:cs typeface="Times New Roman"/>
                        </a:rPr>
                        <a:t>ion</a:t>
                      </a:r>
                      <a:r>
                        <a:rPr sz="1200" b="1" spc="-50" dirty="0">
                          <a:latin typeface="Times New Roman"/>
                          <a:cs typeface="Times New Roman"/>
                        </a:rPr>
                        <a:t> </a:t>
                      </a:r>
                      <a:r>
                        <a:rPr sz="1200" b="1" spc="-30" dirty="0">
                          <a:latin typeface="Times New Roman"/>
                          <a:cs typeface="Times New Roman"/>
                        </a:rPr>
                        <a:t>P</a:t>
                      </a:r>
                      <a:r>
                        <a:rPr sz="1200" b="1" spc="-10" dirty="0">
                          <a:latin typeface="Times New Roman"/>
                          <a:cs typeface="Times New Roman"/>
                        </a:rPr>
                        <a:t>l</a:t>
                      </a:r>
                      <a:r>
                        <a:rPr sz="1200" b="1" spc="-15" dirty="0">
                          <a:latin typeface="Times New Roman"/>
                          <a:cs typeface="Times New Roman"/>
                        </a:rPr>
                        <a:t>a</a:t>
                      </a:r>
                      <a:r>
                        <a:rPr sz="1200" b="1" dirty="0">
                          <a:latin typeface="Times New Roman"/>
                          <a:cs typeface="Times New Roman"/>
                        </a:rPr>
                        <a:t>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90855">
                        <a:lnSpc>
                          <a:spcPts val="1870"/>
                        </a:lnSpc>
                        <a:spcBef>
                          <a:spcPts val="475"/>
                        </a:spcBef>
                      </a:pPr>
                      <a:r>
                        <a:rPr sz="1800" spc="-10" dirty="0">
                          <a:latin typeface="Arial MT"/>
                          <a:cs typeface="Arial MT"/>
                        </a:rPr>
                        <a:t>48</a:t>
                      </a:r>
                      <a:endParaRPr sz="1800">
                        <a:latin typeface="Arial MT"/>
                        <a:cs typeface="Arial MT"/>
                      </a:endParaRPr>
                    </a:p>
                  </a:txBody>
                  <a:tcPr marL="0" marR="0" marT="603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7"/>
                  </a:ext>
                </a:extLst>
              </a:tr>
              <a:tr h="31432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dirty="0">
                          <a:latin typeface="Times New Roman"/>
                          <a:cs typeface="Times New Roman"/>
                        </a:rPr>
                        <a:t>8.3</a:t>
                      </a:r>
                      <a:r>
                        <a:rPr sz="1200" b="1" spc="-5" dirty="0">
                          <a:latin typeface="Times New Roman"/>
                          <a:cs typeface="Times New Roman"/>
                        </a:rPr>
                        <a:t> System</a:t>
                      </a:r>
                      <a:r>
                        <a:rPr sz="1200" b="1" spc="-40" dirty="0">
                          <a:latin typeface="Times New Roman"/>
                          <a:cs typeface="Times New Roman"/>
                        </a:rPr>
                        <a:t> </a:t>
                      </a:r>
                      <a:r>
                        <a:rPr sz="1200" b="1" spc="-5" dirty="0">
                          <a:latin typeface="Times New Roman"/>
                          <a:cs typeface="Times New Roman"/>
                        </a:rPr>
                        <a:t>Security</a:t>
                      </a:r>
                      <a:r>
                        <a:rPr sz="1200" b="1" spc="-15" dirty="0">
                          <a:latin typeface="Times New Roman"/>
                          <a:cs typeface="Times New Roman"/>
                        </a:rPr>
                        <a:t> </a:t>
                      </a:r>
                      <a:r>
                        <a:rPr sz="1200" b="1" spc="-5" dirty="0">
                          <a:latin typeface="Times New Roman"/>
                          <a:cs typeface="Times New Roman"/>
                        </a:rPr>
                        <a:t>and</a:t>
                      </a:r>
                      <a:r>
                        <a:rPr sz="1200" b="1" spc="-45" dirty="0">
                          <a:latin typeface="Times New Roman"/>
                          <a:cs typeface="Times New Roman"/>
                        </a:rPr>
                        <a:t> </a:t>
                      </a:r>
                      <a:r>
                        <a:rPr sz="1200" b="1" spc="-5" dirty="0">
                          <a:latin typeface="Times New Roman"/>
                          <a:cs typeface="Times New Roman"/>
                        </a:rPr>
                        <a:t>Maintenance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250">
                        <a:lnSpc>
                          <a:spcPts val="1955"/>
                        </a:lnSpc>
                        <a:spcBef>
                          <a:spcPts val="420"/>
                        </a:spcBef>
                      </a:pPr>
                      <a:r>
                        <a:rPr sz="1800" spc="-10" dirty="0">
                          <a:latin typeface="Arial MT"/>
                          <a:cs typeface="Arial MT"/>
                        </a:rPr>
                        <a:t>50</a:t>
                      </a:r>
                      <a:endParaRPr sz="1800">
                        <a:latin typeface="Arial MT"/>
                        <a:cs typeface="Arial MT"/>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8"/>
                  </a:ext>
                </a:extLst>
              </a:tr>
              <a:tr h="341375">
                <a:tc>
                  <a:txBody>
                    <a:bodyPr/>
                    <a:lstStyle/>
                    <a:p>
                      <a:pPr marL="69850">
                        <a:lnSpc>
                          <a:spcPts val="1560"/>
                        </a:lnSpc>
                      </a:pPr>
                      <a:r>
                        <a:rPr sz="1400" b="1" dirty="0">
                          <a:latin typeface="Times New Roman"/>
                          <a:cs typeface="Times New Roman"/>
                        </a:rPr>
                        <a:t>9</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CONCLUSION</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6250">
                        <a:lnSpc>
                          <a:spcPct val="100000"/>
                        </a:lnSpc>
                        <a:spcBef>
                          <a:spcPts val="280"/>
                        </a:spcBef>
                      </a:pPr>
                      <a:r>
                        <a:rPr sz="1800" spc="-10" dirty="0">
                          <a:latin typeface="Arial MT"/>
                          <a:cs typeface="Arial MT"/>
                        </a:rPr>
                        <a:t>53</a:t>
                      </a:r>
                      <a:endParaRPr sz="1800">
                        <a:latin typeface="Arial MT"/>
                        <a:cs typeface="Arial MT"/>
                      </a:endParaRPr>
                    </a:p>
                  </a:txBody>
                  <a:tcPr marL="0" marR="0" marT="355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9"/>
                  </a:ext>
                </a:extLst>
              </a:tr>
              <a:tr h="341375">
                <a:tc>
                  <a:txBody>
                    <a:bodyPr/>
                    <a:lstStyle/>
                    <a:p>
                      <a:pPr marL="69850">
                        <a:lnSpc>
                          <a:spcPts val="1560"/>
                        </a:lnSpc>
                      </a:pPr>
                      <a:r>
                        <a:rPr sz="1400" b="1" spc="5" dirty="0">
                          <a:latin typeface="Times New Roman"/>
                          <a:cs typeface="Times New Roman"/>
                        </a:rPr>
                        <a:t>10</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FUTURE</a:t>
                      </a:r>
                      <a:r>
                        <a:rPr sz="1600" b="1" spc="-75" dirty="0">
                          <a:latin typeface="Times New Roman"/>
                          <a:cs typeface="Times New Roman"/>
                        </a:rPr>
                        <a:t> </a:t>
                      </a:r>
                      <a:r>
                        <a:rPr sz="1600" b="1" spc="-5" dirty="0">
                          <a:latin typeface="Times New Roman"/>
                          <a:cs typeface="Times New Roman"/>
                        </a:rPr>
                        <a:t>ENHANCEMENTS</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5615">
                        <a:lnSpc>
                          <a:spcPct val="100000"/>
                        </a:lnSpc>
                        <a:spcBef>
                          <a:spcPts val="130"/>
                        </a:spcBef>
                      </a:pPr>
                      <a:r>
                        <a:rPr sz="1800" spc="-10" dirty="0">
                          <a:latin typeface="Arial MT"/>
                          <a:cs typeface="Arial MT"/>
                        </a:rPr>
                        <a:t>56</a:t>
                      </a:r>
                      <a:endParaRPr sz="1800">
                        <a:latin typeface="Arial MT"/>
                        <a:cs typeface="Arial MT"/>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0"/>
                  </a:ext>
                </a:extLst>
              </a:tr>
              <a:tr h="341630">
                <a:tc>
                  <a:txBody>
                    <a:bodyPr/>
                    <a:lstStyle/>
                    <a:p>
                      <a:pPr marL="69850">
                        <a:lnSpc>
                          <a:spcPts val="1560"/>
                        </a:lnSpc>
                      </a:pPr>
                      <a:r>
                        <a:rPr sz="1400" b="1" spc="5" dirty="0">
                          <a:latin typeface="Times New Roman"/>
                          <a:cs typeface="Times New Roman"/>
                        </a:rPr>
                        <a:t>11</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BIBILIOGRAPHY</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4980">
                        <a:lnSpc>
                          <a:spcPct val="100000"/>
                        </a:lnSpc>
                        <a:spcBef>
                          <a:spcPts val="125"/>
                        </a:spcBef>
                      </a:pPr>
                      <a:r>
                        <a:rPr sz="1800" spc="-10" dirty="0">
                          <a:latin typeface="Arial MT"/>
                          <a:cs typeface="Arial MT"/>
                        </a:rPr>
                        <a:t>58</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1"/>
                  </a:ext>
                </a:extLst>
              </a:tr>
              <a:tr h="341375">
                <a:tc rowSpan="3">
                  <a:txBody>
                    <a:bodyPr/>
                    <a:lstStyle/>
                    <a:p>
                      <a:pPr marL="69850">
                        <a:lnSpc>
                          <a:spcPts val="1560"/>
                        </a:lnSpc>
                      </a:pPr>
                      <a:r>
                        <a:rPr sz="1400" b="1" spc="5" dirty="0">
                          <a:latin typeface="Times New Roman"/>
                          <a:cs typeface="Times New Roman"/>
                        </a:rPr>
                        <a:t>12</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755"/>
                        </a:lnSpc>
                      </a:pPr>
                      <a:r>
                        <a:rPr sz="1600" b="1" spc="-5" dirty="0">
                          <a:latin typeface="Times New Roman"/>
                          <a:cs typeface="Times New Roman"/>
                        </a:rPr>
                        <a:t>APPENDIX</a:t>
                      </a:r>
                      <a:endParaRPr sz="16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93395">
                        <a:lnSpc>
                          <a:spcPct val="100000"/>
                        </a:lnSpc>
                        <a:spcBef>
                          <a:spcPts val="114"/>
                        </a:spcBef>
                      </a:pPr>
                      <a:r>
                        <a:rPr sz="1800" spc="-10" dirty="0">
                          <a:latin typeface="Arial MT"/>
                          <a:cs typeface="Arial MT"/>
                        </a:rPr>
                        <a:t>60</a:t>
                      </a:r>
                      <a:endParaRPr sz="1800">
                        <a:latin typeface="Arial MT"/>
                        <a:cs typeface="Arial MT"/>
                      </a:endParaRPr>
                    </a:p>
                  </a:txBody>
                  <a:tcPr marL="0" marR="0" marT="1460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2"/>
                  </a:ext>
                </a:extLst>
              </a:tr>
              <a:tr h="320040">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65"/>
                        </a:lnSpc>
                      </a:pPr>
                      <a:r>
                        <a:rPr sz="1200" b="1" spc="-5" dirty="0">
                          <a:latin typeface="Times New Roman"/>
                          <a:cs typeface="Times New Roman"/>
                        </a:rPr>
                        <a:t>12.1</a:t>
                      </a:r>
                      <a:r>
                        <a:rPr sz="1200" b="1" spc="-40" dirty="0">
                          <a:latin typeface="Times New Roman"/>
                          <a:cs typeface="Times New Roman"/>
                        </a:rPr>
                        <a:t> </a:t>
                      </a:r>
                      <a:r>
                        <a:rPr sz="1200" b="1" spc="-15" dirty="0">
                          <a:latin typeface="Times New Roman"/>
                          <a:cs typeface="Times New Roman"/>
                        </a:rPr>
                        <a:t>Screen</a:t>
                      </a:r>
                      <a:r>
                        <a:rPr sz="1200" b="1" spc="-25" dirty="0">
                          <a:latin typeface="Times New Roman"/>
                          <a:cs typeface="Times New Roman"/>
                        </a:rPr>
                        <a:t> </a:t>
                      </a:r>
                      <a:r>
                        <a:rPr sz="1200" b="1" dirty="0">
                          <a:latin typeface="Times New Roman"/>
                          <a:cs typeface="Times New Roman"/>
                        </a:rPr>
                        <a:t>Shots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a:lnSpc>
                          <a:spcPct val="100000"/>
                        </a:lnSpc>
                        <a:spcBef>
                          <a:spcPts val="100"/>
                        </a:spcBef>
                      </a:pPr>
                      <a:r>
                        <a:rPr sz="1800" spc="-10" dirty="0">
                          <a:latin typeface="Arial MT"/>
                          <a:cs typeface="Arial MT"/>
                        </a:rPr>
                        <a:t>61</a:t>
                      </a:r>
                      <a:endParaRPr sz="1800">
                        <a:latin typeface="Arial MT"/>
                        <a:cs typeface="Arial MT"/>
                      </a:endParaRPr>
                    </a:p>
                  </a:txBody>
                  <a:tcPr marL="0" marR="0" marT="127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3"/>
                  </a:ext>
                </a:extLst>
              </a:tr>
              <a:tr h="31432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485">
                        <a:lnSpc>
                          <a:spcPts val="1370"/>
                        </a:lnSpc>
                      </a:pPr>
                      <a:r>
                        <a:rPr sz="1200" b="1" dirty="0">
                          <a:latin typeface="Times New Roman"/>
                          <a:cs typeface="Times New Roman"/>
                        </a:rPr>
                        <a:t>12.2</a:t>
                      </a:r>
                      <a:r>
                        <a:rPr sz="1200" b="1" spc="-35" dirty="0">
                          <a:latin typeface="Times New Roman"/>
                          <a:cs typeface="Times New Roman"/>
                        </a:rPr>
                        <a:t> </a:t>
                      </a:r>
                      <a:r>
                        <a:rPr sz="1200" b="1" spc="-20" dirty="0">
                          <a:latin typeface="Times New Roman"/>
                          <a:cs typeface="Times New Roman"/>
                        </a:rPr>
                        <a:t>Project</a:t>
                      </a:r>
                      <a:r>
                        <a:rPr sz="1200" b="1" spc="20" dirty="0">
                          <a:latin typeface="Times New Roman"/>
                          <a:cs typeface="Times New Roman"/>
                        </a:rPr>
                        <a:t> </a:t>
                      </a:r>
                      <a:r>
                        <a:rPr sz="1200" b="1" dirty="0">
                          <a:latin typeface="Times New Roman"/>
                          <a:cs typeface="Times New Roman"/>
                        </a:rPr>
                        <a:t>Code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74980">
                        <a:lnSpc>
                          <a:spcPct val="100000"/>
                        </a:lnSpc>
                        <a:spcBef>
                          <a:spcPts val="190"/>
                        </a:spcBef>
                      </a:pPr>
                      <a:r>
                        <a:rPr sz="1800" spc="-10" dirty="0">
                          <a:latin typeface="Arial MT"/>
                          <a:cs typeface="Arial MT"/>
                        </a:rPr>
                        <a:t>68</a:t>
                      </a:r>
                      <a:endParaRPr sz="1800">
                        <a:latin typeface="Arial MT"/>
                        <a:cs typeface="Arial MT"/>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Home Construction Service</a:t>
            </a:r>
            <a:endParaRPr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955417" y="4858893"/>
            <a:ext cx="18300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1.</a:t>
            </a:r>
            <a:r>
              <a:rPr sz="1600" b="1" spc="-70" dirty="0">
                <a:latin typeface="Times New Roman"/>
                <a:cs typeface="Times New Roman"/>
              </a:rPr>
              <a:t> </a:t>
            </a:r>
            <a:r>
              <a:rPr sz="1600" b="1" spc="-20" dirty="0">
                <a:latin typeface="Times New Roman"/>
                <a:cs typeface="Times New Roman"/>
              </a:rPr>
              <a:t>INTRODUCTION</a:t>
            </a:r>
            <a:endParaRPr sz="1600">
              <a:latin typeface="Times New Roman"/>
              <a:cs typeface="Times New Roman"/>
            </a:endParaRPr>
          </a:p>
        </p:txBody>
      </p:sp>
      <p:sp>
        <p:nvSpPr>
          <p:cNvPr id="6" name="object 6"/>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Home Construction Service</a:t>
            </a:r>
            <a:endParaRPr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790341"/>
            <a:ext cx="5782310" cy="7128233"/>
          </a:xfrm>
          <a:prstGeom prst="rect">
            <a:avLst/>
          </a:prstGeom>
        </p:spPr>
        <p:txBody>
          <a:bodyPr vert="horz" wrap="square" lIns="0" tIns="12700" rIns="0" bIns="0" rtlCol="0">
            <a:spAutoFit/>
          </a:bodyPr>
          <a:lstStyle/>
          <a:p>
            <a:pPr marL="12700">
              <a:lnSpc>
                <a:spcPct val="100000"/>
              </a:lnSpc>
              <a:spcBef>
                <a:spcPts val="100"/>
              </a:spcBef>
            </a:pPr>
            <a:r>
              <a:rPr sz="1400" b="1" spc="-15" dirty="0">
                <a:latin typeface="Times New Roman"/>
                <a:cs typeface="Times New Roman"/>
              </a:rPr>
              <a:t>1.1Abstract</a:t>
            </a:r>
            <a:endParaRPr sz="1400" dirty="0">
              <a:latin typeface="Times New Roman"/>
              <a:cs typeface="Times New Roman"/>
            </a:endParaRPr>
          </a:p>
          <a:p>
            <a:pPr marL="12700" marR="8255" indent="457200" algn="just">
              <a:lnSpc>
                <a:spcPct val="155000"/>
              </a:lnSpc>
            </a:pPr>
            <a:r>
              <a:rPr sz="1200" dirty="0">
                <a:latin typeface="Times New Roman"/>
                <a:cs typeface="Times New Roman"/>
              </a:rPr>
              <a:t>My project </a:t>
            </a:r>
            <a:r>
              <a:rPr sz="1200" spc="-5" dirty="0">
                <a:latin typeface="Times New Roman"/>
                <a:cs typeface="Times New Roman"/>
              </a:rPr>
              <a:t>is </a:t>
            </a:r>
            <a:r>
              <a:rPr sz="1200" dirty="0">
                <a:latin typeface="Times New Roman"/>
                <a:cs typeface="Times New Roman"/>
              </a:rPr>
              <a:t>entitled </a:t>
            </a:r>
            <a:r>
              <a:rPr sz="1200" spc="-5" dirty="0">
                <a:latin typeface="Times New Roman"/>
                <a:cs typeface="Times New Roman"/>
              </a:rPr>
              <a:t>as</a:t>
            </a:r>
            <a:r>
              <a:rPr lang="en-US" sz="1200" spc="-5" dirty="0">
                <a:latin typeface="Times New Roman"/>
                <a:cs typeface="Times New Roman"/>
              </a:rPr>
              <a:t> HOME CONSTRUCTION SERVICE</a:t>
            </a:r>
            <a:r>
              <a:rPr sz="1200" spc="-5" dirty="0">
                <a:latin typeface="Times New Roman"/>
                <a:cs typeface="Times New Roman"/>
              </a:rPr>
              <a:t>. </a:t>
            </a:r>
            <a:r>
              <a:rPr sz="1200" dirty="0">
                <a:latin typeface="Times New Roman"/>
                <a:cs typeface="Times New Roman"/>
              </a:rPr>
              <a:t>The objective </a:t>
            </a:r>
            <a:r>
              <a:rPr sz="1200" spc="-15" dirty="0">
                <a:latin typeface="Times New Roman"/>
                <a:cs typeface="Times New Roman"/>
              </a:rPr>
              <a:t>of </a:t>
            </a:r>
            <a:r>
              <a:rPr sz="1200" spc="-10" dirty="0">
                <a:latin typeface="Times New Roman"/>
                <a:cs typeface="Times New Roman"/>
              </a:rPr>
              <a:t> </a:t>
            </a:r>
            <a:r>
              <a:rPr sz="1200" dirty="0">
                <a:latin typeface="Times New Roman"/>
                <a:cs typeface="Times New Roman"/>
              </a:rPr>
              <a:t>the project </a:t>
            </a:r>
            <a:r>
              <a:rPr sz="1200" spc="-5" dirty="0">
                <a:latin typeface="Times New Roman"/>
                <a:cs typeface="Times New Roman"/>
              </a:rPr>
              <a:t>is </a:t>
            </a:r>
            <a:r>
              <a:rPr sz="1200" dirty="0">
                <a:latin typeface="Times New Roman"/>
                <a:cs typeface="Times New Roman"/>
              </a:rPr>
              <a:t>to improve accuracy </a:t>
            </a:r>
            <a:r>
              <a:rPr sz="1200" spc="-5" dirty="0">
                <a:latin typeface="Times New Roman"/>
                <a:cs typeface="Times New Roman"/>
              </a:rPr>
              <a:t>and </a:t>
            </a:r>
            <a:r>
              <a:rPr sz="1200" dirty="0">
                <a:latin typeface="Times New Roman"/>
                <a:cs typeface="Times New Roman"/>
              </a:rPr>
              <a:t>enhance </a:t>
            </a:r>
            <a:r>
              <a:rPr sz="1200" spc="5" dirty="0">
                <a:latin typeface="Times New Roman"/>
                <a:cs typeface="Times New Roman"/>
              </a:rPr>
              <a:t>safety </a:t>
            </a:r>
            <a:r>
              <a:rPr sz="1200" spc="-5" dirty="0">
                <a:latin typeface="Times New Roman"/>
                <a:cs typeface="Times New Roman"/>
              </a:rPr>
              <a:t>and </a:t>
            </a:r>
            <a:r>
              <a:rPr sz="1200" dirty="0">
                <a:latin typeface="Times New Roman"/>
                <a:cs typeface="Times New Roman"/>
              </a:rPr>
              <a:t>efficiency in a hospital </a:t>
            </a:r>
            <a:r>
              <a:rPr sz="1200" spc="-10" dirty="0">
                <a:latin typeface="Times New Roman"/>
                <a:cs typeface="Times New Roman"/>
              </a:rPr>
              <a:t>pharmacy. </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primary</a:t>
            </a:r>
            <a:r>
              <a:rPr sz="1200" spc="-35" dirty="0">
                <a:latin typeface="Times New Roman"/>
                <a:cs typeface="Times New Roman"/>
              </a:rPr>
              <a:t> </a:t>
            </a:r>
            <a:r>
              <a:rPr sz="1200" dirty="0">
                <a:latin typeface="Times New Roman"/>
                <a:cs typeface="Times New Roman"/>
              </a:rPr>
              <a:t>aim</a:t>
            </a:r>
            <a:r>
              <a:rPr sz="1200" spc="-1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5" dirty="0">
                <a:latin typeface="Times New Roman"/>
                <a:cs typeface="Times New Roman"/>
              </a:rPr>
              <a:t>design</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system</a:t>
            </a:r>
            <a:r>
              <a:rPr sz="1200" spc="-15" dirty="0">
                <a:latin typeface="Times New Roman"/>
                <a:cs typeface="Times New Roman"/>
              </a:rPr>
              <a:t> </a:t>
            </a:r>
            <a:r>
              <a:rPr sz="1200" dirty="0">
                <a:latin typeface="Times New Roman"/>
                <a:cs typeface="Times New Roman"/>
              </a:rPr>
              <a:t>using</a:t>
            </a:r>
            <a:r>
              <a:rPr sz="1200" spc="-3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perform </a:t>
            </a:r>
            <a:r>
              <a:rPr sz="1200" spc="-5" dirty="0">
                <a:latin typeface="Times New Roman"/>
                <a:cs typeface="Times New Roman"/>
              </a:rPr>
              <a:t>all</a:t>
            </a:r>
            <a:r>
              <a:rPr sz="1200" spc="-20" dirty="0">
                <a:latin typeface="Times New Roman"/>
                <a:cs typeface="Times New Roman"/>
              </a:rPr>
              <a:t> </a:t>
            </a:r>
            <a:r>
              <a:rPr sz="1200" dirty="0">
                <a:latin typeface="Times New Roman"/>
                <a:cs typeface="Times New Roman"/>
              </a:rPr>
              <a:t>operations</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hospital </a:t>
            </a:r>
            <a:r>
              <a:rPr sz="1200" spc="-285" dirty="0">
                <a:latin typeface="Times New Roman"/>
                <a:cs typeface="Times New Roman"/>
              </a:rPr>
              <a:t> </a:t>
            </a:r>
            <a:r>
              <a:rPr sz="1200" spc="-15" dirty="0">
                <a:latin typeface="Times New Roman"/>
                <a:cs typeface="Times New Roman"/>
              </a:rPr>
              <a:t>ph</a:t>
            </a:r>
            <a:r>
              <a:rPr sz="1200" spc="-5" dirty="0">
                <a:latin typeface="Times New Roman"/>
                <a:cs typeface="Times New Roman"/>
              </a:rPr>
              <a:t>a</a:t>
            </a:r>
            <a:r>
              <a:rPr sz="1200" spc="-20" dirty="0">
                <a:latin typeface="Times New Roman"/>
                <a:cs typeface="Times New Roman"/>
              </a:rPr>
              <a:t>r</a:t>
            </a:r>
            <a:r>
              <a:rPr sz="1200" dirty="0">
                <a:latin typeface="Times New Roman"/>
                <a:cs typeface="Times New Roman"/>
              </a:rPr>
              <a:t>mac</a:t>
            </a:r>
            <a:r>
              <a:rPr sz="1200" spc="-35" dirty="0">
                <a:latin typeface="Times New Roman"/>
                <a:cs typeface="Times New Roman"/>
              </a:rPr>
              <a:t>y</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T</a:t>
            </a:r>
            <a:r>
              <a:rPr sz="1200" spc="5" dirty="0">
                <a:latin typeface="Times New Roman"/>
                <a:cs typeface="Times New Roman"/>
              </a:rPr>
              <a:t>h</a:t>
            </a:r>
            <a:r>
              <a:rPr sz="1200" dirty="0">
                <a:latin typeface="Times New Roman"/>
                <a:cs typeface="Times New Roman"/>
              </a:rPr>
              <a:t>e</a:t>
            </a:r>
            <a:r>
              <a:rPr sz="1200" spc="20" dirty="0">
                <a:latin typeface="Times New Roman"/>
                <a:cs typeface="Times New Roman"/>
              </a:rPr>
              <a:t> </a:t>
            </a:r>
            <a:r>
              <a:rPr sz="1200" dirty="0">
                <a:latin typeface="Times New Roman"/>
                <a:cs typeface="Times New Roman"/>
              </a:rPr>
              <a:t>obj</a:t>
            </a:r>
            <a:r>
              <a:rPr sz="1200" spc="5" dirty="0">
                <a:latin typeface="Times New Roman"/>
                <a:cs typeface="Times New Roman"/>
              </a:rPr>
              <a:t>e</a:t>
            </a:r>
            <a:r>
              <a:rPr sz="1200" spc="-5" dirty="0">
                <a:latin typeface="Times New Roman"/>
                <a:cs typeface="Times New Roman"/>
              </a:rPr>
              <a:t>c</a:t>
            </a:r>
            <a:r>
              <a:rPr sz="1200" dirty="0">
                <a:latin typeface="Times New Roman"/>
                <a:cs typeface="Times New Roman"/>
              </a:rPr>
              <a:t>ti</a:t>
            </a:r>
            <a:r>
              <a:rPr sz="1200" spc="10" dirty="0">
                <a:latin typeface="Times New Roman"/>
                <a:cs typeface="Times New Roman"/>
              </a:rPr>
              <a:t>v</a:t>
            </a:r>
            <a:r>
              <a:rPr sz="1200" dirty="0">
                <a:latin typeface="Times New Roman"/>
                <a:cs typeface="Times New Roman"/>
              </a:rPr>
              <a:t>e</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pro</a:t>
            </a:r>
            <a:r>
              <a:rPr sz="1200" spc="15" dirty="0">
                <a:latin typeface="Times New Roman"/>
                <a:cs typeface="Times New Roman"/>
              </a:rPr>
              <a:t>j</a:t>
            </a:r>
            <a:r>
              <a:rPr sz="1200" spc="5" dirty="0">
                <a:latin typeface="Times New Roman"/>
                <a:cs typeface="Times New Roman"/>
              </a:rPr>
              <a:t>e</a:t>
            </a:r>
            <a:r>
              <a:rPr sz="1200" dirty="0">
                <a:latin typeface="Times New Roman"/>
                <a:cs typeface="Times New Roman"/>
              </a:rPr>
              <a:t>ct</a:t>
            </a:r>
            <a:r>
              <a:rPr sz="1200" spc="1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d</a:t>
            </a:r>
            <a:r>
              <a:rPr sz="1200" spc="-5" dirty="0">
                <a:latin typeface="Times New Roman"/>
                <a:cs typeface="Times New Roman"/>
              </a:rPr>
              <a:t>e</a:t>
            </a:r>
            <a:r>
              <a:rPr sz="1200" spc="10" dirty="0">
                <a:latin typeface="Times New Roman"/>
                <a:cs typeface="Times New Roman"/>
              </a:rPr>
              <a:t>v</a:t>
            </a:r>
            <a:r>
              <a:rPr sz="1200" spc="-5" dirty="0">
                <a:latin typeface="Times New Roman"/>
                <a:cs typeface="Times New Roman"/>
              </a:rPr>
              <a:t>e</a:t>
            </a:r>
            <a:r>
              <a:rPr sz="1200" spc="10" dirty="0">
                <a:latin typeface="Times New Roman"/>
                <a:cs typeface="Times New Roman"/>
              </a:rPr>
              <a:t>l</a:t>
            </a:r>
            <a:r>
              <a:rPr sz="1200" dirty="0">
                <a:latin typeface="Times New Roman"/>
                <a:cs typeface="Times New Roman"/>
              </a:rPr>
              <a:t>op</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5" dirty="0">
                <a:latin typeface="Times New Roman"/>
                <a:cs typeface="Times New Roman"/>
              </a:rPr>
              <a:t>s</a:t>
            </a:r>
            <a:r>
              <a:rPr sz="1200" dirty="0">
                <a:latin typeface="Times New Roman"/>
                <a:cs typeface="Times New Roman"/>
              </a:rPr>
              <a:t>ite</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spc="-75" dirty="0">
                <a:latin typeface="Times New Roman"/>
                <a:cs typeface="Times New Roman"/>
              </a:rPr>
              <a:t>P</a:t>
            </a:r>
            <a:r>
              <a:rPr sz="1200" spc="-95" dirty="0">
                <a:latin typeface="Times New Roman"/>
                <a:cs typeface="Times New Roman"/>
              </a:rPr>
              <a:t>H</a:t>
            </a:r>
            <a:r>
              <a:rPr sz="1200" spc="-5" dirty="0">
                <a:latin typeface="Times New Roman"/>
                <a:cs typeface="Times New Roman"/>
              </a:rPr>
              <a:t>P</a:t>
            </a:r>
            <a:r>
              <a:rPr sz="1200" spc="-60" dirty="0">
                <a:latin typeface="Times New Roman"/>
                <a:cs typeface="Times New Roman"/>
              </a:rPr>
              <a:t> </a:t>
            </a:r>
            <a:r>
              <a:rPr sz="1200" spc="-10" dirty="0">
                <a:latin typeface="Times New Roman"/>
                <a:cs typeface="Times New Roman"/>
              </a:rPr>
              <a:t>a</a:t>
            </a:r>
            <a:r>
              <a:rPr sz="1200" spc="-5" dirty="0">
                <a:latin typeface="Times New Roman"/>
                <a:cs typeface="Times New Roman"/>
              </a:rPr>
              <a:t>s</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front</a:t>
            </a:r>
            <a:r>
              <a:rPr sz="1200" spc="20" dirty="0">
                <a:latin typeface="Times New Roman"/>
                <a:cs typeface="Times New Roman"/>
              </a:rPr>
              <a:t> </a:t>
            </a:r>
            <a:r>
              <a:rPr sz="1200" spc="-5" dirty="0">
                <a:latin typeface="Times New Roman"/>
                <a:cs typeface="Times New Roman"/>
              </a:rPr>
              <a:t>e</a:t>
            </a:r>
            <a:r>
              <a:rPr sz="1200" dirty="0">
                <a:latin typeface="Times New Roman"/>
                <a:cs typeface="Times New Roman"/>
              </a:rPr>
              <a:t>nd</a:t>
            </a:r>
            <a:r>
              <a:rPr sz="1200" spc="20" dirty="0">
                <a:latin typeface="Times New Roman"/>
                <a:cs typeface="Times New Roman"/>
              </a:rPr>
              <a:t> </a:t>
            </a:r>
            <a:r>
              <a:rPr sz="1200" spc="-5" dirty="0">
                <a:latin typeface="Times New Roman"/>
                <a:cs typeface="Times New Roman"/>
              </a:rPr>
              <a:t>a</a:t>
            </a:r>
            <a:r>
              <a:rPr sz="1200" dirty="0">
                <a:latin typeface="Times New Roman"/>
                <a:cs typeface="Times New Roman"/>
              </a:rPr>
              <a:t>nd</a:t>
            </a:r>
            <a:r>
              <a:rPr sz="1200" spc="20" dirty="0">
                <a:latin typeface="Times New Roman"/>
                <a:cs typeface="Times New Roman"/>
              </a:rPr>
              <a:t> </a:t>
            </a:r>
            <a:r>
              <a:rPr sz="1200" spc="-30" dirty="0">
                <a:latin typeface="Times New Roman"/>
                <a:cs typeface="Times New Roman"/>
              </a:rPr>
              <a:t>M</a:t>
            </a:r>
            <a:r>
              <a:rPr sz="1200" spc="-5" dirty="0">
                <a:latin typeface="Times New Roman"/>
                <a:cs typeface="Times New Roman"/>
              </a:rPr>
              <a:t>Y  SQL</a:t>
            </a:r>
            <a:r>
              <a:rPr sz="1200" spc="-9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back</a:t>
            </a:r>
            <a:r>
              <a:rPr sz="1200" spc="10" dirty="0">
                <a:latin typeface="Times New Roman"/>
                <a:cs typeface="Times New Roman"/>
              </a:rPr>
              <a:t> </a:t>
            </a:r>
            <a:r>
              <a:rPr sz="1200" spc="-20" dirty="0">
                <a:latin typeface="Times New Roman"/>
                <a:cs typeface="Times New Roman"/>
              </a:rPr>
              <a:t>end.</a:t>
            </a:r>
            <a:endParaRPr lang="en-US" sz="1200" spc="-20" dirty="0">
              <a:latin typeface="Times New Roman"/>
              <a:cs typeface="Times New Roman"/>
            </a:endParaRPr>
          </a:p>
          <a:p>
            <a:pPr marL="12700" marR="8255" indent="457200" algn="just">
              <a:lnSpc>
                <a:spcPct val="155000"/>
              </a:lnSpc>
            </a:pPr>
            <a:r>
              <a:rPr lang="en-US" sz="1200" dirty="0">
                <a:latin typeface="Times New Roman"/>
                <a:cs typeface="Times New Roman"/>
              </a:rPr>
              <a:t>The Home Management System is a comprehensive digital platform designed to simplify the complex process of home construction, renovation, and maintenance by providing a centralized solution for users to access various services. Traditionally, homeowners face challenges in coordinating with multiple contractors, sourcing materials, hiring skilled labor, and managing project timelines, which can be time-consuming and costly. This system addresses these issues by offering a one-stop solution where users can book services, make payments, track progress, and provide feedback all in one place. With features like secure payment processing, real-time updates, and a streamlined workflow for scheduling deliveries and labor assignments, the platform ensures smooth operations and transparency, enhancing user satisfaction. The proposed system aims to transform home management by creating an accessible, efficient, and user-friendly platform that caters to the modern homeowner's needs, making home projects more organized and hassle-free from start to finish.</a:t>
            </a:r>
          </a:p>
          <a:p>
            <a:pPr marL="12700" marR="8255" indent="457200" algn="just">
              <a:lnSpc>
                <a:spcPct val="155000"/>
              </a:lnSpc>
            </a:pPr>
            <a:endParaRPr sz="600" dirty="0">
              <a:latin typeface="Times New Roman"/>
              <a:cs typeface="Times New Roman"/>
            </a:endParaRPr>
          </a:p>
          <a:p>
            <a:pPr marL="12700">
              <a:lnSpc>
                <a:spcPct val="100000"/>
              </a:lnSpc>
            </a:pPr>
            <a:r>
              <a:rPr sz="1200" spc="-5" dirty="0">
                <a:latin typeface="Times New Roman"/>
                <a:cs typeface="Times New Roman"/>
              </a:rPr>
              <a:t>Front</a:t>
            </a:r>
            <a:r>
              <a:rPr sz="1200" spc="-50" dirty="0">
                <a:latin typeface="Times New Roman"/>
                <a:cs typeface="Times New Roman"/>
              </a:rPr>
              <a:t> </a:t>
            </a:r>
            <a:r>
              <a:rPr sz="1200" spc="-20" dirty="0">
                <a:latin typeface="Times New Roman"/>
                <a:cs typeface="Times New Roman"/>
              </a:rPr>
              <a:t>End</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402590">
              <a:lnSpc>
                <a:spcPct val="100000"/>
              </a:lnSpc>
            </a:pPr>
            <a:r>
              <a:rPr sz="1200" spc="-20" dirty="0">
                <a:latin typeface="Times New Roman"/>
                <a:cs typeface="Times New Roman"/>
              </a:rPr>
              <a:t>PHP</a:t>
            </a:r>
            <a:endParaRPr sz="1200" dirty="0">
              <a:latin typeface="Times New Roman"/>
              <a:cs typeface="Times New Roman"/>
            </a:endParaRPr>
          </a:p>
          <a:p>
            <a:pPr>
              <a:lnSpc>
                <a:spcPct val="100000"/>
              </a:lnSpc>
              <a:spcBef>
                <a:spcPts val="35"/>
              </a:spcBef>
            </a:pPr>
            <a:endParaRPr sz="1400" dirty="0">
              <a:latin typeface="Times New Roman"/>
              <a:cs typeface="Times New Roman"/>
            </a:endParaRPr>
          </a:p>
          <a:p>
            <a:pPr marL="12700">
              <a:lnSpc>
                <a:spcPct val="100000"/>
              </a:lnSpc>
            </a:pPr>
            <a:r>
              <a:rPr sz="1200" spc="-5" dirty="0">
                <a:latin typeface="Times New Roman"/>
                <a:cs typeface="Times New Roman"/>
              </a:rPr>
              <a:t>Back</a:t>
            </a:r>
            <a:r>
              <a:rPr sz="1200" spc="-45" dirty="0">
                <a:latin typeface="Times New Roman"/>
                <a:cs typeface="Times New Roman"/>
              </a:rPr>
              <a:t> </a:t>
            </a:r>
            <a:r>
              <a:rPr sz="1200" spc="-20" dirty="0">
                <a:latin typeface="Times New Roman"/>
                <a:cs typeface="Times New Roman"/>
              </a:rPr>
              <a:t>End</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326390">
              <a:lnSpc>
                <a:spcPct val="100000"/>
              </a:lnSpc>
            </a:pPr>
            <a:r>
              <a:rPr sz="1200" spc="-20" dirty="0">
                <a:latin typeface="Times New Roman"/>
                <a:cs typeface="Times New Roman"/>
              </a:rPr>
              <a:t>MySQL</a:t>
            </a:r>
            <a:endParaRPr sz="1200" dirty="0">
              <a:latin typeface="Times New Roman"/>
              <a:cs typeface="Times New Roman"/>
            </a:endParaRPr>
          </a:p>
        </p:txBody>
      </p:sp>
      <p:sp>
        <p:nvSpPr>
          <p:cNvPr id="6" name="object 6"/>
          <p:cNvSpPr txBox="1"/>
          <p:nvPr/>
        </p:nvSpPr>
        <p:spPr>
          <a:xfrm>
            <a:off x="892555" y="7748396"/>
            <a:ext cx="5781675" cy="1691639"/>
          </a:xfrm>
          <a:prstGeom prst="rect">
            <a:avLst/>
          </a:prstGeom>
        </p:spPr>
        <p:txBody>
          <a:bodyPr vert="horz" wrap="square" lIns="0" tIns="12700" rIns="0" bIns="0" rtlCol="0">
            <a:spAutoFit/>
          </a:bodyPr>
          <a:lstStyle/>
          <a:p>
            <a:pPr marL="12700" algn="just">
              <a:lnSpc>
                <a:spcPct val="100000"/>
              </a:lnSpc>
              <a:spcBef>
                <a:spcPts val="100"/>
              </a:spcBef>
            </a:pPr>
            <a:r>
              <a:rPr sz="1200" b="1" dirty="0">
                <a:latin typeface="Times New Roman"/>
                <a:cs typeface="Times New Roman"/>
              </a:rPr>
              <a:t>1.2</a:t>
            </a:r>
            <a:r>
              <a:rPr sz="1200" b="1" spc="-40" dirty="0">
                <a:latin typeface="Times New Roman"/>
                <a:cs typeface="Times New Roman"/>
              </a:rPr>
              <a:t> </a:t>
            </a:r>
            <a:r>
              <a:rPr sz="1200" b="1" spc="-5" dirty="0">
                <a:latin typeface="Times New Roman"/>
                <a:cs typeface="Times New Roman"/>
              </a:rPr>
              <a:t>Modules</a:t>
            </a:r>
            <a:r>
              <a:rPr sz="1200" b="1" spc="-35" dirty="0">
                <a:latin typeface="Times New Roman"/>
                <a:cs typeface="Times New Roman"/>
              </a:rPr>
              <a:t> </a:t>
            </a:r>
            <a:r>
              <a:rPr sz="1200" b="1" spc="-5" dirty="0">
                <a:latin typeface="Times New Roman"/>
                <a:cs typeface="Times New Roman"/>
              </a:rPr>
              <a:t>and</a:t>
            </a:r>
            <a:r>
              <a:rPr sz="1200" b="1" spc="-30" dirty="0">
                <a:latin typeface="Times New Roman"/>
                <a:cs typeface="Times New Roman"/>
              </a:rPr>
              <a:t> </a:t>
            </a:r>
            <a:r>
              <a:rPr sz="1200" b="1" spc="-15" dirty="0">
                <a:latin typeface="Times New Roman"/>
                <a:cs typeface="Times New Roman"/>
              </a:rPr>
              <a:t>Description</a:t>
            </a:r>
            <a:endParaRPr sz="1200" dirty="0">
              <a:latin typeface="Times New Roman"/>
              <a:cs typeface="Times New Roman"/>
            </a:endParaRPr>
          </a:p>
          <a:p>
            <a:pPr marL="12700" marR="5080" indent="457200" algn="just">
              <a:lnSpc>
                <a:spcPct val="155100"/>
              </a:lnSpc>
              <a:spcBef>
                <a:spcPts val="515"/>
              </a:spcBef>
            </a:pPr>
            <a:r>
              <a:rPr lang="en-US" sz="1200" dirty="0">
                <a:latin typeface="Times New Roman"/>
                <a:cs typeface="Times New Roman"/>
              </a:rPr>
              <a:t>The Home Management System is a web-based platform designed to streamline various aspects of home construction and maintenance services. This system caters to users seeking services related to new home construction, renovation, engineering consultation, cost estimation, labor hiring, and construction materials </a:t>
            </a:r>
            <a:r>
              <a:rPr lang="en-US" sz="1200" dirty="0" err="1">
                <a:latin typeface="Times New Roman"/>
                <a:cs typeface="Times New Roman"/>
              </a:rPr>
              <a:t>procurement.</a:t>
            </a:r>
            <a:r>
              <a:rPr sz="1200" dirty="0" err="1">
                <a:latin typeface="Times New Roman"/>
                <a:cs typeface="Times New Roman"/>
              </a:rPr>
              <a:t>The</a:t>
            </a:r>
            <a:r>
              <a:rPr sz="1200" dirty="0">
                <a:latin typeface="Times New Roman"/>
                <a:cs typeface="Times New Roman"/>
              </a:rPr>
              <a:t> </a:t>
            </a:r>
            <a:r>
              <a:rPr sz="1200" spc="-10" dirty="0">
                <a:latin typeface="Times New Roman"/>
                <a:cs typeface="Times New Roman"/>
              </a:rPr>
              <a:t>different </a:t>
            </a:r>
            <a:r>
              <a:rPr sz="1200" spc="-5" dirty="0">
                <a:latin typeface="Times New Roman"/>
                <a:cs typeface="Times New Roman"/>
              </a:rPr>
              <a:t> modules</a:t>
            </a:r>
            <a:r>
              <a:rPr sz="1200" spc="-25" dirty="0">
                <a:latin typeface="Times New Roman"/>
                <a:cs typeface="Times New Roman"/>
              </a:rPr>
              <a:t> </a:t>
            </a:r>
            <a:r>
              <a:rPr sz="1200" spc="-5"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5" dirty="0">
                <a:latin typeface="Times New Roman"/>
                <a:cs typeface="Times New Roman"/>
              </a:rPr>
              <a:t>accomplish</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needs</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10" dirty="0">
                <a:latin typeface="Times New Roman"/>
                <a:cs typeface="Times New Roman"/>
              </a:rPr>
              <a:t>system</a:t>
            </a:r>
            <a:r>
              <a:rPr sz="1200" spc="10" dirty="0">
                <a:latin typeface="Times New Roman"/>
                <a:cs typeface="Times New Roman"/>
              </a:rPr>
              <a:t> </a:t>
            </a:r>
            <a:r>
              <a:rPr sz="1200" spc="-25" dirty="0">
                <a:latin typeface="Times New Roman"/>
                <a:cs typeface="Times New Roman"/>
              </a:rPr>
              <a:t>are:</a:t>
            </a:r>
            <a:endParaRPr sz="1200" dirty="0">
              <a:latin typeface="Times New Roman"/>
              <a:cs typeface="Times New Roman"/>
            </a:endParaRPr>
          </a:p>
        </p:txBody>
      </p:sp>
      <p:sp>
        <p:nvSpPr>
          <p:cNvPr id="7" name="object 7"/>
          <p:cNvSpPr/>
          <p:nvPr/>
        </p:nvSpPr>
        <p:spPr>
          <a:xfrm>
            <a:off x="508254" y="467106"/>
            <a:ext cx="6629400" cy="9941560"/>
          </a:xfrm>
          <a:custGeom>
            <a:avLst/>
            <a:gdLst/>
            <a:ahLst/>
            <a:cxnLst/>
            <a:rect l="l" t="t" r="r" b="b"/>
            <a:pathLst>
              <a:path w="6629400" h="9941560">
                <a:moveTo>
                  <a:pt x="0" y="9941052"/>
                </a:moveTo>
                <a:lnTo>
                  <a:pt x="6629400" y="9941052"/>
                </a:lnTo>
                <a:lnTo>
                  <a:pt x="6629400" y="0"/>
                </a:lnTo>
                <a:lnTo>
                  <a:pt x="0" y="0"/>
                </a:lnTo>
                <a:lnTo>
                  <a:pt x="0" y="9941052"/>
                </a:lnTo>
                <a:close/>
              </a:path>
            </a:pathLst>
          </a:custGeom>
          <a:ln w="25400">
            <a:solidFill>
              <a:srgbClr val="1C334E"/>
            </a:solidFill>
          </a:ln>
        </p:spPr>
        <p:txBody>
          <a:bodyPr wrap="square" lIns="0" tIns="0" rIns="0" bIns="0" rtlCol="0"/>
          <a:lstStyle/>
          <a:p>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15721" y="790182"/>
            <a:ext cx="5777865" cy="9469644"/>
          </a:xfrm>
          <a:prstGeom prst="rect">
            <a:avLst/>
          </a:prstGeom>
        </p:spPr>
        <p:txBody>
          <a:bodyPr vert="horz" wrap="square" lIns="0" tIns="12700" rIns="0" bIns="0" rtlCol="0">
            <a:spAutoFit/>
          </a:bodyPr>
          <a:lstStyle/>
          <a:p>
            <a:pPr marL="480059" indent="-230504" algn="just">
              <a:lnSpc>
                <a:spcPct val="100000"/>
              </a:lnSpc>
              <a:spcBef>
                <a:spcPts val="100"/>
              </a:spcBef>
              <a:buFont typeface="Arial MT"/>
              <a:buChar char="●"/>
              <a:tabLst>
                <a:tab pos="480695" algn="l"/>
              </a:tabLst>
            </a:pPr>
            <a:r>
              <a:rPr sz="1200" spc="-5" dirty="0">
                <a:latin typeface="Times New Roman"/>
                <a:cs typeface="Times New Roman"/>
              </a:rPr>
              <a:t>Administration</a:t>
            </a:r>
            <a:r>
              <a:rPr sz="1200" spc="-65" dirty="0">
                <a:latin typeface="Times New Roman"/>
                <a:cs typeface="Times New Roman"/>
              </a:rPr>
              <a:t> </a:t>
            </a:r>
            <a:r>
              <a:rPr sz="1200" spc="-15" dirty="0">
                <a:latin typeface="Times New Roman"/>
                <a:cs typeface="Times New Roman"/>
              </a:rPr>
              <a:t>Module</a:t>
            </a:r>
            <a:endParaRPr sz="1200" dirty="0">
              <a:latin typeface="Times New Roman"/>
              <a:cs typeface="Times New Roman"/>
            </a:endParaRPr>
          </a:p>
          <a:p>
            <a:pPr marL="480059" indent="-230504" algn="just">
              <a:lnSpc>
                <a:spcPct val="100000"/>
              </a:lnSpc>
              <a:spcBef>
                <a:spcPts val="900"/>
              </a:spcBef>
              <a:buFont typeface="Arial MT"/>
              <a:buChar char="●"/>
              <a:tabLst>
                <a:tab pos="480695" algn="l"/>
              </a:tabLst>
            </a:pPr>
            <a:r>
              <a:rPr lang="en-US" sz="1200" spc="-15" dirty="0">
                <a:latin typeface="Times New Roman"/>
                <a:cs typeface="Times New Roman"/>
              </a:rPr>
              <a:t>User </a:t>
            </a:r>
            <a:r>
              <a:rPr sz="1200" spc="-15" dirty="0">
                <a:latin typeface="Times New Roman"/>
                <a:cs typeface="Times New Roman"/>
              </a:rPr>
              <a:t>Module</a:t>
            </a:r>
            <a:endParaRPr sz="1200" dirty="0">
              <a:latin typeface="Times New Roman"/>
              <a:cs typeface="Times New Roman"/>
            </a:endParaRPr>
          </a:p>
          <a:p>
            <a:pPr marL="480059" indent="-230504" algn="just">
              <a:lnSpc>
                <a:spcPct val="100000"/>
              </a:lnSpc>
              <a:spcBef>
                <a:spcPts val="900"/>
              </a:spcBef>
              <a:buFont typeface="Arial MT"/>
              <a:buChar char="●"/>
              <a:tabLst>
                <a:tab pos="480695" algn="l"/>
              </a:tabLst>
            </a:pPr>
            <a:r>
              <a:rPr lang="en-IN" sz="1200" spc="-5" dirty="0">
                <a:latin typeface="Times New Roman"/>
                <a:cs typeface="Times New Roman"/>
              </a:rPr>
              <a:t>Labour</a:t>
            </a:r>
            <a:r>
              <a:rPr sz="1200" spc="-35" dirty="0">
                <a:latin typeface="Times New Roman"/>
                <a:cs typeface="Times New Roman"/>
              </a:rPr>
              <a:t> </a:t>
            </a:r>
            <a:r>
              <a:rPr sz="1200" spc="-20" dirty="0">
                <a:latin typeface="Times New Roman"/>
                <a:cs typeface="Times New Roman"/>
              </a:rPr>
              <a:t>M</a:t>
            </a:r>
            <a:r>
              <a:rPr sz="1200" spc="-15" dirty="0">
                <a:latin typeface="Times New Roman"/>
                <a:cs typeface="Times New Roman"/>
              </a:rPr>
              <a:t>odu</a:t>
            </a:r>
            <a:r>
              <a:rPr sz="1200" spc="-10" dirty="0">
                <a:latin typeface="Times New Roman"/>
                <a:cs typeface="Times New Roman"/>
              </a:rPr>
              <a:t>l</a:t>
            </a:r>
            <a:r>
              <a:rPr sz="1200" dirty="0">
                <a:latin typeface="Times New Roman"/>
                <a:cs typeface="Times New Roman"/>
              </a:rPr>
              <a:t>e</a:t>
            </a:r>
          </a:p>
          <a:p>
            <a:pPr marL="480059" indent="-230504" algn="just">
              <a:lnSpc>
                <a:spcPct val="100000"/>
              </a:lnSpc>
              <a:spcBef>
                <a:spcPts val="900"/>
              </a:spcBef>
              <a:buFont typeface="Arial MT"/>
              <a:buChar char="●"/>
              <a:tabLst>
                <a:tab pos="480695" algn="l"/>
              </a:tabLst>
            </a:pPr>
            <a:r>
              <a:rPr lang="en-US" sz="1200" spc="-5" dirty="0">
                <a:latin typeface="Times New Roman"/>
                <a:cs typeface="Times New Roman"/>
              </a:rPr>
              <a:t>Delivery boy</a:t>
            </a:r>
            <a:r>
              <a:rPr sz="1200" spc="-30" dirty="0">
                <a:latin typeface="Times New Roman"/>
                <a:cs typeface="Times New Roman"/>
              </a:rPr>
              <a:t> </a:t>
            </a:r>
            <a:r>
              <a:rPr sz="1200" spc="-20" dirty="0">
                <a:latin typeface="Times New Roman"/>
                <a:cs typeface="Times New Roman"/>
              </a:rPr>
              <a:t>M</a:t>
            </a:r>
            <a:r>
              <a:rPr sz="1200" spc="-15" dirty="0">
                <a:latin typeface="Times New Roman"/>
                <a:cs typeface="Times New Roman"/>
              </a:rPr>
              <a:t>odu</a:t>
            </a:r>
            <a:r>
              <a:rPr sz="1200" spc="-10" dirty="0">
                <a:latin typeface="Times New Roman"/>
                <a:cs typeface="Times New Roman"/>
              </a:rPr>
              <a:t>l</a:t>
            </a:r>
            <a:r>
              <a:rPr sz="1200" dirty="0">
                <a:latin typeface="Times New Roman"/>
                <a:cs typeface="Times New Roman"/>
              </a:rPr>
              <a:t>e</a:t>
            </a:r>
            <a:endParaRPr lang="en-IN" sz="1200" dirty="0">
              <a:latin typeface="Times New Roman"/>
              <a:cs typeface="Times New Roman"/>
            </a:endParaRPr>
          </a:p>
          <a:p>
            <a:pPr marL="250190">
              <a:lnSpc>
                <a:spcPct val="100000"/>
              </a:lnSpc>
              <a:spcBef>
                <a:spcPts val="470"/>
              </a:spcBef>
            </a:pPr>
            <a:r>
              <a:rPr lang="en-IN" sz="4800" dirty="0">
                <a:latin typeface="Times New Roman"/>
                <a:cs typeface="Times New Roman"/>
              </a:rPr>
              <a:t>.</a:t>
            </a:r>
            <a:r>
              <a:rPr lang="en-IN" sz="4800" spc="-375" dirty="0">
                <a:latin typeface="Times New Roman"/>
                <a:cs typeface="Times New Roman"/>
              </a:rPr>
              <a:t> </a:t>
            </a:r>
            <a:r>
              <a:rPr lang="en-IN" sz="1200" dirty="0">
                <a:latin typeface="Times New Roman"/>
                <a:cs typeface="Times New Roman"/>
              </a:rPr>
              <a:t>Administr</a:t>
            </a:r>
            <a:r>
              <a:rPr lang="en-IN" sz="1200" spc="-10" dirty="0">
                <a:latin typeface="Times New Roman"/>
                <a:cs typeface="Times New Roman"/>
              </a:rPr>
              <a:t>a</a:t>
            </a:r>
            <a:r>
              <a:rPr lang="en-IN" sz="1200" dirty="0">
                <a:latin typeface="Times New Roman"/>
                <a:cs typeface="Times New Roman"/>
              </a:rPr>
              <a:t>tion</a:t>
            </a:r>
            <a:r>
              <a:rPr lang="en-IN" sz="1200" spc="-55" dirty="0">
                <a:latin typeface="Times New Roman"/>
                <a:cs typeface="Times New Roman"/>
              </a:rPr>
              <a:t> </a:t>
            </a:r>
            <a:r>
              <a:rPr lang="en-IN" sz="1200" spc="-20" dirty="0">
                <a:latin typeface="Times New Roman"/>
                <a:cs typeface="Times New Roman"/>
              </a:rPr>
              <a:t>M</a:t>
            </a:r>
            <a:r>
              <a:rPr lang="en-IN" sz="1200" spc="-15" dirty="0">
                <a:latin typeface="Times New Roman"/>
                <a:cs typeface="Times New Roman"/>
              </a:rPr>
              <a:t>odu</a:t>
            </a:r>
            <a:r>
              <a:rPr lang="en-IN" sz="1200" spc="-10" dirty="0">
                <a:latin typeface="Times New Roman"/>
                <a:cs typeface="Times New Roman"/>
              </a:rPr>
              <a:t>l</a:t>
            </a:r>
            <a:r>
              <a:rPr lang="en-IN" sz="1200" dirty="0">
                <a:latin typeface="Times New Roman"/>
                <a:cs typeface="Times New Roman"/>
              </a:rPr>
              <a:t>e</a:t>
            </a:r>
          </a:p>
          <a:p>
            <a:pPr marL="12700" marR="5080" indent="457200" algn="just">
              <a:lnSpc>
                <a:spcPct val="155000"/>
              </a:lnSpc>
              <a:spcBef>
                <a:spcPts val="455"/>
              </a:spcBef>
            </a:pPr>
            <a:r>
              <a:rPr lang="en-US" sz="1200" spc="-5" dirty="0">
                <a:latin typeface="Times New Roman"/>
                <a:cs typeface="Times New Roman"/>
              </a:rPr>
              <a:t>These Module is the control center of the system, providing administrators with the tools to manage users, products, service requests, and feedback. Admins can approve or reject service requests, track order statuses, and manage the allocation of labor resources. They are also responsible for managing the database of products, ensuring that all materials required for construction or renovation are available. Additionally, admins oversee the activities of delivery personnel and laborers, managing their schedules and ensuring that all tasks are executed according to user requests.</a:t>
            </a:r>
            <a:endParaRPr lang="en-US" sz="1650" dirty="0">
              <a:latin typeface="Times New Roman"/>
              <a:cs typeface="Times New Roman"/>
            </a:endParaRPr>
          </a:p>
          <a:p>
            <a:pPr marL="480059" indent="-230504" algn="just">
              <a:lnSpc>
                <a:spcPct val="100000"/>
              </a:lnSpc>
              <a:buFont typeface="Arial MT"/>
              <a:buChar char="●"/>
              <a:tabLst>
                <a:tab pos="480695" algn="l"/>
              </a:tabLst>
            </a:pPr>
            <a:r>
              <a:rPr lang="en-US" sz="1200" spc="-5" dirty="0">
                <a:latin typeface="Times New Roman"/>
                <a:cs typeface="Times New Roman"/>
              </a:rPr>
              <a:t>User</a:t>
            </a:r>
            <a:r>
              <a:rPr sz="1200" spc="-60" dirty="0">
                <a:latin typeface="Times New Roman"/>
                <a:cs typeface="Times New Roman"/>
              </a:rPr>
              <a:t> </a:t>
            </a:r>
            <a:r>
              <a:rPr sz="1200" spc="-15" dirty="0">
                <a:latin typeface="Times New Roman"/>
                <a:cs typeface="Times New Roman"/>
              </a:rPr>
              <a:t>Module</a:t>
            </a:r>
            <a:endParaRPr sz="1200" dirty="0">
              <a:latin typeface="Times New Roman"/>
              <a:cs typeface="Times New Roman"/>
            </a:endParaRPr>
          </a:p>
          <a:p>
            <a:pPr marL="12700" marR="5080" indent="457200" algn="just">
              <a:lnSpc>
                <a:spcPct val="155100"/>
              </a:lnSpc>
              <a:spcBef>
                <a:spcPts val="530"/>
              </a:spcBef>
            </a:pPr>
            <a:r>
              <a:rPr lang="en-US" sz="1200" dirty="0">
                <a:latin typeface="Times New Roman"/>
                <a:cs typeface="Times New Roman"/>
              </a:rPr>
              <a:t>The User Module provides an intuitive interface for customers, enabling them to explore a wide range of services. Users can request cost estimates, make bookings for various services, and provide feedback once tasks are completed. This module facilitates seamless payments, allowing users to manage their finances efficiently. Additionally, users can view the status of their bookings and payments, ensuring full transparency and real-time updates. This module also allows users to rate and review services, providing valuable insights for continuous service improvement</a:t>
            </a:r>
          </a:p>
          <a:p>
            <a:pPr marL="421005" indent="-171450" algn="just">
              <a:lnSpc>
                <a:spcPct val="100000"/>
              </a:lnSpc>
              <a:buFont typeface="Arial" panose="020B0604020202020204" pitchFamily="34" charset="0"/>
              <a:buChar char="•"/>
              <a:tabLst>
                <a:tab pos="480695" algn="l"/>
              </a:tabLst>
            </a:pPr>
            <a:r>
              <a:rPr lang="en-US" sz="1200" spc="-5" dirty="0" err="1">
                <a:latin typeface="Times New Roman"/>
                <a:cs typeface="Times New Roman"/>
              </a:rPr>
              <a:t>Labou</a:t>
            </a:r>
            <a:r>
              <a:rPr sz="1200" spc="-5" dirty="0" err="1">
                <a:latin typeface="Times New Roman"/>
                <a:cs typeface="Times New Roman"/>
              </a:rPr>
              <a:t>r</a:t>
            </a:r>
            <a:r>
              <a:rPr sz="1200" spc="-60" dirty="0">
                <a:latin typeface="Times New Roman"/>
                <a:cs typeface="Times New Roman"/>
              </a:rPr>
              <a:t> </a:t>
            </a:r>
            <a:r>
              <a:rPr sz="1200" spc="-15" dirty="0">
                <a:latin typeface="Times New Roman"/>
                <a:cs typeface="Times New Roman"/>
              </a:rPr>
              <a:t>Module</a:t>
            </a:r>
            <a:endParaRPr sz="1200" dirty="0">
              <a:latin typeface="Times New Roman"/>
              <a:cs typeface="Times New Roman"/>
            </a:endParaRPr>
          </a:p>
          <a:p>
            <a:pPr marL="12700" marR="6985" indent="457200" algn="just">
              <a:lnSpc>
                <a:spcPct val="155000"/>
              </a:lnSpc>
              <a:spcBef>
                <a:spcPts val="515"/>
              </a:spcBef>
            </a:pPr>
            <a:r>
              <a:rPr lang="en-US" sz="1200" dirty="0">
                <a:latin typeface="Times New Roman"/>
                <a:cs typeface="Times New Roman"/>
              </a:rPr>
              <a:t>The Labor Module handles the hiring and management of skilled laborers, including painters, carpenters, electricians, and cleaners. Users can request specific labor services, and the module manages their availability and assignment to projects based on user requirements. Admins have the authority to approve or reject labor requests, ensuring that only qualified and vetted professionals are assigned to projects. This module also tracks the work progress of laborers and allows users to provide feedback, which helps in maintaining a high standard of service quality</a:t>
            </a:r>
            <a:endParaRPr sz="1750" dirty="0">
              <a:latin typeface="Times New Roman"/>
              <a:cs typeface="Times New Roman"/>
            </a:endParaRPr>
          </a:p>
          <a:p>
            <a:pPr marL="478790" indent="-229235" algn="just">
              <a:lnSpc>
                <a:spcPct val="100000"/>
              </a:lnSpc>
              <a:buFont typeface="Symbol"/>
              <a:buChar char=""/>
              <a:tabLst>
                <a:tab pos="479425" algn="l"/>
              </a:tabLst>
            </a:pPr>
            <a:r>
              <a:rPr lang="en-US" sz="1200" spc="-15" dirty="0" err="1">
                <a:latin typeface="Times New Roman"/>
                <a:cs typeface="Times New Roman"/>
              </a:rPr>
              <a:t>Deliveryboy</a:t>
            </a:r>
            <a:r>
              <a:rPr lang="en-US" sz="1200" spc="-15" dirty="0">
                <a:latin typeface="Times New Roman"/>
                <a:cs typeface="Times New Roman"/>
              </a:rPr>
              <a:t> </a:t>
            </a:r>
            <a:r>
              <a:rPr sz="1200" spc="-15" dirty="0">
                <a:latin typeface="Times New Roman"/>
                <a:cs typeface="Times New Roman"/>
              </a:rPr>
              <a:t>Module</a:t>
            </a:r>
            <a:endParaRPr sz="1200" dirty="0">
              <a:latin typeface="Times New Roman"/>
              <a:cs typeface="Times New Roman"/>
            </a:endParaRPr>
          </a:p>
          <a:p>
            <a:pPr marL="478790" marR="6985" algn="just">
              <a:lnSpc>
                <a:spcPts val="2200"/>
              </a:lnSpc>
            </a:pPr>
            <a:r>
              <a:rPr lang="en-US" sz="1200" dirty="0">
                <a:latin typeface="Times New Roman"/>
                <a:cs typeface="Times New Roman"/>
              </a:rPr>
              <a:t> Manages the allocation and tracking of delivery requests, ensuring timely delivery of construction materials or other ordered items.</a:t>
            </a:r>
            <a:endParaRPr sz="1200" dirty="0">
              <a:latin typeface="Times New Roman"/>
              <a:cs typeface="Times New Roman"/>
            </a:endParaRPr>
          </a:p>
        </p:txBody>
      </p:sp>
      <p:sp>
        <p:nvSpPr>
          <p:cNvPr id="6" name="object 6"/>
          <p:cNvSpPr/>
          <p:nvPr/>
        </p:nvSpPr>
        <p:spPr>
          <a:xfrm>
            <a:off x="508254" y="467106"/>
            <a:ext cx="6629400" cy="9941560"/>
          </a:xfrm>
          <a:custGeom>
            <a:avLst/>
            <a:gdLst/>
            <a:ahLst/>
            <a:cxnLst/>
            <a:rect l="l" t="t" r="r" b="b"/>
            <a:pathLst>
              <a:path w="6629400" h="9941560">
                <a:moveTo>
                  <a:pt x="0" y="9941052"/>
                </a:moveTo>
                <a:lnTo>
                  <a:pt x="6629400" y="9941052"/>
                </a:lnTo>
                <a:lnTo>
                  <a:pt x="66294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Home Construction Service</a:t>
            </a:r>
            <a:endParaRPr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616835" y="5132959"/>
            <a:ext cx="231330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2.</a:t>
            </a:r>
            <a:r>
              <a:rPr sz="1600" b="1" spc="-85" dirty="0">
                <a:latin typeface="Times New Roman"/>
                <a:cs typeface="Times New Roman"/>
              </a:rPr>
              <a:t> </a:t>
            </a:r>
            <a:r>
              <a:rPr sz="1600" b="1" spc="-5" dirty="0">
                <a:latin typeface="Times New Roman"/>
                <a:cs typeface="Times New Roman"/>
              </a:rPr>
              <a:t>DEVELOPING</a:t>
            </a:r>
            <a:r>
              <a:rPr sz="1600" b="1" spc="-90" dirty="0">
                <a:latin typeface="Times New Roman"/>
                <a:cs typeface="Times New Roman"/>
              </a:rPr>
              <a:t> </a:t>
            </a:r>
            <a:r>
              <a:rPr sz="1600" b="1" spc="-30" dirty="0">
                <a:latin typeface="Times New Roman"/>
                <a:cs typeface="Times New Roman"/>
              </a:rPr>
              <a:t>TOOLS</a:t>
            </a:r>
            <a:endParaRPr sz="16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921765"/>
            <a:ext cx="5786120" cy="8354059"/>
          </a:xfrm>
          <a:prstGeom prst="rect">
            <a:avLst/>
          </a:prstGeom>
        </p:spPr>
        <p:txBody>
          <a:bodyPr vert="horz" wrap="square" lIns="0" tIns="12700" rIns="0" bIns="0" rtlCol="0">
            <a:spAutoFit/>
          </a:bodyPr>
          <a:lstStyle/>
          <a:p>
            <a:pPr marL="234950" indent="-222885" algn="just">
              <a:lnSpc>
                <a:spcPct val="100000"/>
              </a:lnSpc>
              <a:spcBef>
                <a:spcPts val="100"/>
              </a:spcBef>
              <a:buSzPct val="92857"/>
              <a:buAutoNum type="arabicPeriod"/>
              <a:tabLst>
                <a:tab pos="235585" algn="l"/>
              </a:tabLst>
            </a:pPr>
            <a:r>
              <a:rPr sz="1400" b="1" dirty="0">
                <a:latin typeface="Times New Roman"/>
                <a:cs typeface="Times New Roman"/>
              </a:rPr>
              <a:t>Intr</a:t>
            </a:r>
            <a:r>
              <a:rPr sz="1400" b="1" spc="5" dirty="0">
                <a:latin typeface="Times New Roman"/>
                <a:cs typeface="Times New Roman"/>
              </a:rPr>
              <a:t>o</a:t>
            </a:r>
            <a:r>
              <a:rPr sz="1400" b="1" dirty="0">
                <a:latin typeface="Times New Roman"/>
                <a:cs typeface="Times New Roman"/>
              </a:rPr>
              <a:t>duct</a:t>
            </a:r>
            <a:r>
              <a:rPr sz="1400" b="1" spc="-10" dirty="0">
                <a:latin typeface="Times New Roman"/>
                <a:cs typeface="Times New Roman"/>
              </a:rPr>
              <a:t>i</a:t>
            </a:r>
            <a:r>
              <a:rPr sz="1400" b="1" dirty="0">
                <a:latin typeface="Times New Roman"/>
                <a:cs typeface="Times New Roman"/>
              </a:rPr>
              <a:t>on</a:t>
            </a:r>
            <a:r>
              <a:rPr sz="1400" b="1" spc="-60" dirty="0">
                <a:latin typeface="Times New Roman"/>
                <a:cs typeface="Times New Roman"/>
              </a:rPr>
              <a:t> </a:t>
            </a:r>
            <a:r>
              <a:rPr sz="1400" b="1" dirty="0">
                <a:latin typeface="Times New Roman"/>
                <a:cs typeface="Times New Roman"/>
              </a:rPr>
              <a:t>to</a:t>
            </a:r>
            <a:r>
              <a:rPr sz="1400" b="1" spc="-70" dirty="0">
                <a:latin typeface="Times New Roman"/>
                <a:cs typeface="Times New Roman"/>
              </a:rPr>
              <a:t> </a:t>
            </a:r>
            <a:r>
              <a:rPr sz="1400" b="1" spc="-30" dirty="0">
                <a:latin typeface="Times New Roman"/>
                <a:cs typeface="Times New Roman"/>
              </a:rPr>
              <a:t>P</a:t>
            </a:r>
            <a:r>
              <a:rPr sz="1400" b="1" spc="-25" dirty="0">
                <a:latin typeface="Times New Roman"/>
                <a:cs typeface="Times New Roman"/>
              </a:rPr>
              <a:t>H</a:t>
            </a:r>
            <a:r>
              <a:rPr sz="1400" b="1" dirty="0">
                <a:latin typeface="Times New Roman"/>
                <a:cs typeface="Times New Roman"/>
              </a:rPr>
              <a:t>P</a:t>
            </a:r>
            <a:endParaRPr sz="1400">
              <a:latin typeface="Times New Roman"/>
              <a:cs typeface="Times New Roman"/>
            </a:endParaRPr>
          </a:p>
          <a:p>
            <a:pPr marL="12700" marR="5080" indent="86360" algn="just">
              <a:lnSpc>
                <a:spcPct val="155000"/>
              </a:lnSpc>
              <a:spcBef>
                <a:spcPts val="1035"/>
              </a:spcBef>
            </a:pPr>
            <a:r>
              <a:rPr sz="1200" spc="-10" dirty="0">
                <a:latin typeface="Times New Roman"/>
                <a:cs typeface="Times New Roman"/>
              </a:rPr>
              <a:t>PHP </a:t>
            </a:r>
            <a:r>
              <a:rPr sz="1200" spc="-5" dirty="0">
                <a:latin typeface="Times New Roman"/>
                <a:cs typeface="Times New Roman"/>
              </a:rPr>
              <a:t>started </a:t>
            </a:r>
            <a:r>
              <a:rPr sz="1200" dirty="0">
                <a:latin typeface="Times New Roman"/>
                <a:cs typeface="Times New Roman"/>
              </a:rPr>
              <a:t>out </a:t>
            </a:r>
            <a:r>
              <a:rPr sz="1200" spc="-5" dirty="0">
                <a:latin typeface="Times New Roman"/>
                <a:cs typeface="Times New Roman"/>
              </a:rPr>
              <a:t>as </a:t>
            </a:r>
            <a:r>
              <a:rPr sz="1200" dirty="0">
                <a:latin typeface="Times New Roman"/>
                <a:cs typeface="Times New Roman"/>
              </a:rPr>
              <a:t>a small </a:t>
            </a:r>
            <a:r>
              <a:rPr sz="1200" spc="-5" dirty="0">
                <a:latin typeface="Times New Roman"/>
                <a:cs typeface="Times New Roman"/>
              </a:rPr>
              <a:t>open </a:t>
            </a:r>
            <a:r>
              <a:rPr sz="1200" dirty="0">
                <a:latin typeface="Times New Roman"/>
                <a:cs typeface="Times New Roman"/>
              </a:rPr>
              <a:t>source project that evolved </a:t>
            </a:r>
            <a:r>
              <a:rPr sz="1200" spc="-5" dirty="0">
                <a:latin typeface="Times New Roman"/>
                <a:cs typeface="Times New Roman"/>
              </a:rPr>
              <a:t>as </a:t>
            </a:r>
            <a:r>
              <a:rPr sz="1200" dirty="0">
                <a:latin typeface="Times New Roman"/>
                <a:cs typeface="Times New Roman"/>
              </a:rPr>
              <a:t>more </a:t>
            </a:r>
            <a:r>
              <a:rPr sz="1200" spc="-5" dirty="0">
                <a:latin typeface="Times New Roman"/>
                <a:cs typeface="Times New Roman"/>
              </a:rPr>
              <a:t>and </a:t>
            </a:r>
            <a:r>
              <a:rPr sz="1200" dirty="0">
                <a:latin typeface="Times New Roman"/>
                <a:cs typeface="Times New Roman"/>
              </a:rPr>
              <a:t>more people </a:t>
            </a:r>
            <a:r>
              <a:rPr sz="1200" spc="-10" dirty="0">
                <a:latin typeface="Times New Roman"/>
                <a:cs typeface="Times New Roman"/>
              </a:rPr>
              <a:t>found </a:t>
            </a:r>
            <a:r>
              <a:rPr sz="1200" spc="-5" dirty="0">
                <a:latin typeface="Times New Roman"/>
                <a:cs typeface="Times New Roman"/>
              </a:rPr>
              <a:t> </a:t>
            </a:r>
            <a:r>
              <a:rPr sz="1200" dirty="0">
                <a:latin typeface="Times New Roman"/>
                <a:cs typeface="Times New Roman"/>
              </a:rPr>
              <a:t>out how useful it </a:t>
            </a:r>
            <a:r>
              <a:rPr sz="1200" spc="-5" dirty="0">
                <a:latin typeface="Times New Roman"/>
                <a:cs typeface="Times New Roman"/>
              </a:rPr>
              <a:t>was. </a:t>
            </a:r>
            <a:r>
              <a:rPr sz="1200" dirty="0">
                <a:latin typeface="Times New Roman"/>
                <a:cs typeface="Times New Roman"/>
              </a:rPr>
              <a:t>Rasmus </a:t>
            </a:r>
            <a:r>
              <a:rPr sz="1200" spc="-5" dirty="0">
                <a:latin typeface="Times New Roman"/>
                <a:cs typeface="Times New Roman"/>
              </a:rPr>
              <a:t>Lerdorf </a:t>
            </a:r>
            <a:r>
              <a:rPr sz="1200" dirty="0">
                <a:latin typeface="Times New Roman"/>
                <a:cs typeface="Times New Roman"/>
              </a:rPr>
              <a:t>unleashed the first version of </a:t>
            </a:r>
            <a:r>
              <a:rPr sz="1200" spc="-5" dirty="0">
                <a:latin typeface="Times New Roman"/>
                <a:cs typeface="Times New Roman"/>
              </a:rPr>
              <a:t>PHP </a:t>
            </a:r>
            <a:r>
              <a:rPr sz="1200" dirty="0">
                <a:latin typeface="Times New Roman"/>
                <a:cs typeface="Times New Roman"/>
              </a:rPr>
              <a:t>way back in </a:t>
            </a:r>
            <a:r>
              <a:rPr sz="1200" spc="-15" dirty="0">
                <a:latin typeface="Times New Roman"/>
                <a:cs typeface="Times New Roman"/>
              </a:rPr>
              <a:t>1994. </a:t>
            </a:r>
            <a:r>
              <a:rPr sz="1200" spc="-10" dirty="0">
                <a:latin typeface="Times New Roman"/>
                <a:cs typeface="Times New Roman"/>
              </a:rPr>
              <a:t> PHP </a:t>
            </a:r>
            <a:r>
              <a:rPr sz="1200" spc="-5" dirty="0">
                <a:latin typeface="Times New Roman"/>
                <a:cs typeface="Times New Roman"/>
              </a:rPr>
              <a:t>is </a:t>
            </a:r>
            <a:r>
              <a:rPr sz="1200" dirty="0">
                <a:latin typeface="Times New Roman"/>
                <a:cs typeface="Times New Roman"/>
              </a:rPr>
              <a:t>a recursive </a:t>
            </a:r>
            <a:r>
              <a:rPr sz="1200" spc="-5" dirty="0">
                <a:latin typeface="Times New Roman"/>
                <a:cs typeface="Times New Roman"/>
              </a:rPr>
              <a:t>acronym </a:t>
            </a:r>
            <a:r>
              <a:rPr sz="1200" dirty="0">
                <a:latin typeface="Times New Roman"/>
                <a:cs typeface="Times New Roman"/>
              </a:rPr>
              <a:t>for </a:t>
            </a:r>
            <a:r>
              <a:rPr sz="1200" spc="-5" dirty="0">
                <a:latin typeface="Times New Roman"/>
                <a:cs typeface="Times New Roman"/>
              </a:rPr>
              <a:t>"PHP: Hypertext Preprocessor". PHP is </a:t>
            </a:r>
            <a:r>
              <a:rPr sz="1200" dirty="0">
                <a:latin typeface="Times New Roman"/>
                <a:cs typeface="Times New Roman"/>
              </a:rPr>
              <a:t>a </a:t>
            </a:r>
            <a:r>
              <a:rPr sz="1200" spc="-5" dirty="0">
                <a:latin typeface="Times New Roman"/>
                <a:cs typeface="Times New Roman"/>
              </a:rPr>
              <a:t>server </a:t>
            </a:r>
            <a:r>
              <a:rPr sz="1200" dirty="0">
                <a:latin typeface="Times New Roman"/>
                <a:cs typeface="Times New Roman"/>
              </a:rPr>
              <a:t>side </a:t>
            </a:r>
            <a:r>
              <a:rPr sz="1200" spc="-10" dirty="0">
                <a:latin typeface="Times New Roman"/>
                <a:cs typeface="Times New Roman"/>
              </a:rPr>
              <a:t>scripting </a:t>
            </a:r>
            <a:r>
              <a:rPr sz="1200" spc="-5" dirty="0">
                <a:latin typeface="Times New Roman"/>
                <a:cs typeface="Times New Roman"/>
              </a:rPr>
              <a:t> </a:t>
            </a:r>
            <a:r>
              <a:rPr sz="1200" spc="-10" dirty="0">
                <a:latin typeface="Times New Roman"/>
                <a:cs typeface="Times New Roman"/>
              </a:rPr>
              <a:t>language </a:t>
            </a:r>
            <a:r>
              <a:rPr sz="1200" dirty="0">
                <a:latin typeface="Times New Roman"/>
                <a:cs typeface="Times New Roman"/>
              </a:rPr>
              <a:t>that </a:t>
            </a:r>
            <a:r>
              <a:rPr sz="1200" spc="-5" dirty="0">
                <a:latin typeface="Times New Roman"/>
                <a:cs typeface="Times New Roman"/>
              </a:rPr>
              <a:t>is </a:t>
            </a:r>
            <a:r>
              <a:rPr sz="1200" dirty="0">
                <a:latin typeface="Times New Roman"/>
                <a:cs typeface="Times New Roman"/>
              </a:rPr>
              <a:t>embedded in </a:t>
            </a:r>
            <a:r>
              <a:rPr sz="1200" spc="-5" dirty="0">
                <a:latin typeface="Times New Roman"/>
                <a:cs typeface="Times New Roman"/>
              </a:rPr>
              <a:t>HTML. </a:t>
            </a:r>
            <a:r>
              <a:rPr sz="1200" spc="-10" dirty="0">
                <a:latin typeface="Times New Roman"/>
                <a:cs typeface="Times New Roman"/>
              </a:rPr>
              <a:t>It </a:t>
            </a:r>
            <a:r>
              <a:rPr sz="1200" spc="-5" dirty="0">
                <a:latin typeface="Times New Roman"/>
                <a:cs typeface="Times New Roman"/>
              </a:rPr>
              <a:t>is used </a:t>
            </a:r>
            <a:r>
              <a:rPr sz="1200" dirty="0">
                <a:latin typeface="Times New Roman"/>
                <a:cs typeface="Times New Roman"/>
              </a:rPr>
              <a:t>to </a:t>
            </a:r>
            <a:r>
              <a:rPr sz="1200" spc="-10" dirty="0">
                <a:latin typeface="Times New Roman"/>
                <a:cs typeface="Times New Roman"/>
              </a:rPr>
              <a:t>manage </a:t>
            </a:r>
            <a:r>
              <a:rPr sz="1200" dirty="0">
                <a:latin typeface="Times New Roman"/>
                <a:cs typeface="Times New Roman"/>
              </a:rPr>
              <a:t>dynamic content, databases, </a:t>
            </a:r>
            <a:r>
              <a:rPr sz="1200" spc="-15" dirty="0">
                <a:latin typeface="Times New Roman"/>
                <a:cs typeface="Times New Roman"/>
              </a:rPr>
              <a:t>session </a:t>
            </a:r>
            <a:r>
              <a:rPr sz="1200" spc="-285" dirty="0">
                <a:latin typeface="Times New Roman"/>
                <a:cs typeface="Times New Roman"/>
              </a:rPr>
              <a:t> </a:t>
            </a:r>
            <a:r>
              <a:rPr sz="1200" spc="-5" dirty="0">
                <a:latin typeface="Times New Roman"/>
                <a:cs typeface="Times New Roman"/>
              </a:rPr>
              <a:t>tracking,</a:t>
            </a:r>
            <a:r>
              <a:rPr sz="1200" dirty="0">
                <a:latin typeface="Times New Roman"/>
                <a:cs typeface="Times New Roman"/>
              </a:rPr>
              <a:t> even</a:t>
            </a:r>
            <a:r>
              <a:rPr sz="1200" spc="5" dirty="0">
                <a:latin typeface="Times New Roman"/>
                <a:cs typeface="Times New Roman"/>
              </a:rPr>
              <a:t> </a:t>
            </a:r>
            <a:r>
              <a:rPr sz="1200" dirty="0">
                <a:latin typeface="Times New Roman"/>
                <a:cs typeface="Times New Roman"/>
              </a:rPr>
              <a:t>build</a:t>
            </a:r>
            <a:r>
              <a:rPr sz="1200" spc="5" dirty="0">
                <a:latin typeface="Times New Roman"/>
                <a:cs typeface="Times New Roman"/>
              </a:rPr>
              <a:t> </a:t>
            </a:r>
            <a:r>
              <a:rPr sz="1200" dirty="0">
                <a:latin typeface="Times New Roman"/>
                <a:cs typeface="Times New Roman"/>
              </a:rPr>
              <a:t>entire</a:t>
            </a:r>
            <a:r>
              <a:rPr sz="1200" spc="5" dirty="0">
                <a:latin typeface="Times New Roman"/>
                <a:cs typeface="Times New Roman"/>
              </a:rPr>
              <a:t> </a:t>
            </a:r>
            <a:r>
              <a:rPr sz="1200" spc="-5" dirty="0">
                <a:latin typeface="Times New Roman"/>
                <a:cs typeface="Times New Roman"/>
              </a:rPr>
              <a:t>e-commerce</a:t>
            </a:r>
            <a:r>
              <a:rPr sz="1200" dirty="0">
                <a:latin typeface="Times New Roman"/>
                <a:cs typeface="Times New Roman"/>
              </a:rPr>
              <a:t> sites.</a:t>
            </a:r>
            <a:r>
              <a:rPr sz="1200" spc="5" dirty="0">
                <a:latin typeface="Times New Roman"/>
                <a:cs typeface="Times New Roman"/>
              </a:rPr>
              <a:t> </a:t>
            </a:r>
            <a:r>
              <a:rPr sz="1200" spc="-5" dirty="0">
                <a:latin typeface="Times New Roman"/>
                <a:cs typeface="Times New Roman"/>
              </a:rPr>
              <a:t>It</a:t>
            </a:r>
            <a:r>
              <a:rPr sz="1200" dirty="0">
                <a:latin typeface="Times New Roman"/>
                <a:cs typeface="Times New Roman"/>
              </a:rPr>
              <a:t> </a:t>
            </a:r>
            <a:r>
              <a:rPr sz="1200" spc="-5" dirty="0">
                <a:latin typeface="Times New Roman"/>
                <a:cs typeface="Times New Roman"/>
              </a:rPr>
              <a:t>is</a:t>
            </a:r>
            <a:r>
              <a:rPr sz="1200" dirty="0">
                <a:latin typeface="Times New Roman"/>
                <a:cs typeface="Times New Roman"/>
              </a:rPr>
              <a:t> integrated</a:t>
            </a:r>
            <a:r>
              <a:rPr sz="1200" spc="5" dirty="0">
                <a:latin typeface="Times New Roman"/>
                <a:cs typeface="Times New Roman"/>
              </a:rPr>
              <a:t> </a:t>
            </a:r>
            <a:r>
              <a:rPr sz="1200" dirty="0">
                <a:latin typeface="Times New Roman"/>
                <a:cs typeface="Times New Roman"/>
              </a:rPr>
              <a:t>with</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number</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10" dirty="0">
                <a:latin typeface="Times New Roman"/>
                <a:cs typeface="Times New Roman"/>
              </a:rPr>
              <a:t>popular </a:t>
            </a:r>
            <a:r>
              <a:rPr sz="1200" spc="-5" dirty="0">
                <a:latin typeface="Times New Roman"/>
                <a:cs typeface="Times New Roman"/>
              </a:rPr>
              <a:t> </a:t>
            </a:r>
            <a:r>
              <a:rPr sz="1200" dirty="0">
                <a:latin typeface="Times New Roman"/>
                <a:cs typeface="Times New Roman"/>
              </a:rPr>
              <a:t>databases, including </a:t>
            </a:r>
            <a:r>
              <a:rPr sz="1200" spc="-5" dirty="0">
                <a:latin typeface="Times New Roman"/>
                <a:cs typeface="Times New Roman"/>
              </a:rPr>
              <a:t>MySQL,</a:t>
            </a:r>
            <a:r>
              <a:rPr sz="1200" dirty="0">
                <a:latin typeface="Times New Roman"/>
                <a:cs typeface="Times New Roman"/>
              </a:rPr>
              <a:t> </a:t>
            </a:r>
            <a:r>
              <a:rPr sz="1200" spc="-5" dirty="0">
                <a:latin typeface="Times New Roman"/>
                <a:cs typeface="Times New Roman"/>
              </a:rPr>
              <a:t>PostgreSQL, </a:t>
            </a:r>
            <a:r>
              <a:rPr sz="1200" dirty="0">
                <a:latin typeface="Times New Roman"/>
                <a:cs typeface="Times New Roman"/>
              </a:rPr>
              <a:t>Oracle, </a:t>
            </a:r>
            <a:r>
              <a:rPr sz="1200" spc="-5" dirty="0">
                <a:latin typeface="Times New Roman"/>
                <a:cs typeface="Times New Roman"/>
              </a:rPr>
              <a:t>Sybase, Informix, </a:t>
            </a:r>
            <a:r>
              <a:rPr sz="1200" dirty="0">
                <a:latin typeface="Times New Roman"/>
                <a:cs typeface="Times New Roman"/>
              </a:rPr>
              <a:t>and </a:t>
            </a:r>
            <a:r>
              <a:rPr sz="1200" spc="-5" dirty="0">
                <a:latin typeface="Times New Roman"/>
                <a:cs typeface="Times New Roman"/>
              </a:rPr>
              <a:t>Microsoft </a:t>
            </a:r>
            <a:r>
              <a:rPr sz="1200" spc="-20" dirty="0">
                <a:latin typeface="Times New Roman"/>
                <a:cs typeface="Times New Roman"/>
              </a:rPr>
              <a:t>SQL </a:t>
            </a:r>
            <a:r>
              <a:rPr sz="1200" spc="-15" dirty="0">
                <a:latin typeface="Times New Roman"/>
                <a:cs typeface="Times New Roman"/>
              </a:rPr>
              <a:t> </a:t>
            </a:r>
            <a:r>
              <a:rPr sz="1200" spc="-5" dirty="0">
                <a:latin typeface="Times New Roman"/>
                <a:cs typeface="Times New Roman"/>
              </a:rPr>
              <a:t>Server. PHP is </a:t>
            </a:r>
            <a:r>
              <a:rPr sz="1200" dirty="0">
                <a:latin typeface="Times New Roman"/>
                <a:cs typeface="Times New Roman"/>
              </a:rPr>
              <a:t>pleasingly </a:t>
            </a:r>
            <a:r>
              <a:rPr sz="1200" spc="5" dirty="0">
                <a:latin typeface="Times New Roman"/>
                <a:cs typeface="Times New Roman"/>
              </a:rPr>
              <a:t>zippy </a:t>
            </a:r>
            <a:r>
              <a:rPr sz="1200" dirty="0">
                <a:latin typeface="Times New Roman"/>
                <a:cs typeface="Times New Roman"/>
              </a:rPr>
              <a:t>in </a:t>
            </a:r>
            <a:r>
              <a:rPr sz="1200" spc="-5" dirty="0">
                <a:latin typeface="Times New Roman"/>
                <a:cs typeface="Times New Roman"/>
              </a:rPr>
              <a:t>its </a:t>
            </a:r>
            <a:r>
              <a:rPr sz="1200" dirty="0">
                <a:latin typeface="Times New Roman"/>
                <a:cs typeface="Times New Roman"/>
              </a:rPr>
              <a:t>execution, especially </a:t>
            </a:r>
            <a:r>
              <a:rPr sz="1200" spc="-5" dirty="0">
                <a:latin typeface="Times New Roman"/>
                <a:cs typeface="Times New Roman"/>
              </a:rPr>
              <a:t>when </a:t>
            </a:r>
            <a:r>
              <a:rPr sz="1200" dirty="0">
                <a:latin typeface="Times New Roman"/>
                <a:cs typeface="Times New Roman"/>
              </a:rPr>
              <a:t>compiled </a:t>
            </a:r>
            <a:r>
              <a:rPr sz="1200" spc="-5" dirty="0">
                <a:latin typeface="Times New Roman"/>
                <a:cs typeface="Times New Roman"/>
              </a:rPr>
              <a:t>as an Apache </a:t>
            </a:r>
            <a:r>
              <a:rPr sz="1200" dirty="0">
                <a:latin typeface="Times New Roman"/>
                <a:cs typeface="Times New Roman"/>
              </a:rPr>
              <a:t> </a:t>
            </a:r>
            <a:r>
              <a:rPr sz="1200" spc="-10" dirty="0">
                <a:latin typeface="Times New Roman"/>
                <a:cs typeface="Times New Roman"/>
              </a:rPr>
              <a:t>module</a:t>
            </a:r>
            <a:r>
              <a:rPr sz="1200" spc="-30"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Unix </a:t>
            </a:r>
            <a:r>
              <a:rPr sz="1200" spc="-10" dirty="0">
                <a:latin typeface="Times New Roman"/>
                <a:cs typeface="Times New Roman"/>
              </a:rPr>
              <a:t>side.</a:t>
            </a:r>
            <a:r>
              <a:rPr sz="1200" spc="-15" dirty="0">
                <a:latin typeface="Times New Roman"/>
                <a:cs typeface="Times New Roman"/>
              </a:rPr>
              <a:t> </a:t>
            </a:r>
            <a:r>
              <a:rPr sz="1200" spc="-5" dirty="0">
                <a:latin typeface="Times New Roman"/>
                <a:cs typeface="Times New Roman"/>
              </a:rPr>
              <a:t>The</a:t>
            </a:r>
            <a:r>
              <a:rPr sz="1200" spc="-30" dirty="0">
                <a:latin typeface="Times New Roman"/>
                <a:cs typeface="Times New Roman"/>
              </a:rPr>
              <a:t> </a:t>
            </a:r>
            <a:r>
              <a:rPr sz="1200" spc="-15" dirty="0">
                <a:latin typeface="Times New Roman"/>
                <a:cs typeface="Times New Roman"/>
              </a:rPr>
              <a:t>MySQL</a:t>
            </a:r>
            <a:r>
              <a:rPr sz="1200" spc="-50" dirty="0">
                <a:latin typeface="Times New Roman"/>
                <a:cs typeface="Times New Roman"/>
              </a:rPr>
              <a:t> </a:t>
            </a:r>
            <a:r>
              <a:rPr sz="1200" spc="-20" dirty="0">
                <a:latin typeface="Times New Roman"/>
                <a:cs typeface="Times New Roman"/>
              </a:rPr>
              <a:t>server,</a:t>
            </a:r>
            <a:r>
              <a:rPr sz="1200" spc="-40" dirty="0">
                <a:latin typeface="Times New Roman"/>
                <a:cs typeface="Times New Roman"/>
              </a:rPr>
              <a:t> </a:t>
            </a:r>
            <a:r>
              <a:rPr sz="1200" dirty="0">
                <a:latin typeface="Times New Roman"/>
                <a:cs typeface="Times New Roman"/>
              </a:rPr>
              <a:t>once</a:t>
            </a:r>
            <a:r>
              <a:rPr sz="1200" spc="-5" dirty="0">
                <a:latin typeface="Times New Roman"/>
                <a:cs typeface="Times New Roman"/>
              </a:rPr>
              <a:t> </a:t>
            </a:r>
            <a:r>
              <a:rPr sz="1200" spc="-10" dirty="0">
                <a:latin typeface="Times New Roman"/>
                <a:cs typeface="Times New Roman"/>
              </a:rPr>
              <a:t>started, executes</a:t>
            </a:r>
            <a:r>
              <a:rPr sz="1200" spc="-25" dirty="0">
                <a:latin typeface="Times New Roman"/>
                <a:cs typeface="Times New Roman"/>
              </a:rPr>
              <a:t> </a:t>
            </a:r>
            <a:r>
              <a:rPr sz="1200" dirty="0">
                <a:latin typeface="Times New Roman"/>
                <a:cs typeface="Times New Roman"/>
              </a:rPr>
              <a:t>even</a:t>
            </a:r>
            <a:r>
              <a:rPr sz="1200" spc="-15" dirty="0">
                <a:latin typeface="Times New Roman"/>
                <a:cs typeface="Times New Roman"/>
              </a:rPr>
              <a:t> </a:t>
            </a:r>
            <a:r>
              <a:rPr sz="1200" dirty="0">
                <a:latin typeface="Times New Roman"/>
                <a:cs typeface="Times New Roman"/>
              </a:rPr>
              <a:t>very</a:t>
            </a:r>
            <a:r>
              <a:rPr sz="1200" spc="-20" dirty="0">
                <a:latin typeface="Times New Roman"/>
                <a:cs typeface="Times New Roman"/>
              </a:rPr>
              <a:t> </a:t>
            </a:r>
            <a:r>
              <a:rPr sz="1200" spc="-10" dirty="0">
                <a:latin typeface="Times New Roman"/>
                <a:cs typeface="Times New Roman"/>
              </a:rPr>
              <a:t>complex</a:t>
            </a:r>
            <a:r>
              <a:rPr sz="1200" spc="-15" dirty="0">
                <a:latin typeface="Times New Roman"/>
                <a:cs typeface="Times New Roman"/>
              </a:rPr>
              <a:t> </a:t>
            </a:r>
            <a:r>
              <a:rPr sz="1200" spc="-10" dirty="0">
                <a:latin typeface="Times New Roman"/>
                <a:cs typeface="Times New Roman"/>
              </a:rPr>
              <a:t>queries </a:t>
            </a:r>
            <a:r>
              <a:rPr sz="1200" spc="-285" dirty="0">
                <a:latin typeface="Times New Roman"/>
                <a:cs typeface="Times New Roman"/>
              </a:rPr>
              <a:t> </a:t>
            </a:r>
            <a:r>
              <a:rPr sz="1200" dirty="0">
                <a:latin typeface="Times New Roman"/>
                <a:cs typeface="Times New Roman"/>
              </a:rPr>
              <a:t>with </a:t>
            </a:r>
            <a:r>
              <a:rPr sz="1200" spc="-5" dirty="0">
                <a:latin typeface="Times New Roman"/>
                <a:cs typeface="Times New Roman"/>
              </a:rPr>
              <a:t>huge </a:t>
            </a:r>
            <a:r>
              <a:rPr sz="1200" dirty="0">
                <a:latin typeface="Times New Roman"/>
                <a:cs typeface="Times New Roman"/>
              </a:rPr>
              <a:t>result sets in </a:t>
            </a:r>
            <a:r>
              <a:rPr sz="1200" spc="-5" dirty="0">
                <a:latin typeface="Times New Roman"/>
                <a:cs typeface="Times New Roman"/>
              </a:rPr>
              <a:t>record-setting </a:t>
            </a:r>
            <a:r>
              <a:rPr sz="1200" dirty="0">
                <a:latin typeface="Times New Roman"/>
                <a:cs typeface="Times New Roman"/>
              </a:rPr>
              <a:t>time. </a:t>
            </a:r>
            <a:r>
              <a:rPr sz="1200" spc="-10" dirty="0">
                <a:latin typeface="Times New Roman"/>
                <a:cs typeface="Times New Roman"/>
              </a:rPr>
              <a:t>PHP </a:t>
            </a:r>
            <a:r>
              <a:rPr sz="1200" dirty="0">
                <a:latin typeface="Times New Roman"/>
                <a:cs typeface="Times New Roman"/>
              </a:rPr>
              <a:t>supports a large number of major </a:t>
            </a:r>
            <a:r>
              <a:rPr sz="1200" spc="-10" dirty="0">
                <a:latin typeface="Times New Roman"/>
                <a:cs typeface="Times New Roman"/>
              </a:rPr>
              <a:t>protocols </a:t>
            </a:r>
            <a:r>
              <a:rPr sz="1200" spc="-5" dirty="0">
                <a:latin typeface="Times New Roman"/>
                <a:cs typeface="Times New Roman"/>
              </a:rPr>
              <a:t> such</a:t>
            </a:r>
            <a:r>
              <a:rPr sz="1200" dirty="0">
                <a:latin typeface="Times New Roman"/>
                <a:cs typeface="Times New Roman"/>
              </a:rPr>
              <a:t> </a:t>
            </a:r>
            <a:r>
              <a:rPr sz="1200" spc="-5" dirty="0">
                <a:latin typeface="Times New Roman"/>
                <a:cs typeface="Times New Roman"/>
              </a:rPr>
              <a:t>as</a:t>
            </a:r>
            <a:r>
              <a:rPr sz="1200" dirty="0">
                <a:latin typeface="Times New Roman"/>
                <a:cs typeface="Times New Roman"/>
              </a:rPr>
              <a:t> POP3,</a:t>
            </a:r>
            <a:r>
              <a:rPr sz="1200" spc="5" dirty="0">
                <a:latin typeface="Times New Roman"/>
                <a:cs typeface="Times New Roman"/>
              </a:rPr>
              <a:t> </a:t>
            </a:r>
            <a:r>
              <a:rPr sz="1200" spc="-10" dirty="0">
                <a:latin typeface="Times New Roman"/>
                <a:cs typeface="Times New Roman"/>
              </a:rPr>
              <a:t>IMAP,</a:t>
            </a:r>
            <a:r>
              <a:rPr sz="1200" spc="-5" dirty="0">
                <a:latin typeface="Times New Roman"/>
                <a:cs typeface="Times New Roman"/>
              </a:rPr>
              <a:t> and</a:t>
            </a:r>
            <a:r>
              <a:rPr sz="1200" dirty="0">
                <a:latin typeface="Times New Roman"/>
                <a:cs typeface="Times New Roman"/>
              </a:rPr>
              <a:t> </a:t>
            </a:r>
            <a:r>
              <a:rPr sz="1200" spc="-5" dirty="0">
                <a:latin typeface="Times New Roman"/>
                <a:cs typeface="Times New Roman"/>
              </a:rPr>
              <a:t>LDAP.</a:t>
            </a:r>
            <a:r>
              <a:rPr sz="1200" dirty="0">
                <a:latin typeface="Times New Roman"/>
                <a:cs typeface="Times New Roman"/>
              </a:rPr>
              <a:t> </a:t>
            </a:r>
            <a:r>
              <a:rPr sz="1200" spc="-5" dirty="0">
                <a:latin typeface="Times New Roman"/>
                <a:cs typeface="Times New Roman"/>
              </a:rPr>
              <a:t>PHP4</a:t>
            </a:r>
            <a:r>
              <a:rPr sz="1200" dirty="0">
                <a:latin typeface="Times New Roman"/>
                <a:cs typeface="Times New Roman"/>
              </a:rPr>
              <a:t> added</a:t>
            </a:r>
            <a:r>
              <a:rPr sz="1200" spc="5" dirty="0">
                <a:latin typeface="Times New Roman"/>
                <a:cs typeface="Times New Roman"/>
              </a:rPr>
              <a:t> </a:t>
            </a:r>
            <a:r>
              <a:rPr sz="1200" dirty="0">
                <a:latin typeface="Times New Roman"/>
                <a:cs typeface="Times New Roman"/>
              </a:rPr>
              <a:t>support</a:t>
            </a:r>
            <a:r>
              <a:rPr sz="1200"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Java</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distributed</a:t>
            </a:r>
            <a:r>
              <a:rPr sz="1200" spc="5" dirty="0">
                <a:latin typeface="Times New Roman"/>
                <a:cs typeface="Times New Roman"/>
              </a:rPr>
              <a:t> </a:t>
            </a:r>
            <a:r>
              <a:rPr sz="1200" spc="-10" dirty="0">
                <a:latin typeface="Times New Roman"/>
                <a:cs typeface="Times New Roman"/>
              </a:rPr>
              <a:t>object </a:t>
            </a:r>
            <a:r>
              <a:rPr sz="1200" spc="-5" dirty="0">
                <a:latin typeface="Times New Roman"/>
                <a:cs typeface="Times New Roman"/>
              </a:rPr>
              <a:t> </a:t>
            </a:r>
            <a:r>
              <a:rPr sz="1200" dirty="0">
                <a:latin typeface="Times New Roman"/>
                <a:cs typeface="Times New Roman"/>
              </a:rPr>
              <a:t>architectures </a:t>
            </a:r>
            <a:r>
              <a:rPr sz="1200" spc="-5" dirty="0">
                <a:latin typeface="Times New Roman"/>
                <a:cs typeface="Times New Roman"/>
              </a:rPr>
              <a:t>(COM and CORBA), </a:t>
            </a:r>
            <a:r>
              <a:rPr sz="1200" dirty="0">
                <a:latin typeface="Times New Roman"/>
                <a:cs typeface="Times New Roman"/>
              </a:rPr>
              <a:t>making n-tier development a possibility for the </a:t>
            </a:r>
            <a:r>
              <a:rPr sz="1200" spc="-5" dirty="0">
                <a:latin typeface="Times New Roman"/>
                <a:cs typeface="Times New Roman"/>
              </a:rPr>
              <a:t>first time. </a:t>
            </a:r>
            <a:r>
              <a:rPr sz="1200" dirty="0">
                <a:latin typeface="Times New Roman"/>
                <a:cs typeface="Times New Roman"/>
              </a:rPr>
              <a:t> </a:t>
            </a:r>
            <a:r>
              <a:rPr sz="1200" spc="-20" dirty="0">
                <a:latin typeface="Times New Roman"/>
                <a:cs typeface="Times New Roman"/>
              </a:rPr>
              <a:t>PHP</a:t>
            </a:r>
            <a:r>
              <a:rPr sz="1200" spc="-4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15" dirty="0">
                <a:latin typeface="Times New Roman"/>
                <a:cs typeface="Times New Roman"/>
              </a:rPr>
              <a:t>forgiving:</a:t>
            </a:r>
            <a:r>
              <a:rPr sz="1200" spc="-20" dirty="0">
                <a:latin typeface="Times New Roman"/>
                <a:cs typeface="Times New Roman"/>
              </a:rPr>
              <a:t> PHP</a:t>
            </a:r>
            <a:r>
              <a:rPr sz="1200" spc="-40" dirty="0">
                <a:latin typeface="Times New Roman"/>
                <a:cs typeface="Times New Roman"/>
              </a:rPr>
              <a:t> </a:t>
            </a:r>
            <a:r>
              <a:rPr sz="1200" spc="-10" dirty="0">
                <a:latin typeface="Times New Roman"/>
                <a:cs typeface="Times New Roman"/>
              </a:rPr>
              <a:t>language</a:t>
            </a:r>
            <a:r>
              <a:rPr sz="1200" spc="-25" dirty="0">
                <a:latin typeface="Times New Roman"/>
                <a:cs typeface="Times New Roman"/>
              </a:rPr>
              <a:t> </a:t>
            </a:r>
            <a:r>
              <a:rPr sz="1200" dirty="0">
                <a:latin typeface="Times New Roman"/>
                <a:cs typeface="Times New Roman"/>
              </a:rPr>
              <a:t>tries</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5" dirty="0">
                <a:latin typeface="Times New Roman"/>
                <a:cs typeface="Times New Roman"/>
              </a:rPr>
              <a:t>as</a:t>
            </a:r>
            <a:r>
              <a:rPr sz="1200" spc="-10" dirty="0">
                <a:latin typeface="Times New Roman"/>
                <a:cs typeface="Times New Roman"/>
              </a:rPr>
              <a:t> forgiving</a:t>
            </a:r>
            <a:r>
              <a:rPr sz="1200" spc="-30" dirty="0">
                <a:latin typeface="Times New Roman"/>
                <a:cs typeface="Times New Roman"/>
              </a:rPr>
              <a:t> </a:t>
            </a:r>
            <a:r>
              <a:rPr sz="1200" spc="-5" dirty="0">
                <a:latin typeface="Times New Roman"/>
                <a:cs typeface="Times New Roman"/>
              </a:rPr>
              <a:t>as</a:t>
            </a:r>
            <a:r>
              <a:rPr sz="1200" spc="-10" dirty="0">
                <a:latin typeface="Times New Roman"/>
                <a:cs typeface="Times New Roman"/>
              </a:rPr>
              <a:t> </a:t>
            </a:r>
            <a:r>
              <a:rPr sz="1200" spc="-5" dirty="0">
                <a:latin typeface="Times New Roman"/>
                <a:cs typeface="Times New Roman"/>
              </a:rPr>
              <a:t>possible.</a:t>
            </a:r>
            <a:r>
              <a:rPr sz="1200" spc="-10" dirty="0">
                <a:latin typeface="Times New Roman"/>
                <a:cs typeface="Times New Roman"/>
              </a:rPr>
              <a:t> </a:t>
            </a:r>
            <a:r>
              <a:rPr sz="1200" spc="-20" dirty="0">
                <a:latin typeface="Times New Roman"/>
                <a:cs typeface="Times New Roman"/>
              </a:rPr>
              <a:t>PHP</a:t>
            </a:r>
            <a:r>
              <a:rPr sz="1200" spc="-40" dirty="0">
                <a:latin typeface="Times New Roman"/>
                <a:cs typeface="Times New Roman"/>
              </a:rPr>
              <a:t> </a:t>
            </a:r>
            <a:r>
              <a:rPr sz="1200" spc="-15" dirty="0">
                <a:latin typeface="Times New Roman"/>
                <a:cs typeface="Times New Roman"/>
              </a:rPr>
              <a:t>Syntax</a:t>
            </a:r>
            <a:r>
              <a:rPr sz="1200" spc="-1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5" dirty="0">
                <a:latin typeface="Times New Roman"/>
                <a:cs typeface="Times New Roman"/>
              </a:rPr>
              <a:t>C-Like.</a:t>
            </a:r>
            <a:r>
              <a:rPr sz="1200" spc="-20" dirty="0">
                <a:latin typeface="Times New Roman"/>
                <a:cs typeface="Times New Roman"/>
              </a:rPr>
              <a:t> </a:t>
            </a:r>
            <a:r>
              <a:rPr sz="1200" spc="-25" dirty="0">
                <a:latin typeface="Times New Roman"/>
                <a:cs typeface="Times New Roman"/>
              </a:rPr>
              <a:t>PHP </a:t>
            </a:r>
            <a:r>
              <a:rPr sz="1200" spc="-290" dirty="0">
                <a:latin typeface="Times New Roman"/>
                <a:cs typeface="Times New Roman"/>
              </a:rPr>
              <a:t> </a:t>
            </a:r>
            <a:r>
              <a:rPr sz="1200" spc="-5" dirty="0">
                <a:latin typeface="Times New Roman"/>
                <a:cs typeface="Times New Roman"/>
              </a:rPr>
              <a:t>performs</a:t>
            </a:r>
            <a:r>
              <a:rPr sz="1200" spc="-25" dirty="0">
                <a:latin typeface="Times New Roman"/>
                <a:cs typeface="Times New Roman"/>
              </a:rPr>
              <a:t> </a:t>
            </a:r>
            <a:r>
              <a:rPr sz="1200" spc="-5" dirty="0">
                <a:latin typeface="Times New Roman"/>
                <a:cs typeface="Times New Roman"/>
              </a:rPr>
              <a:t>system</a:t>
            </a:r>
            <a:r>
              <a:rPr sz="1200" spc="-15" dirty="0">
                <a:latin typeface="Times New Roman"/>
                <a:cs typeface="Times New Roman"/>
              </a:rPr>
              <a:t> </a:t>
            </a:r>
            <a:r>
              <a:rPr sz="1200" dirty="0">
                <a:latin typeface="Times New Roman"/>
                <a:cs typeface="Times New Roman"/>
              </a:rPr>
              <a:t>functions,</a:t>
            </a:r>
            <a:r>
              <a:rPr sz="1200" spc="-20" dirty="0">
                <a:latin typeface="Times New Roman"/>
                <a:cs typeface="Times New Roman"/>
              </a:rPr>
              <a:t> </a:t>
            </a:r>
            <a:r>
              <a:rPr sz="1200" spc="-5" dirty="0">
                <a:latin typeface="Times New Roman"/>
                <a:cs typeface="Times New Roman"/>
              </a:rPr>
              <a:t>i.e.</a:t>
            </a:r>
            <a:r>
              <a:rPr sz="1200" spc="-20" dirty="0">
                <a:latin typeface="Times New Roman"/>
                <a:cs typeface="Times New Roman"/>
              </a:rPr>
              <a:t> </a:t>
            </a:r>
            <a:r>
              <a:rPr sz="1200" dirty="0">
                <a:latin typeface="Times New Roman"/>
                <a:cs typeface="Times New Roman"/>
              </a:rPr>
              <a:t>from</a:t>
            </a:r>
            <a:r>
              <a:rPr sz="1200" spc="-5" dirty="0">
                <a:latin typeface="Times New Roman"/>
                <a:cs typeface="Times New Roman"/>
              </a:rPr>
              <a:t> </a:t>
            </a:r>
            <a:r>
              <a:rPr sz="1200" dirty="0">
                <a:latin typeface="Times New Roman"/>
                <a:cs typeface="Times New Roman"/>
              </a:rPr>
              <a:t>files</a:t>
            </a:r>
            <a:r>
              <a:rPr sz="1200" spc="-25"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5" dirty="0">
                <a:latin typeface="Times New Roman"/>
                <a:cs typeface="Times New Roman"/>
              </a:rPr>
              <a:t>system</a:t>
            </a:r>
            <a:r>
              <a:rPr sz="1200" spc="-15"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spc="-5" dirty="0">
                <a:latin typeface="Times New Roman"/>
                <a:cs typeface="Times New Roman"/>
              </a:rPr>
              <a:t>can</a:t>
            </a:r>
            <a:r>
              <a:rPr sz="1200" spc="5" dirty="0">
                <a:latin typeface="Times New Roman"/>
                <a:cs typeface="Times New Roman"/>
              </a:rPr>
              <a:t> </a:t>
            </a:r>
            <a:r>
              <a:rPr sz="1200" spc="-10" dirty="0">
                <a:latin typeface="Times New Roman"/>
                <a:cs typeface="Times New Roman"/>
              </a:rPr>
              <a:t>create,</a:t>
            </a:r>
            <a:r>
              <a:rPr sz="1200" spc="-40" dirty="0">
                <a:latin typeface="Times New Roman"/>
                <a:cs typeface="Times New Roman"/>
              </a:rPr>
              <a:t> </a:t>
            </a:r>
            <a:r>
              <a:rPr sz="1200" dirty="0">
                <a:latin typeface="Times New Roman"/>
                <a:cs typeface="Times New Roman"/>
              </a:rPr>
              <a:t>open,</a:t>
            </a:r>
            <a:r>
              <a:rPr sz="1200" spc="-20"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write,</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10" dirty="0">
                <a:latin typeface="Times New Roman"/>
                <a:cs typeface="Times New Roman"/>
              </a:rPr>
              <a:t>close </a:t>
            </a:r>
            <a:r>
              <a:rPr sz="1200" spc="-290" dirty="0">
                <a:latin typeface="Times New Roman"/>
                <a:cs typeface="Times New Roman"/>
              </a:rPr>
              <a:t> </a:t>
            </a:r>
            <a:r>
              <a:rPr sz="1200" dirty="0">
                <a:latin typeface="Times New Roman"/>
                <a:cs typeface="Times New Roman"/>
              </a:rPr>
              <a:t>them. </a:t>
            </a:r>
            <a:r>
              <a:rPr sz="1200" spc="-5" dirty="0">
                <a:latin typeface="Times New Roman"/>
                <a:cs typeface="Times New Roman"/>
              </a:rPr>
              <a:t>PHP can </a:t>
            </a:r>
            <a:r>
              <a:rPr sz="1200" dirty="0">
                <a:latin typeface="Times New Roman"/>
                <a:cs typeface="Times New Roman"/>
              </a:rPr>
              <a:t>handle forms, </a:t>
            </a:r>
            <a:r>
              <a:rPr sz="1200" spc="-5" dirty="0">
                <a:latin typeface="Times New Roman"/>
                <a:cs typeface="Times New Roman"/>
              </a:rPr>
              <a:t>i.e. </a:t>
            </a:r>
            <a:r>
              <a:rPr sz="1200" dirty="0">
                <a:latin typeface="Times New Roman"/>
                <a:cs typeface="Times New Roman"/>
              </a:rPr>
              <a:t>gather data from </a:t>
            </a:r>
            <a:r>
              <a:rPr sz="1200" spc="-5" dirty="0">
                <a:latin typeface="Times New Roman"/>
                <a:cs typeface="Times New Roman"/>
              </a:rPr>
              <a:t>files, </a:t>
            </a:r>
            <a:r>
              <a:rPr sz="1200" dirty="0">
                <a:latin typeface="Times New Roman"/>
                <a:cs typeface="Times New Roman"/>
              </a:rPr>
              <a:t>save data to a file, </a:t>
            </a:r>
            <a:r>
              <a:rPr sz="1200" spc="-5" dirty="0">
                <a:latin typeface="Times New Roman"/>
                <a:cs typeface="Times New Roman"/>
              </a:rPr>
              <a:t>through </a:t>
            </a:r>
            <a:r>
              <a:rPr sz="1200" dirty="0">
                <a:latin typeface="Times New Roman"/>
                <a:cs typeface="Times New Roman"/>
              </a:rPr>
              <a:t>email </a:t>
            </a:r>
            <a:r>
              <a:rPr sz="1200" spc="-25" dirty="0">
                <a:latin typeface="Times New Roman"/>
                <a:cs typeface="Times New Roman"/>
              </a:rPr>
              <a:t>you </a:t>
            </a:r>
            <a:r>
              <a:rPr sz="1200" spc="-20" dirty="0">
                <a:latin typeface="Times New Roman"/>
                <a:cs typeface="Times New Roman"/>
              </a:rPr>
              <a:t> </a:t>
            </a:r>
            <a:r>
              <a:rPr sz="1200" dirty="0">
                <a:latin typeface="Times New Roman"/>
                <a:cs typeface="Times New Roman"/>
              </a:rPr>
              <a:t>can </a:t>
            </a:r>
            <a:r>
              <a:rPr sz="1200" spc="-5" dirty="0">
                <a:latin typeface="Times New Roman"/>
                <a:cs typeface="Times New Roman"/>
              </a:rPr>
              <a:t>send </a:t>
            </a:r>
            <a:r>
              <a:rPr sz="1200" dirty="0">
                <a:latin typeface="Times New Roman"/>
                <a:cs typeface="Times New Roman"/>
              </a:rPr>
              <a:t>data, return data to the </a:t>
            </a:r>
            <a:r>
              <a:rPr sz="1200" spc="-5" dirty="0">
                <a:latin typeface="Times New Roman"/>
                <a:cs typeface="Times New Roman"/>
              </a:rPr>
              <a:t>user. </a:t>
            </a:r>
            <a:r>
              <a:rPr sz="1200" spc="-15" dirty="0">
                <a:latin typeface="Times New Roman"/>
                <a:cs typeface="Times New Roman"/>
              </a:rPr>
              <a:t>You </a:t>
            </a:r>
            <a:r>
              <a:rPr sz="1200" spc="-5" dirty="0">
                <a:latin typeface="Times New Roman"/>
                <a:cs typeface="Times New Roman"/>
              </a:rPr>
              <a:t>add, </a:t>
            </a:r>
            <a:r>
              <a:rPr sz="1200" dirty="0">
                <a:latin typeface="Times New Roman"/>
                <a:cs typeface="Times New Roman"/>
              </a:rPr>
              <a:t>delete, modify elements within </a:t>
            </a:r>
            <a:r>
              <a:rPr sz="1200" spc="-10" dirty="0">
                <a:latin typeface="Times New Roman"/>
                <a:cs typeface="Times New Roman"/>
              </a:rPr>
              <a:t>your database </a:t>
            </a:r>
            <a:r>
              <a:rPr sz="1200" spc="-5" dirty="0">
                <a:latin typeface="Times New Roman"/>
                <a:cs typeface="Times New Roman"/>
              </a:rPr>
              <a:t> through </a:t>
            </a:r>
            <a:r>
              <a:rPr sz="1200" spc="-20" dirty="0">
                <a:latin typeface="Times New Roman"/>
                <a:cs typeface="Times New Roman"/>
              </a:rPr>
              <a:t>PHP. </a:t>
            </a:r>
            <a:r>
              <a:rPr sz="1200" spc="-5" dirty="0">
                <a:latin typeface="Times New Roman"/>
                <a:cs typeface="Times New Roman"/>
              </a:rPr>
              <a:t>Access </a:t>
            </a:r>
            <a:r>
              <a:rPr sz="1200" dirty="0">
                <a:latin typeface="Times New Roman"/>
                <a:cs typeface="Times New Roman"/>
              </a:rPr>
              <a:t>cookies variables </a:t>
            </a:r>
            <a:r>
              <a:rPr sz="1200" spc="-5" dirty="0">
                <a:latin typeface="Times New Roman"/>
                <a:cs typeface="Times New Roman"/>
              </a:rPr>
              <a:t>and </a:t>
            </a:r>
            <a:r>
              <a:rPr sz="1200" dirty="0">
                <a:latin typeface="Times New Roman"/>
                <a:cs typeface="Times New Roman"/>
              </a:rPr>
              <a:t>set cookies. </a:t>
            </a:r>
            <a:r>
              <a:rPr sz="1200" spc="-5" dirty="0">
                <a:latin typeface="Times New Roman"/>
                <a:cs typeface="Times New Roman"/>
              </a:rPr>
              <a:t>Using PHP, </a:t>
            </a:r>
            <a:r>
              <a:rPr sz="1200" spc="-15" dirty="0">
                <a:latin typeface="Times New Roman"/>
                <a:cs typeface="Times New Roman"/>
              </a:rPr>
              <a:t>you </a:t>
            </a:r>
            <a:r>
              <a:rPr sz="1200" dirty="0">
                <a:latin typeface="Times New Roman"/>
                <a:cs typeface="Times New Roman"/>
              </a:rPr>
              <a:t>can restrict </a:t>
            </a:r>
            <a:r>
              <a:rPr sz="1200" spc="-5" dirty="0">
                <a:latin typeface="Times New Roman"/>
                <a:cs typeface="Times New Roman"/>
              </a:rPr>
              <a:t>users </a:t>
            </a:r>
            <a:r>
              <a:rPr sz="1200" spc="-25" dirty="0">
                <a:latin typeface="Times New Roman"/>
                <a:cs typeface="Times New Roman"/>
              </a:rPr>
              <a:t>to </a:t>
            </a:r>
            <a:r>
              <a:rPr sz="1200" spc="-20" dirty="0">
                <a:latin typeface="Times New Roman"/>
                <a:cs typeface="Times New Roman"/>
              </a:rPr>
              <a:t> </a:t>
            </a:r>
            <a:r>
              <a:rPr sz="1200" spc="-5" dirty="0">
                <a:latin typeface="Times New Roman"/>
                <a:cs typeface="Times New Roman"/>
              </a:rPr>
              <a:t>access </a:t>
            </a:r>
            <a:r>
              <a:rPr sz="1200" dirty="0">
                <a:latin typeface="Times New Roman"/>
                <a:cs typeface="Times New Roman"/>
              </a:rPr>
              <a:t>some pages of </a:t>
            </a:r>
            <a:r>
              <a:rPr sz="1200" spc="-5" dirty="0">
                <a:latin typeface="Times New Roman"/>
                <a:cs typeface="Times New Roman"/>
              </a:rPr>
              <a:t>your website. </a:t>
            </a:r>
            <a:r>
              <a:rPr sz="1200" spc="-10" dirty="0">
                <a:latin typeface="Times New Roman"/>
                <a:cs typeface="Times New Roman"/>
              </a:rPr>
              <a:t>It </a:t>
            </a:r>
            <a:r>
              <a:rPr sz="1200" spc="-5" dirty="0">
                <a:latin typeface="Times New Roman"/>
                <a:cs typeface="Times New Roman"/>
              </a:rPr>
              <a:t>can </a:t>
            </a:r>
            <a:r>
              <a:rPr sz="1200" dirty="0">
                <a:latin typeface="Times New Roman"/>
                <a:cs typeface="Times New Roman"/>
              </a:rPr>
              <a:t>encrypt data. Five important characteristics </a:t>
            </a:r>
            <a:r>
              <a:rPr sz="1200" spc="-15" dirty="0">
                <a:latin typeface="Times New Roman"/>
                <a:cs typeface="Times New Roman"/>
              </a:rPr>
              <a:t>make </a:t>
            </a:r>
            <a:r>
              <a:rPr sz="1200" spc="-10" dirty="0">
                <a:latin typeface="Times New Roman"/>
                <a:cs typeface="Times New Roman"/>
              </a:rPr>
              <a:t> </a:t>
            </a:r>
            <a:r>
              <a:rPr sz="1200" spc="-5" dirty="0">
                <a:latin typeface="Times New Roman"/>
                <a:cs typeface="Times New Roman"/>
              </a:rPr>
              <a:t>PHP's</a:t>
            </a:r>
            <a:r>
              <a:rPr sz="1200" spc="-30" dirty="0">
                <a:latin typeface="Times New Roman"/>
                <a:cs typeface="Times New Roman"/>
              </a:rPr>
              <a:t> </a:t>
            </a:r>
            <a:r>
              <a:rPr sz="1200" spc="-15" dirty="0">
                <a:latin typeface="Times New Roman"/>
                <a:cs typeface="Times New Roman"/>
              </a:rPr>
              <a:t>practical</a:t>
            </a:r>
            <a:r>
              <a:rPr sz="1200" spc="40" dirty="0">
                <a:latin typeface="Times New Roman"/>
                <a:cs typeface="Times New Roman"/>
              </a:rPr>
              <a:t> </a:t>
            </a:r>
            <a:r>
              <a:rPr sz="1200" spc="-5" dirty="0">
                <a:latin typeface="Times New Roman"/>
                <a:cs typeface="Times New Roman"/>
              </a:rPr>
              <a:t>nature</a:t>
            </a:r>
            <a:r>
              <a:rPr sz="1200" spc="5" dirty="0">
                <a:latin typeface="Times New Roman"/>
                <a:cs typeface="Times New Roman"/>
              </a:rPr>
              <a:t> </a:t>
            </a:r>
            <a:r>
              <a:rPr sz="1200" dirty="0">
                <a:latin typeface="Times New Roman"/>
                <a:cs typeface="Times New Roman"/>
              </a:rPr>
              <a:t>possible</a:t>
            </a:r>
            <a:r>
              <a:rPr sz="1200" spc="-5" dirty="0">
                <a:latin typeface="Times New Roman"/>
                <a:cs typeface="Times New Roman"/>
              </a:rPr>
              <a:t> </a:t>
            </a:r>
            <a:r>
              <a:rPr sz="1200" dirty="0">
                <a:latin typeface="Times New Roman"/>
                <a:cs typeface="Times New Roman"/>
              </a:rPr>
              <a:t>−</a:t>
            </a:r>
            <a:endParaRPr sz="1200">
              <a:latin typeface="Times New Roman"/>
              <a:cs typeface="Times New Roman"/>
            </a:endParaRPr>
          </a:p>
          <a:p>
            <a:pPr>
              <a:lnSpc>
                <a:spcPct val="100000"/>
              </a:lnSpc>
            </a:pPr>
            <a:endParaRPr sz="1300">
              <a:latin typeface="Times New Roman"/>
              <a:cs typeface="Times New Roman"/>
            </a:endParaRPr>
          </a:p>
          <a:p>
            <a:pPr marL="478790" lvl="1" indent="-229235">
              <a:lnSpc>
                <a:spcPct val="100000"/>
              </a:lnSpc>
              <a:spcBef>
                <a:spcPts val="1025"/>
              </a:spcBef>
              <a:buFont typeface="Arial MT"/>
              <a:buChar char="●"/>
              <a:tabLst>
                <a:tab pos="478790" algn="l"/>
                <a:tab pos="479425" algn="l"/>
              </a:tabLst>
            </a:pPr>
            <a:r>
              <a:rPr sz="1200" spc="-15" dirty="0">
                <a:latin typeface="Times New Roman"/>
                <a:cs typeface="Times New Roman"/>
              </a:rPr>
              <a:t>Simplicity</a:t>
            </a:r>
            <a:endParaRPr sz="1200">
              <a:latin typeface="Times New Roman"/>
              <a:cs typeface="Times New Roman"/>
            </a:endParaRPr>
          </a:p>
          <a:p>
            <a:pPr marL="469900" lvl="1" indent="-219710">
              <a:lnSpc>
                <a:spcPct val="100000"/>
              </a:lnSpc>
              <a:spcBef>
                <a:spcPts val="795"/>
              </a:spcBef>
              <a:buFont typeface="Arial MT"/>
              <a:buChar char="●"/>
              <a:tabLst>
                <a:tab pos="469265" algn="l"/>
                <a:tab pos="469900" algn="l"/>
              </a:tabLst>
            </a:pPr>
            <a:r>
              <a:rPr sz="1200" spc="-15" dirty="0">
                <a:latin typeface="Times New Roman"/>
                <a:cs typeface="Times New Roman"/>
              </a:rPr>
              <a:t>Efficiency</a:t>
            </a:r>
            <a:endParaRPr sz="1200">
              <a:latin typeface="Times New Roman"/>
              <a:cs typeface="Times New Roman"/>
            </a:endParaRPr>
          </a:p>
          <a:p>
            <a:pPr marL="469900" lvl="1" indent="-219710">
              <a:lnSpc>
                <a:spcPct val="100000"/>
              </a:lnSpc>
              <a:spcBef>
                <a:spcPts val="800"/>
              </a:spcBef>
              <a:buFont typeface="Arial MT"/>
              <a:buChar char="●"/>
              <a:tabLst>
                <a:tab pos="469265" algn="l"/>
                <a:tab pos="469900" algn="l"/>
              </a:tabLst>
            </a:pPr>
            <a:r>
              <a:rPr sz="1200" spc="-15" dirty="0">
                <a:latin typeface="Times New Roman"/>
                <a:cs typeface="Times New Roman"/>
              </a:rPr>
              <a:t>Security</a:t>
            </a:r>
            <a:endParaRPr sz="1200">
              <a:latin typeface="Times New Roman"/>
              <a:cs typeface="Times New Roman"/>
            </a:endParaRPr>
          </a:p>
          <a:p>
            <a:pPr marL="478790" lvl="1" indent="-229235">
              <a:lnSpc>
                <a:spcPct val="100000"/>
              </a:lnSpc>
              <a:spcBef>
                <a:spcPts val="805"/>
              </a:spcBef>
              <a:buFont typeface="Arial MT"/>
              <a:buChar char="●"/>
              <a:tabLst>
                <a:tab pos="478790" algn="l"/>
                <a:tab pos="479425" algn="l"/>
              </a:tabLst>
            </a:pPr>
            <a:r>
              <a:rPr sz="1200" spc="-10" dirty="0">
                <a:latin typeface="Times New Roman"/>
                <a:cs typeface="Times New Roman"/>
              </a:rPr>
              <a:t>Flexibility</a:t>
            </a:r>
            <a:endParaRPr sz="1200">
              <a:latin typeface="Times New Roman"/>
              <a:cs typeface="Times New Roman"/>
            </a:endParaRPr>
          </a:p>
          <a:p>
            <a:pPr marL="478790" lvl="1" indent="-229235">
              <a:lnSpc>
                <a:spcPct val="100000"/>
              </a:lnSpc>
              <a:spcBef>
                <a:spcPts val="900"/>
              </a:spcBef>
              <a:buFont typeface="Arial MT"/>
              <a:buChar char="●"/>
              <a:tabLst>
                <a:tab pos="478790" algn="l"/>
                <a:tab pos="479425" algn="l"/>
              </a:tabLst>
            </a:pPr>
            <a:r>
              <a:rPr sz="1200" spc="-15" dirty="0">
                <a:latin typeface="Times New Roman"/>
                <a:cs typeface="Times New Roman"/>
              </a:rPr>
              <a:t>Familiarity</a:t>
            </a:r>
            <a:endParaRPr sz="1200">
              <a:latin typeface="Times New Roman"/>
              <a:cs typeface="Times New Roman"/>
            </a:endParaRPr>
          </a:p>
          <a:p>
            <a:pPr lvl="1">
              <a:lnSpc>
                <a:spcPct val="100000"/>
              </a:lnSpc>
              <a:buFont typeface="Arial MT"/>
              <a:buChar char="●"/>
            </a:pPr>
            <a:endParaRPr sz="1300">
              <a:latin typeface="Times New Roman"/>
              <a:cs typeface="Times New Roman"/>
            </a:endParaRPr>
          </a:p>
          <a:p>
            <a:pPr marL="280670" indent="-268605" algn="just">
              <a:lnSpc>
                <a:spcPct val="100000"/>
              </a:lnSpc>
              <a:spcBef>
                <a:spcPts val="1030"/>
              </a:spcBef>
              <a:buSzPct val="92857"/>
              <a:buAutoNum type="arabicPeriod" startAt="2"/>
              <a:tabLst>
                <a:tab pos="281305" algn="l"/>
              </a:tabLst>
            </a:pPr>
            <a:r>
              <a:rPr sz="1400" b="1" dirty="0">
                <a:latin typeface="Times New Roman"/>
                <a:cs typeface="Times New Roman"/>
              </a:rPr>
              <a:t>Features</a:t>
            </a:r>
            <a:r>
              <a:rPr sz="1400" b="1" spc="-75" dirty="0">
                <a:latin typeface="Times New Roman"/>
                <a:cs typeface="Times New Roman"/>
              </a:rPr>
              <a:t> </a:t>
            </a:r>
            <a:r>
              <a:rPr sz="1400" b="1" dirty="0">
                <a:latin typeface="Times New Roman"/>
                <a:cs typeface="Times New Roman"/>
              </a:rPr>
              <a:t>of</a:t>
            </a:r>
            <a:r>
              <a:rPr sz="1400" b="1" spc="-85" dirty="0">
                <a:latin typeface="Times New Roman"/>
                <a:cs typeface="Times New Roman"/>
              </a:rPr>
              <a:t> </a:t>
            </a:r>
            <a:r>
              <a:rPr sz="1400" b="1" spc="-10" dirty="0">
                <a:latin typeface="Times New Roman"/>
                <a:cs typeface="Times New Roman"/>
              </a:rPr>
              <a:t>Language</a:t>
            </a:r>
            <a:endParaRPr sz="1400">
              <a:latin typeface="Times New Roman"/>
              <a:cs typeface="Times New Roman"/>
            </a:endParaRPr>
          </a:p>
          <a:p>
            <a:pPr marL="12700">
              <a:lnSpc>
                <a:spcPct val="100000"/>
              </a:lnSpc>
              <a:spcBef>
                <a:spcPts val="1125"/>
              </a:spcBef>
            </a:pPr>
            <a:r>
              <a:rPr sz="1200" spc="-20" dirty="0">
                <a:latin typeface="Times New Roman"/>
                <a:cs typeface="Times New Roman"/>
              </a:rPr>
              <a:t>Different</a:t>
            </a:r>
            <a:r>
              <a:rPr sz="1200" spc="30" dirty="0">
                <a:latin typeface="Times New Roman"/>
                <a:cs typeface="Times New Roman"/>
              </a:rPr>
              <a:t> </a:t>
            </a:r>
            <a:r>
              <a:rPr sz="1200" spc="-5" dirty="0">
                <a:latin typeface="Times New Roman"/>
                <a:cs typeface="Times New Roman"/>
              </a:rPr>
              <a:t>features of</a:t>
            </a:r>
            <a:r>
              <a:rPr sz="1200" spc="-25" dirty="0">
                <a:latin typeface="Times New Roman"/>
                <a:cs typeface="Times New Roman"/>
              </a:rPr>
              <a:t> </a:t>
            </a:r>
            <a:r>
              <a:rPr sz="1200" spc="-10" dirty="0">
                <a:latin typeface="Times New Roman"/>
                <a:cs typeface="Times New Roman"/>
              </a:rPr>
              <a:t>languages</a:t>
            </a:r>
            <a:r>
              <a:rPr sz="1200" spc="40" dirty="0">
                <a:latin typeface="Times New Roman"/>
                <a:cs typeface="Times New Roman"/>
              </a:rPr>
              <a:t> </a:t>
            </a:r>
            <a:r>
              <a:rPr sz="1200" spc="-5" dirty="0">
                <a:latin typeface="Times New Roman"/>
                <a:cs typeface="Times New Roman"/>
              </a:rPr>
              <a:t>are as</a:t>
            </a:r>
            <a:r>
              <a:rPr sz="1200" spc="-10" dirty="0">
                <a:latin typeface="Times New Roman"/>
                <a:cs typeface="Times New Roman"/>
              </a:rPr>
              <a:t> </a:t>
            </a:r>
            <a:r>
              <a:rPr sz="1200" spc="-15" dirty="0">
                <a:latin typeface="Times New Roman"/>
                <a:cs typeface="Times New Roman"/>
              </a:rPr>
              <a:t>follows:</a:t>
            </a:r>
            <a:endParaRPr sz="1200">
              <a:latin typeface="Times New Roman"/>
              <a:cs typeface="Times New Roman"/>
            </a:endParaRPr>
          </a:p>
          <a:p>
            <a:pPr>
              <a:lnSpc>
                <a:spcPct val="100000"/>
              </a:lnSpc>
              <a:spcBef>
                <a:spcPts val="15"/>
              </a:spcBef>
            </a:pPr>
            <a:endParaRPr sz="1250">
              <a:latin typeface="Times New Roman"/>
              <a:cs typeface="Times New Roman"/>
            </a:endParaRPr>
          </a:p>
          <a:p>
            <a:pPr marL="12700">
              <a:lnSpc>
                <a:spcPct val="100000"/>
              </a:lnSpc>
            </a:pPr>
            <a:r>
              <a:rPr sz="1200" spc="-15" dirty="0">
                <a:latin typeface="Times New Roman"/>
                <a:cs typeface="Times New Roman"/>
              </a:rPr>
              <a:t>License</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9770" cy="9181360"/>
          </a:xfrm>
          <a:prstGeom prst="rect">
            <a:avLst/>
          </a:prstGeom>
        </p:spPr>
        <p:txBody>
          <a:bodyPr vert="horz" wrap="square" lIns="0" tIns="12700" rIns="0" bIns="0" rtlCol="0">
            <a:spAutoFit/>
          </a:bodyPr>
          <a:lstStyle/>
          <a:p>
            <a:pPr marL="21590">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nSpc>
                <a:spcPct val="100000"/>
              </a:lnSpc>
              <a:spcBef>
                <a:spcPts val="100"/>
              </a:spcBef>
              <a:tabLst>
                <a:tab pos="4954270" algn="l"/>
              </a:tabLst>
            </a:pPr>
            <a:r>
              <a:rPr lang="en-IN" sz="1200" spc="-20" dirty="0">
                <a:latin typeface="Times New Roman"/>
                <a:cs typeface="Times New Roman"/>
              </a:rPr>
              <a:t>	</a:t>
            </a:r>
            <a:r>
              <a:rPr lang="en-IN" sz="1200" dirty="0">
                <a:latin typeface="Times New Roman"/>
                <a:cs typeface="Times New Roman"/>
              </a:rPr>
              <a:t>6</a:t>
            </a:r>
            <a:r>
              <a:rPr lang="en-IN" sz="1200" spc="-45" dirty="0">
                <a:latin typeface="Times New Roman"/>
                <a:cs typeface="Times New Roman"/>
              </a:rPr>
              <a:t> </a:t>
            </a:r>
            <a:r>
              <a:rPr lang="en-IN" sz="1200" b="1" spc="-5" dirty="0">
                <a:latin typeface="Times New Roman"/>
                <a:cs typeface="Times New Roman"/>
              </a:rPr>
              <a:t>|</a:t>
            </a:r>
            <a:r>
              <a:rPr lang="en-IN" sz="1200" b="1" spc="-55" dirty="0">
                <a:latin typeface="Times New Roman"/>
                <a:cs typeface="Times New Roman"/>
              </a:rPr>
              <a:t> </a:t>
            </a:r>
            <a:r>
              <a:rPr lang="en-IN" sz="1200" spc="-25" dirty="0">
                <a:solidFill>
                  <a:srgbClr val="808080"/>
                </a:solidFill>
                <a:latin typeface="Times New Roman"/>
                <a:cs typeface="Times New Roman"/>
              </a:rPr>
              <a:t>Page</a:t>
            </a:r>
            <a:endParaRPr lang="en-IN" sz="1200" dirty="0">
              <a:latin typeface="Times New Roman"/>
              <a:cs typeface="Times New Roman"/>
            </a:endParaRPr>
          </a:p>
          <a:p>
            <a:pPr marL="18415" marR="63500" indent="-6350">
              <a:lnSpc>
                <a:spcPct val="155000"/>
              </a:lnSpc>
              <a:spcBef>
                <a:spcPts val="1165"/>
              </a:spcBef>
            </a:pPr>
            <a:r>
              <a:rPr sz="1200" spc="-10" dirty="0">
                <a:latin typeface="Times New Roman"/>
                <a:cs typeface="Times New Roman"/>
              </a:rPr>
              <a:t>PHP </a:t>
            </a:r>
            <a:r>
              <a:rPr sz="1200" spc="-5" dirty="0">
                <a:latin typeface="Times New Roman"/>
                <a:cs typeface="Times New Roman"/>
              </a:rPr>
              <a:t>is first an </a:t>
            </a:r>
            <a:r>
              <a:rPr sz="1200" spc="-15" dirty="0">
                <a:latin typeface="Times New Roman"/>
                <a:cs typeface="Times New Roman"/>
              </a:rPr>
              <a:t>interpreted scripting language (actually precompiled opcodes), free, </a:t>
            </a:r>
            <a:r>
              <a:rPr sz="1200" spc="-5" dirty="0">
                <a:latin typeface="Times New Roman"/>
                <a:cs typeface="Times New Roman"/>
              </a:rPr>
              <a:t>open </a:t>
            </a:r>
            <a:r>
              <a:rPr sz="1200" spc="-15" dirty="0">
                <a:latin typeface="Times New Roman"/>
                <a:cs typeface="Times New Roman"/>
              </a:rPr>
              <a:t>source </a:t>
            </a:r>
            <a:r>
              <a:rPr sz="1200" spc="-28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distributed</a:t>
            </a:r>
            <a:r>
              <a:rPr sz="1200" spc="-10" dirty="0">
                <a:latin typeface="Times New Roman"/>
                <a:cs typeface="Times New Roman"/>
              </a:rPr>
              <a:t> </a:t>
            </a:r>
            <a:r>
              <a:rPr sz="1200" spc="-5" dirty="0">
                <a:latin typeface="Times New Roman"/>
                <a:cs typeface="Times New Roman"/>
              </a:rPr>
              <a:t>under</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5" dirty="0">
                <a:latin typeface="Times New Roman"/>
                <a:cs typeface="Times New Roman"/>
              </a:rPr>
              <a:t>license</a:t>
            </a:r>
            <a:r>
              <a:rPr sz="1200" spc="-10" dirty="0">
                <a:latin typeface="Times New Roman"/>
                <a:cs typeface="Times New Roman"/>
              </a:rPr>
              <a:t> </a:t>
            </a:r>
            <a:r>
              <a:rPr sz="1200" dirty="0">
                <a:latin typeface="Times New Roman"/>
                <a:cs typeface="Times New Roman"/>
              </a:rPr>
              <a:t>authorizing</a:t>
            </a:r>
            <a:r>
              <a:rPr sz="1200" spc="-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modification</a:t>
            </a:r>
            <a:r>
              <a:rPr sz="1200" spc="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15" dirty="0">
                <a:latin typeface="Times New Roman"/>
                <a:cs typeface="Times New Roman"/>
              </a:rPr>
              <a:t>redistribution.</a:t>
            </a:r>
            <a:endParaRPr sz="1200" dirty="0">
              <a:latin typeface="Times New Roman"/>
              <a:cs typeface="Times New Roman"/>
            </a:endParaRPr>
          </a:p>
          <a:p>
            <a:pPr>
              <a:lnSpc>
                <a:spcPct val="100000"/>
              </a:lnSpc>
              <a:spcBef>
                <a:spcPts val="30"/>
              </a:spcBef>
            </a:pPr>
            <a:endParaRPr sz="1550" dirty="0">
              <a:latin typeface="Times New Roman"/>
              <a:cs typeface="Times New Roman"/>
            </a:endParaRPr>
          </a:p>
          <a:p>
            <a:pPr marL="12700">
              <a:lnSpc>
                <a:spcPct val="100000"/>
              </a:lnSpc>
            </a:pPr>
            <a:r>
              <a:rPr sz="1200" spc="-15" dirty="0">
                <a:latin typeface="Times New Roman"/>
                <a:cs typeface="Times New Roman"/>
              </a:rPr>
              <a:t>Portability</a:t>
            </a:r>
            <a:endParaRPr sz="1200" dirty="0">
              <a:latin typeface="Times New Roman"/>
              <a:cs typeface="Times New Roman"/>
            </a:endParaRPr>
          </a:p>
          <a:p>
            <a:pPr marL="12700" marR="59055">
              <a:lnSpc>
                <a:spcPct val="157000"/>
              </a:lnSpc>
              <a:spcBef>
                <a:spcPts val="415"/>
              </a:spcBef>
            </a:pPr>
            <a:r>
              <a:rPr sz="1200" spc="-5" dirty="0">
                <a:latin typeface="Times New Roman"/>
                <a:cs typeface="Times New Roman"/>
              </a:rPr>
              <a:t>PHP is supported </a:t>
            </a:r>
            <a:r>
              <a:rPr sz="1200" dirty="0">
                <a:latin typeface="Times New Roman"/>
                <a:cs typeface="Times New Roman"/>
              </a:rPr>
              <a:t>on multiple </a:t>
            </a:r>
            <a:r>
              <a:rPr sz="1200" spc="-5" dirty="0">
                <a:latin typeface="Times New Roman"/>
                <a:cs typeface="Times New Roman"/>
              </a:rPr>
              <a:t>operating systems. </a:t>
            </a:r>
            <a:r>
              <a:rPr sz="1200" dirty="0">
                <a:latin typeface="Times New Roman"/>
                <a:cs typeface="Times New Roman"/>
              </a:rPr>
              <a:t>This </a:t>
            </a:r>
            <a:r>
              <a:rPr sz="1200" spc="-5" dirty="0">
                <a:latin typeface="Times New Roman"/>
                <a:cs typeface="Times New Roman"/>
              </a:rPr>
              <a:t>is </a:t>
            </a:r>
            <a:r>
              <a:rPr sz="1200" dirty="0">
                <a:latin typeface="Times New Roman"/>
                <a:cs typeface="Times New Roman"/>
              </a:rPr>
              <a:t>for example the </a:t>
            </a:r>
            <a:r>
              <a:rPr sz="1200" spc="-5" dirty="0">
                <a:latin typeface="Times New Roman"/>
                <a:cs typeface="Times New Roman"/>
              </a:rPr>
              <a:t>case </a:t>
            </a:r>
            <a:r>
              <a:rPr sz="1200" dirty="0">
                <a:latin typeface="Times New Roman"/>
                <a:cs typeface="Times New Roman"/>
              </a:rPr>
              <a:t>of </a:t>
            </a:r>
            <a:r>
              <a:rPr sz="1200" spc="-15" dirty="0">
                <a:latin typeface="Times New Roman"/>
                <a:cs typeface="Times New Roman"/>
              </a:rPr>
              <a:t>Microsoft </a:t>
            </a:r>
            <a:r>
              <a:rPr sz="1200" spc="-10" dirty="0">
                <a:latin typeface="Times New Roman"/>
                <a:cs typeface="Times New Roman"/>
              </a:rPr>
              <a:t> </a:t>
            </a:r>
            <a:r>
              <a:rPr sz="1200" spc="-15" dirty="0">
                <a:latin typeface="Times New Roman"/>
                <a:cs typeface="Times New Roman"/>
              </a:rPr>
              <a:t>Windows</a:t>
            </a:r>
            <a:r>
              <a:rPr sz="1200" spc="-10" dirty="0">
                <a:latin typeface="Times New Roman"/>
                <a:cs typeface="Times New Roman"/>
              </a:rPr>
              <a:t> </a:t>
            </a:r>
            <a:r>
              <a:rPr sz="1200" dirty="0">
                <a:latin typeface="Times New Roman"/>
                <a:cs typeface="Times New Roman"/>
              </a:rPr>
              <a:t>™</a:t>
            </a:r>
            <a:r>
              <a:rPr sz="1200" spc="-5" dirty="0">
                <a:latin typeface="Times New Roman"/>
                <a:cs typeface="Times New Roman"/>
              </a:rPr>
              <a:t> versions</a:t>
            </a:r>
            <a:r>
              <a:rPr sz="1200" spc="20"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spc="-5" dirty="0">
                <a:latin typeface="Times New Roman"/>
                <a:cs typeface="Times New Roman"/>
              </a:rPr>
              <a:t>well</a:t>
            </a:r>
            <a:r>
              <a:rPr sz="1200" spc="10" dirty="0">
                <a:latin typeface="Times New Roman"/>
                <a:cs typeface="Times New Roman"/>
              </a:rPr>
              <a:t> </a:t>
            </a:r>
            <a:r>
              <a:rPr sz="1200" spc="-5" dirty="0">
                <a:latin typeface="Times New Roman"/>
                <a:cs typeface="Times New Roman"/>
              </a:rPr>
              <a:t>as</a:t>
            </a:r>
            <a:r>
              <a:rPr sz="1200" spc="10" dirty="0">
                <a:latin typeface="Times New Roman"/>
                <a:cs typeface="Times New Roman"/>
              </a:rPr>
              <a:t> </a:t>
            </a:r>
            <a:r>
              <a:rPr sz="1200" spc="-10" dirty="0">
                <a:latin typeface="Times New Roman"/>
                <a:cs typeface="Times New Roman"/>
              </a:rPr>
              <a:t>systems</a:t>
            </a:r>
            <a:r>
              <a:rPr sz="1200" spc="25" dirty="0">
                <a:latin typeface="Times New Roman"/>
                <a:cs typeface="Times New Roman"/>
              </a:rPr>
              <a:t> </a:t>
            </a:r>
            <a:r>
              <a:rPr sz="1200" spc="-5"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spc="-10" dirty="0">
                <a:latin typeface="Times New Roman"/>
                <a:cs typeface="Times New Roman"/>
              </a:rPr>
              <a:t>UNIX</a:t>
            </a:r>
            <a:r>
              <a:rPr sz="1200" spc="20" dirty="0">
                <a:latin typeface="Times New Roman"/>
                <a:cs typeface="Times New Roman"/>
              </a:rPr>
              <a:t> </a:t>
            </a:r>
            <a:r>
              <a:rPr sz="1200" spc="-5" dirty="0">
                <a:latin typeface="Times New Roman"/>
                <a:cs typeface="Times New Roman"/>
              </a:rPr>
              <a:t>base</a:t>
            </a:r>
            <a:r>
              <a:rPr sz="1200" spc="-15" dirty="0">
                <a:latin typeface="Times New Roman"/>
                <a:cs typeface="Times New Roman"/>
              </a:rPr>
              <a:t> </a:t>
            </a:r>
            <a:r>
              <a:rPr sz="1200" spc="-5" dirty="0">
                <a:latin typeface="Times New Roman"/>
                <a:cs typeface="Times New Roman"/>
              </a:rPr>
              <a:t>(Apple</a:t>
            </a:r>
            <a:r>
              <a:rPr sz="1200" spc="15" dirty="0">
                <a:latin typeface="Times New Roman"/>
                <a:cs typeface="Times New Roman"/>
              </a:rPr>
              <a:t> </a:t>
            </a:r>
            <a:r>
              <a:rPr sz="1200" spc="-5" dirty="0">
                <a:latin typeface="Times New Roman"/>
                <a:cs typeface="Times New Roman"/>
              </a:rPr>
              <a:t>Mac</a:t>
            </a:r>
            <a:r>
              <a:rPr sz="1200" spc="15" dirty="0">
                <a:latin typeface="Times New Roman"/>
                <a:cs typeface="Times New Roman"/>
              </a:rPr>
              <a:t> </a:t>
            </a:r>
            <a:r>
              <a:rPr sz="1200" spc="-5" dirty="0">
                <a:latin typeface="Times New Roman"/>
                <a:cs typeface="Times New Roman"/>
              </a:rPr>
              <a:t>OS X</a:t>
            </a:r>
            <a:r>
              <a:rPr sz="1200" spc="15" dirty="0">
                <a:latin typeface="Times New Roman"/>
                <a:cs typeface="Times New Roman"/>
              </a:rPr>
              <a:t> </a:t>
            </a:r>
            <a:r>
              <a:rPr sz="1200" dirty="0">
                <a:latin typeface="Times New Roman"/>
                <a:cs typeface="Times New Roman"/>
              </a:rPr>
              <a:t>™,</a:t>
            </a:r>
            <a:r>
              <a:rPr sz="1200" spc="-10" dirty="0">
                <a:latin typeface="Times New Roman"/>
                <a:cs typeface="Times New Roman"/>
              </a:rPr>
              <a:t> Linux</a:t>
            </a:r>
            <a:r>
              <a:rPr sz="1200" spc="30" dirty="0">
                <a:latin typeface="Times New Roman"/>
                <a:cs typeface="Times New Roman"/>
              </a:rPr>
              <a:t> </a:t>
            </a:r>
            <a:r>
              <a:rPr sz="1200" spc="-15" dirty="0">
                <a:latin typeface="Times New Roman"/>
                <a:cs typeface="Times New Roman"/>
              </a:rPr>
              <a:t>or </a:t>
            </a:r>
            <a:r>
              <a:rPr sz="1200" spc="-285" dirty="0">
                <a:latin typeface="Times New Roman"/>
                <a:cs typeface="Times New Roman"/>
              </a:rPr>
              <a:t> </a:t>
            </a:r>
            <a:r>
              <a:rPr sz="1200" spc="-5" dirty="0">
                <a:latin typeface="Times New Roman"/>
                <a:cs typeface="Times New Roman"/>
              </a:rPr>
              <a:t>Sun</a:t>
            </a:r>
            <a:r>
              <a:rPr sz="1200" spc="15" dirty="0">
                <a:latin typeface="Times New Roman"/>
                <a:cs typeface="Times New Roman"/>
              </a:rPr>
              <a:t> </a:t>
            </a:r>
            <a:r>
              <a:rPr sz="1200" spc="-5" dirty="0">
                <a:latin typeface="Times New Roman"/>
                <a:cs typeface="Times New Roman"/>
              </a:rPr>
              <a:t>Solaris).It</a:t>
            </a:r>
            <a:r>
              <a:rPr sz="1200" spc="75" dirty="0">
                <a:latin typeface="Times New Roman"/>
                <a:cs typeface="Times New Roman"/>
              </a:rPr>
              <a:t> </a:t>
            </a:r>
            <a:r>
              <a:rPr sz="1200" spc="-5" dirty="0">
                <a:latin typeface="Times New Roman"/>
                <a:cs typeface="Times New Roman"/>
              </a:rPr>
              <a:t>will</a:t>
            </a:r>
            <a:r>
              <a:rPr sz="1200" spc="45"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spc="-5" dirty="0">
                <a:latin typeface="Times New Roman"/>
                <a:cs typeface="Times New Roman"/>
              </a:rPr>
              <a:t>very</a:t>
            </a:r>
            <a:r>
              <a:rPr sz="1200" spc="35" dirty="0">
                <a:latin typeface="Times New Roman"/>
                <a:cs typeface="Times New Roman"/>
              </a:rPr>
              <a:t> </a:t>
            </a:r>
            <a:r>
              <a:rPr sz="1200" spc="-5" dirty="0">
                <a:latin typeface="Times New Roman"/>
                <a:cs typeface="Times New Roman"/>
              </a:rPr>
              <a:t>easy</a:t>
            </a:r>
            <a:r>
              <a:rPr sz="1200" spc="5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move</a:t>
            </a:r>
            <a:r>
              <a:rPr sz="1200" spc="55" dirty="0">
                <a:latin typeface="Times New Roman"/>
                <a:cs typeface="Times New Roman"/>
              </a:rPr>
              <a:t> </a:t>
            </a:r>
            <a:r>
              <a:rPr sz="1200" spc="-5" dirty="0">
                <a:latin typeface="Times New Roman"/>
                <a:cs typeface="Times New Roman"/>
              </a:rPr>
              <a:t>an</a:t>
            </a:r>
            <a:r>
              <a:rPr sz="1200" spc="40" dirty="0">
                <a:latin typeface="Times New Roman"/>
                <a:cs typeface="Times New Roman"/>
              </a:rPr>
              <a:t> </a:t>
            </a:r>
            <a:r>
              <a:rPr sz="1200" spc="-5" dirty="0">
                <a:latin typeface="Times New Roman"/>
                <a:cs typeface="Times New Roman"/>
              </a:rPr>
              <a:t>application</a:t>
            </a:r>
            <a:r>
              <a:rPr sz="1200" spc="75" dirty="0">
                <a:latin typeface="Times New Roman"/>
                <a:cs typeface="Times New Roman"/>
              </a:rPr>
              <a:t> </a:t>
            </a:r>
            <a:r>
              <a:rPr sz="1200" spc="-5" dirty="0">
                <a:latin typeface="Times New Roman"/>
                <a:cs typeface="Times New Roman"/>
              </a:rPr>
              <a:t>written</a:t>
            </a:r>
            <a:r>
              <a:rPr sz="1200" spc="5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5" dirty="0">
                <a:latin typeface="Times New Roman"/>
                <a:cs typeface="Times New Roman"/>
              </a:rPr>
              <a:t>PHP</a:t>
            </a:r>
            <a:r>
              <a:rPr sz="1200" spc="-20" dirty="0">
                <a:latin typeface="Times New Roman"/>
                <a:cs typeface="Times New Roman"/>
              </a:rPr>
              <a:t> </a:t>
            </a:r>
            <a:r>
              <a:rPr sz="1200" spc="-5" dirty="0">
                <a:latin typeface="Times New Roman"/>
                <a:cs typeface="Times New Roman"/>
              </a:rPr>
              <a:t>an</a:t>
            </a:r>
            <a:r>
              <a:rPr sz="1200" spc="45" dirty="0">
                <a:latin typeface="Times New Roman"/>
                <a:cs typeface="Times New Roman"/>
              </a:rPr>
              <a:t> </a:t>
            </a:r>
            <a:r>
              <a:rPr sz="1200" spc="-5" dirty="0">
                <a:latin typeface="Times New Roman"/>
                <a:cs typeface="Times New Roman"/>
              </a:rPr>
              <a:t>original</a:t>
            </a:r>
            <a:r>
              <a:rPr sz="1200" spc="40" dirty="0">
                <a:latin typeface="Times New Roman"/>
                <a:cs typeface="Times New Roman"/>
              </a:rPr>
              <a:t> </a:t>
            </a:r>
            <a:r>
              <a:rPr sz="1200" spc="-15" dirty="0">
                <a:latin typeface="Times New Roman"/>
                <a:cs typeface="Times New Roman"/>
              </a:rPr>
              <a:t>Windows </a:t>
            </a:r>
            <a:r>
              <a:rPr sz="1200" spc="-285" dirty="0">
                <a:latin typeface="Times New Roman"/>
                <a:cs typeface="Times New Roman"/>
              </a:rPr>
              <a:t> </a:t>
            </a:r>
            <a:r>
              <a:rPr sz="1200" spc="-5" dirty="0">
                <a:latin typeface="Times New Roman"/>
                <a:cs typeface="Times New Roman"/>
              </a:rPr>
              <a:t>server</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Linux</a:t>
            </a:r>
            <a:r>
              <a:rPr sz="1200" spc="5" dirty="0">
                <a:latin typeface="Times New Roman"/>
                <a:cs typeface="Times New Roman"/>
              </a:rPr>
              <a:t> </a:t>
            </a:r>
            <a:r>
              <a:rPr sz="1200" spc="-5" dirty="0">
                <a:latin typeface="Times New Roman"/>
                <a:cs typeface="Times New Roman"/>
              </a:rPr>
              <a:t>server </a:t>
            </a:r>
            <a:r>
              <a:rPr sz="1200" dirty="0">
                <a:latin typeface="Times New Roman"/>
                <a:cs typeface="Times New Roman"/>
              </a:rPr>
              <a:t>without</a:t>
            </a:r>
            <a:r>
              <a:rPr sz="1200" spc="-20" dirty="0">
                <a:latin typeface="Times New Roman"/>
                <a:cs typeface="Times New Roman"/>
              </a:rPr>
              <a:t> </a:t>
            </a:r>
            <a:r>
              <a:rPr sz="1200" dirty="0">
                <a:latin typeface="Times New Roman"/>
                <a:cs typeface="Times New Roman"/>
              </a:rPr>
              <a:t>having</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modify</a:t>
            </a:r>
            <a:r>
              <a:rPr sz="1200" spc="-4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spc="-5" dirty="0">
                <a:latin typeface="Times New Roman"/>
                <a:cs typeface="Times New Roman"/>
              </a:rPr>
              <a:t>very</a:t>
            </a:r>
            <a:r>
              <a:rPr sz="1200" spc="-15" dirty="0">
                <a:latin typeface="Times New Roman"/>
                <a:cs typeface="Times New Roman"/>
              </a:rPr>
              <a:t> little).</a:t>
            </a:r>
            <a:endParaRPr sz="1200" dirty="0">
              <a:latin typeface="Times New Roman"/>
              <a:cs typeface="Times New Roman"/>
            </a:endParaRPr>
          </a:p>
          <a:p>
            <a:pPr>
              <a:lnSpc>
                <a:spcPct val="100000"/>
              </a:lnSpc>
              <a:spcBef>
                <a:spcPts val="40"/>
              </a:spcBef>
            </a:pPr>
            <a:endParaRPr sz="1550" dirty="0">
              <a:latin typeface="Times New Roman"/>
              <a:cs typeface="Times New Roman"/>
            </a:endParaRPr>
          </a:p>
          <a:p>
            <a:pPr marL="12700">
              <a:lnSpc>
                <a:spcPct val="100000"/>
              </a:lnSpc>
            </a:pPr>
            <a:r>
              <a:rPr sz="1200" spc="-15" dirty="0">
                <a:latin typeface="Times New Roman"/>
                <a:cs typeface="Times New Roman"/>
              </a:rPr>
              <a:t>Execution</a:t>
            </a:r>
            <a:endParaRPr sz="1200" dirty="0">
              <a:latin typeface="Times New Roman"/>
              <a:cs typeface="Times New Roman"/>
            </a:endParaRPr>
          </a:p>
          <a:p>
            <a:pPr marL="18415" marR="9525" indent="-6350" algn="just">
              <a:lnSpc>
                <a:spcPct val="155000"/>
              </a:lnSpc>
              <a:spcBef>
                <a:spcPts val="530"/>
              </a:spcBef>
            </a:pPr>
            <a:r>
              <a:rPr sz="1200" spc="-15" dirty="0">
                <a:latin typeface="Times New Roman"/>
                <a:cs typeface="Times New Roman"/>
              </a:rPr>
              <a:t>F</a:t>
            </a:r>
            <a:r>
              <a:rPr sz="1200" dirty="0">
                <a:latin typeface="Times New Roman"/>
                <a:cs typeface="Times New Roman"/>
              </a:rPr>
              <a:t>rom</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a:t>
            </a:r>
            <a:r>
              <a:rPr sz="1200" spc="-5" dirty="0">
                <a:latin typeface="Times New Roman"/>
                <a:cs typeface="Times New Roman"/>
              </a:rPr>
              <a:t>e</a:t>
            </a:r>
            <a:r>
              <a:rPr sz="1200" spc="-20" dirty="0">
                <a:latin typeface="Times New Roman"/>
                <a:cs typeface="Times New Roman"/>
              </a:rPr>
              <a:t>rf</a:t>
            </a:r>
            <a:r>
              <a:rPr sz="1200" dirty="0">
                <a:latin typeface="Times New Roman"/>
                <a:cs typeface="Times New Roman"/>
              </a:rPr>
              <a:t>o</a:t>
            </a:r>
            <a:r>
              <a:rPr sz="1200" spc="-20" dirty="0">
                <a:latin typeface="Times New Roman"/>
                <a:cs typeface="Times New Roman"/>
              </a:rPr>
              <a:t>r</a:t>
            </a:r>
            <a:r>
              <a:rPr sz="1200" dirty="0">
                <a:latin typeface="Times New Roman"/>
                <a:cs typeface="Times New Roman"/>
              </a:rPr>
              <a:t>m</a:t>
            </a:r>
            <a:r>
              <a:rPr sz="1200" spc="-15" dirty="0">
                <a:latin typeface="Times New Roman"/>
                <a:cs typeface="Times New Roman"/>
              </a:rPr>
              <a:t>a</a:t>
            </a:r>
            <a:r>
              <a:rPr sz="1200" dirty="0">
                <a:latin typeface="Times New Roman"/>
                <a:cs typeface="Times New Roman"/>
              </a:rPr>
              <a:t>n</a:t>
            </a:r>
            <a:r>
              <a:rPr sz="1200" spc="-5" dirty="0">
                <a:latin typeface="Times New Roman"/>
                <a:cs typeface="Times New Roman"/>
              </a:rPr>
              <a:t>c</a:t>
            </a:r>
            <a:r>
              <a:rPr sz="1200" dirty="0">
                <a:latin typeface="Times New Roman"/>
                <a:cs typeface="Times New Roman"/>
              </a:rPr>
              <a:t>e</a:t>
            </a:r>
            <a:r>
              <a:rPr sz="1200" spc="-30" dirty="0">
                <a:latin typeface="Times New Roman"/>
                <a:cs typeface="Times New Roman"/>
              </a:rPr>
              <a:t> </a:t>
            </a:r>
            <a:r>
              <a:rPr sz="1200" spc="-20" dirty="0">
                <a:latin typeface="Times New Roman"/>
                <a:cs typeface="Times New Roman"/>
              </a:rPr>
              <a:t>s</a:t>
            </a:r>
            <a:r>
              <a:rPr sz="1200" dirty="0">
                <a:latin typeface="Times New Roman"/>
                <a:cs typeface="Times New Roman"/>
              </a:rPr>
              <a:t>t</a:t>
            </a:r>
            <a:r>
              <a:rPr sz="1200" spc="-15" dirty="0">
                <a:latin typeface="Times New Roman"/>
                <a:cs typeface="Times New Roman"/>
              </a:rPr>
              <a:t>a</a:t>
            </a:r>
            <a:r>
              <a:rPr sz="1200" dirty="0">
                <a:latin typeface="Times New Roman"/>
                <a:cs typeface="Times New Roman"/>
              </a:rPr>
              <a:t>n</a:t>
            </a:r>
            <a:r>
              <a:rPr sz="1200" spc="-15" dirty="0">
                <a:latin typeface="Times New Roman"/>
                <a:cs typeface="Times New Roman"/>
              </a:rPr>
              <a:t>dpo</a:t>
            </a:r>
            <a:r>
              <a:rPr sz="1200" spc="-10" dirty="0">
                <a:latin typeface="Times New Roman"/>
                <a:cs typeface="Times New Roman"/>
              </a:rPr>
              <a:t>i</a:t>
            </a:r>
            <a:r>
              <a:rPr sz="1200" spc="-15" dirty="0">
                <a:latin typeface="Times New Roman"/>
                <a:cs typeface="Times New Roman"/>
              </a:rPr>
              <a:t>n</a:t>
            </a:r>
            <a:r>
              <a:rPr sz="1200" spc="-10" dirty="0">
                <a:latin typeface="Times New Roman"/>
                <a:cs typeface="Times New Roman"/>
              </a:rPr>
              <a:t>t</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P</a:t>
            </a:r>
            <a:r>
              <a:rPr sz="1200" spc="-20" dirty="0">
                <a:latin typeface="Times New Roman"/>
                <a:cs typeface="Times New Roman"/>
              </a:rPr>
              <a:t>H</a:t>
            </a:r>
            <a:r>
              <a:rPr sz="1200" spc="-5" dirty="0">
                <a:latin typeface="Times New Roman"/>
                <a:cs typeface="Times New Roman"/>
              </a:rPr>
              <a:t>P</a:t>
            </a:r>
            <a:r>
              <a:rPr sz="1200" spc="-25" dirty="0">
                <a:latin typeface="Times New Roman"/>
                <a:cs typeface="Times New Roman"/>
              </a:rPr>
              <a:t> </a:t>
            </a:r>
            <a:r>
              <a:rPr sz="1200" dirty="0">
                <a:latin typeface="Times New Roman"/>
                <a:cs typeface="Times New Roman"/>
              </a:rPr>
              <a:t>n</a:t>
            </a:r>
            <a:r>
              <a:rPr sz="1200" spc="5" dirty="0">
                <a:latin typeface="Times New Roman"/>
                <a:cs typeface="Times New Roman"/>
              </a:rPr>
              <a:t>e</a:t>
            </a:r>
            <a:r>
              <a:rPr sz="1200" spc="-5" dirty="0">
                <a:latin typeface="Times New Roman"/>
                <a:cs typeface="Times New Roman"/>
              </a:rPr>
              <a:t>eds</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45" dirty="0">
                <a:latin typeface="Times New Roman"/>
                <a:cs typeface="Times New Roman"/>
              </a:rPr>
              <a:t>W</a:t>
            </a:r>
            <a:r>
              <a:rPr sz="1200" spc="-55" dirty="0">
                <a:latin typeface="Times New Roman"/>
                <a:cs typeface="Times New Roman"/>
              </a:rPr>
              <a:t>e</a:t>
            </a:r>
            <a:r>
              <a:rPr sz="1200" dirty="0">
                <a:latin typeface="Times New Roman"/>
                <a:cs typeface="Times New Roman"/>
              </a:rPr>
              <a:t>b</a:t>
            </a:r>
            <a:r>
              <a:rPr sz="1200" spc="-50" dirty="0">
                <a:latin typeface="Times New Roman"/>
                <a:cs typeface="Times New Roman"/>
              </a:rPr>
              <a:t> </a:t>
            </a:r>
            <a:r>
              <a:rPr sz="1200" spc="-20" dirty="0">
                <a:latin typeface="Times New Roman"/>
                <a:cs typeface="Times New Roman"/>
              </a:rPr>
              <a:t>ser</a:t>
            </a:r>
            <a:r>
              <a:rPr sz="1200" dirty="0">
                <a:latin typeface="Times New Roman"/>
                <a:cs typeface="Times New Roman"/>
              </a:rPr>
              <a:t>v</a:t>
            </a:r>
            <a:r>
              <a:rPr sz="1200" spc="-5" dirty="0">
                <a:latin typeface="Times New Roman"/>
                <a:cs typeface="Times New Roman"/>
              </a:rPr>
              <a:t>e</a:t>
            </a:r>
            <a:r>
              <a:rPr sz="1200" dirty="0">
                <a:latin typeface="Times New Roman"/>
                <a:cs typeface="Times New Roman"/>
              </a:rPr>
              <a:t>r</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20" dirty="0">
                <a:latin typeface="Times New Roman"/>
                <a:cs typeface="Times New Roman"/>
              </a:rPr>
              <a:t>r</a:t>
            </a:r>
            <a:r>
              <a:rPr sz="1200" spc="-25" dirty="0">
                <a:latin typeface="Times New Roman"/>
                <a:cs typeface="Times New Roman"/>
              </a:rPr>
              <a:t>un</a:t>
            </a:r>
            <a:r>
              <a:rPr sz="1200" dirty="0">
                <a:latin typeface="Times New Roman"/>
                <a:cs typeface="Times New Roman"/>
              </a:rPr>
              <a:t>.</a:t>
            </a:r>
            <a:r>
              <a:rPr sz="1200" spc="-40" dirty="0">
                <a:latin typeface="Times New Roman"/>
                <a:cs typeface="Times New Roman"/>
              </a:rPr>
              <a:t> </a:t>
            </a:r>
            <a:r>
              <a:rPr sz="1200" spc="-5" dirty="0">
                <a:latin typeface="Times New Roman"/>
                <a:cs typeface="Times New Roman"/>
              </a:rPr>
              <a:t>All</a:t>
            </a:r>
            <a:r>
              <a:rPr sz="1200" spc="-10" dirty="0">
                <a:latin typeface="Times New Roman"/>
                <a:cs typeface="Times New Roman"/>
              </a:rPr>
              <a:t> </a:t>
            </a:r>
            <a:r>
              <a:rPr sz="1200" spc="10" dirty="0">
                <a:latin typeface="Times New Roman"/>
                <a:cs typeface="Times New Roman"/>
              </a:rPr>
              <a:t>p</a:t>
            </a:r>
            <a:r>
              <a:rPr sz="1200" spc="5" dirty="0">
                <a:latin typeface="Times New Roman"/>
                <a:cs typeface="Times New Roman"/>
              </a:rPr>
              <a:t>a</a:t>
            </a:r>
            <a:r>
              <a:rPr sz="1200" dirty="0">
                <a:latin typeface="Times New Roman"/>
                <a:cs typeface="Times New Roman"/>
              </a:rPr>
              <a:t>g</a:t>
            </a:r>
            <a:r>
              <a:rPr sz="1200" spc="-5" dirty="0">
                <a:latin typeface="Times New Roman"/>
                <a:cs typeface="Times New Roman"/>
              </a:rPr>
              <a:t>es</a:t>
            </a:r>
            <a:r>
              <a:rPr sz="1200" spc="-10" dirty="0">
                <a:latin typeface="Times New Roman"/>
                <a:cs typeface="Times New Roman"/>
              </a:rPr>
              <a:t> </a:t>
            </a:r>
            <a:r>
              <a:rPr sz="1200" dirty="0">
                <a:latin typeface="Times New Roman"/>
                <a:cs typeface="Times New Roman"/>
              </a:rPr>
              <a:t>r</a:t>
            </a:r>
            <a:r>
              <a:rPr sz="1200" spc="-25" dirty="0">
                <a:latin typeface="Times New Roman"/>
                <a:cs typeface="Times New Roman"/>
              </a:rPr>
              <a:t>e</a:t>
            </a:r>
            <a:r>
              <a:rPr sz="1200" spc="-15" dirty="0">
                <a:latin typeface="Times New Roman"/>
                <a:cs typeface="Times New Roman"/>
              </a:rPr>
              <a:t>q</a:t>
            </a:r>
            <a:r>
              <a:rPr sz="1200" dirty="0">
                <a:latin typeface="Times New Roman"/>
                <a:cs typeface="Times New Roman"/>
              </a:rPr>
              <a:t>u</a:t>
            </a:r>
            <a:r>
              <a:rPr sz="1200" spc="-20" dirty="0">
                <a:latin typeface="Times New Roman"/>
                <a:cs typeface="Times New Roman"/>
              </a:rPr>
              <a:t>es</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d</a:t>
            </a:r>
            <a:r>
              <a:rPr sz="1200" spc="-25" dirty="0">
                <a:latin typeface="Times New Roman"/>
                <a:cs typeface="Times New Roman"/>
              </a:rPr>
              <a:t> </a:t>
            </a:r>
            <a:r>
              <a:rPr sz="1200" spc="20" dirty="0">
                <a:latin typeface="Times New Roman"/>
                <a:cs typeface="Times New Roman"/>
              </a:rPr>
              <a:t>b</a:t>
            </a:r>
            <a:r>
              <a:rPr sz="1200" dirty="0">
                <a:latin typeface="Times New Roman"/>
                <a:cs typeface="Times New Roman"/>
              </a:rPr>
              <a:t>y</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20" dirty="0">
                <a:latin typeface="Times New Roman"/>
                <a:cs typeface="Times New Roman"/>
              </a:rPr>
              <a:t>c</a:t>
            </a:r>
            <a:r>
              <a:rPr sz="1200" spc="-10" dirty="0">
                <a:latin typeface="Times New Roman"/>
                <a:cs typeface="Times New Roman"/>
              </a:rPr>
              <a:t>l</a:t>
            </a:r>
            <a:r>
              <a:rPr sz="1200" dirty="0">
                <a:latin typeface="Times New Roman"/>
                <a:cs typeface="Times New Roman"/>
              </a:rPr>
              <a:t>ie</a:t>
            </a:r>
            <a:r>
              <a:rPr sz="1200" spc="-15" dirty="0">
                <a:latin typeface="Times New Roman"/>
                <a:cs typeface="Times New Roman"/>
              </a:rPr>
              <a:t>n</a:t>
            </a:r>
            <a:r>
              <a:rPr sz="1200" dirty="0">
                <a:latin typeface="Times New Roman"/>
                <a:cs typeface="Times New Roman"/>
              </a:rPr>
              <a:t>t  </a:t>
            </a:r>
            <a:r>
              <a:rPr sz="1200" spc="-5" dirty="0">
                <a:latin typeface="Times New Roman"/>
                <a:cs typeface="Times New Roman"/>
              </a:rPr>
              <a:t>will </a:t>
            </a:r>
            <a:r>
              <a:rPr sz="1200" spc="5" dirty="0">
                <a:latin typeface="Times New Roman"/>
                <a:cs typeface="Times New Roman"/>
              </a:rPr>
              <a:t>be </a:t>
            </a:r>
            <a:r>
              <a:rPr sz="1200" dirty="0">
                <a:latin typeface="Times New Roman"/>
                <a:cs typeface="Times New Roman"/>
              </a:rPr>
              <a:t>built </a:t>
            </a:r>
            <a:r>
              <a:rPr sz="1200" spc="10" dirty="0">
                <a:latin typeface="Times New Roman"/>
                <a:cs typeface="Times New Roman"/>
              </a:rPr>
              <a:t>by </a:t>
            </a:r>
            <a:r>
              <a:rPr sz="1200" dirty="0">
                <a:latin typeface="Times New Roman"/>
                <a:cs typeface="Times New Roman"/>
              </a:rPr>
              <a:t>the </a:t>
            </a:r>
            <a:r>
              <a:rPr sz="1200" spc="-5" dirty="0">
                <a:latin typeface="Times New Roman"/>
                <a:cs typeface="Times New Roman"/>
              </a:rPr>
              <a:t>web server, </a:t>
            </a:r>
            <a:r>
              <a:rPr sz="1200" dirty="0">
                <a:latin typeface="Times New Roman"/>
                <a:cs typeface="Times New Roman"/>
              </a:rPr>
              <a:t>depending on the parameters passed, before </a:t>
            </a:r>
            <a:r>
              <a:rPr sz="1200" spc="5" dirty="0">
                <a:latin typeface="Times New Roman"/>
                <a:cs typeface="Times New Roman"/>
              </a:rPr>
              <a:t>being </a:t>
            </a:r>
            <a:r>
              <a:rPr sz="1200" dirty="0">
                <a:latin typeface="Times New Roman"/>
                <a:cs typeface="Times New Roman"/>
              </a:rPr>
              <a:t>returned </a:t>
            </a:r>
            <a:r>
              <a:rPr sz="1200" spc="-25" dirty="0">
                <a:latin typeface="Times New Roman"/>
                <a:cs typeface="Times New Roman"/>
              </a:rPr>
              <a:t>to </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client.</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5" dirty="0">
                <a:latin typeface="Times New Roman"/>
                <a:cs typeface="Times New Roman"/>
              </a:rPr>
              <a:t>diagram</a:t>
            </a:r>
            <a:r>
              <a:rPr sz="1200" spc="30" dirty="0">
                <a:latin typeface="Times New Roman"/>
                <a:cs typeface="Times New Roman"/>
              </a:rPr>
              <a:t> </a:t>
            </a:r>
            <a:r>
              <a:rPr sz="1200" spc="-5" dirty="0">
                <a:latin typeface="Times New Roman"/>
                <a:cs typeface="Times New Roman"/>
              </a:rPr>
              <a:t>below</a:t>
            </a:r>
            <a:r>
              <a:rPr sz="1200" spc="-25" dirty="0">
                <a:latin typeface="Times New Roman"/>
                <a:cs typeface="Times New Roman"/>
              </a:rPr>
              <a:t> </a:t>
            </a:r>
            <a:r>
              <a:rPr sz="1200" spc="-5" dirty="0">
                <a:latin typeface="Times New Roman"/>
                <a:cs typeface="Times New Roman"/>
              </a:rPr>
              <a:t>illustrates</a:t>
            </a:r>
            <a:r>
              <a:rPr sz="1200" spc="-1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principle</a:t>
            </a:r>
            <a:r>
              <a:rPr sz="1200" spc="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5" dirty="0">
                <a:latin typeface="Times New Roman"/>
                <a:cs typeface="Times New Roman"/>
              </a:rPr>
              <a:t>operation</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PHP.</a:t>
            </a:r>
            <a:endParaRPr sz="1200" dirty="0">
              <a:latin typeface="Times New Roman"/>
              <a:cs typeface="Times New Roman"/>
            </a:endParaRPr>
          </a:p>
          <a:p>
            <a:pPr>
              <a:lnSpc>
                <a:spcPct val="100000"/>
              </a:lnSpc>
              <a:spcBef>
                <a:spcPts val="20"/>
              </a:spcBef>
            </a:pPr>
            <a:endParaRPr sz="1650" dirty="0">
              <a:latin typeface="Times New Roman"/>
              <a:cs typeface="Times New Roman"/>
            </a:endParaRPr>
          </a:p>
          <a:p>
            <a:pPr marL="12700" algn="just">
              <a:lnSpc>
                <a:spcPct val="100000"/>
              </a:lnSpc>
            </a:pPr>
            <a:r>
              <a:rPr sz="1200" dirty="0">
                <a:latin typeface="Times New Roman"/>
                <a:cs typeface="Times New Roman"/>
              </a:rPr>
              <a:t>PHP</a:t>
            </a:r>
            <a:r>
              <a:rPr sz="1200" spc="-85" dirty="0">
                <a:latin typeface="Times New Roman"/>
                <a:cs typeface="Times New Roman"/>
              </a:rPr>
              <a:t> </a:t>
            </a:r>
            <a:r>
              <a:rPr sz="1200" spc="-40" dirty="0">
                <a:latin typeface="Times New Roman"/>
                <a:cs typeface="Times New Roman"/>
              </a:rPr>
              <a:t>L</a:t>
            </a:r>
            <a:r>
              <a:rPr sz="1200" spc="-20" dirty="0">
                <a:latin typeface="Times New Roman"/>
                <a:cs typeface="Times New Roman"/>
              </a:rPr>
              <a:t>ear</a:t>
            </a:r>
            <a:r>
              <a:rPr sz="1200" spc="-15" dirty="0">
                <a:latin typeface="Times New Roman"/>
                <a:cs typeface="Times New Roman"/>
              </a:rPr>
              <a:t>n</a:t>
            </a:r>
            <a:r>
              <a:rPr sz="1200" dirty="0">
                <a:latin typeface="Times New Roman"/>
                <a:cs typeface="Times New Roman"/>
              </a:rPr>
              <a:t>ing</a:t>
            </a:r>
          </a:p>
          <a:p>
            <a:pPr marL="18415" marR="7620" indent="-6350" algn="just">
              <a:lnSpc>
                <a:spcPct val="155000"/>
              </a:lnSpc>
              <a:spcBef>
                <a:spcPts val="520"/>
              </a:spcBef>
            </a:pPr>
            <a:r>
              <a:rPr sz="1200" spc="-10" dirty="0">
                <a:latin typeface="Times New Roman"/>
                <a:cs typeface="Times New Roman"/>
              </a:rPr>
              <a:t>PHP</a:t>
            </a:r>
            <a:r>
              <a:rPr sz="1200" spc="-5" dirty="0">
                <a:latin typeface="Times New Roman"/>
                <a:cs typeface="Times New Roman"/>
              </a:rPr>
              <a:t> is</a:t>
            </a:r>
            <a:r>
              <a:rPr sz="1200" dirty="0">
                <a:latin typeface="Times New Roman"/>
                <a:cs typeface="Times New Roman"/>
              </a:rPr>
              <a:t> a </a:t>
            </a:r>
            <a:r>
              <a:rPr sz="1200" spc="-5" dirty="0">
                <a:latin typeface="Times New Roman"/>
                <a:cs typeface="Times New Roman"/>
              </a:rPr>
              <a:t>"high</a:t>
            </a:r>
            <a:r>
              <a:rPr sz="1200" dirty="0">
                <a:latin typeface="Times New Roman"/>
                <a:cs typeface="Times New Roman"/>
              </a:rPr>
              <a:t> </a:t>
            </a:r>
            <a:r>
              <a:rPr sz="1200" spc="-10" dirty="0">
                <a:latin typeface="Times New Roman"/>
                <a:cs typeface="Times New Roman"/>
              </a:rPr>
              <a:t>level"</a:t>
            </a:r>
            <a:r>
              <a:rPr sz="1200" spc="-5" dirty="0">
                <a:latin typeface="Times New Roman"/>
                <a:cs typeface="Times New Roman"/>
              </a:rPr>
              <a:t> </a:t>
            </a:r>
            <a:r>
              <a:rPr sz="1200" spc="-10" dirty="0">
                <a:latin typeface="Times New Roman"/>
                <a:cs typeface="Times New Roman"/>
              </a:rPr>
              <a:t>language</a:t>
            </a:r>
            <a:r>
              <a:rPr sz="1200" spc="-5" dirty="0">
                <a:latin typeface="Times New Roman"/>
                <a:cs typeface="Times New Roman"/>
              </a:rPr>
              <a:t> whose</a:t>
            </a:r>
            <a:r>
              <a:rPr sz="1200" dirty="0">
                <a:latin typeface="Times New Roman"/>
                <a:cs typeface="Times New Roman"/>
              </a:rPr>
              <a:t> </a:t>
            </a:r>
            <a:r>
              <a:rPr sz="1200" spc="-5" dirty="0">
                <a:latin typeface="Times New Roman"/>
                <a:cs typeface="Times New Roman"/>
              </a:rPr>
              <a:t>syntax</a:t>
            </a:r>
            <a:r>
              <a:rPr sz="1200" dirty="0">
                <a:latin typeface="Times New Roman"/>
                <a:cs typeface="Times New Roman"/>
              </a:rPr>
              <a:t> </a:t>
            </a:r>
            <a:r>
              <a:rPr sz="1200" spc="-10" dirty="0">
                <a:latin typeface="Times New Roman"/>
                <a:cs typeface="Times New Roman"/>
              </a:rPr>
              <a:t>is</a:t>
            </a:r>
            <a:r>
              <a:rPr sz="1200" spc="-5" dirty="0">
                <a:latin typeface="Times New Roman"/>
                <a:cs typeface="Times New Roman"/>
              </a:rPr>
              <a:t> very similar</a:t>
            </a:r>
            <a:r>
              <a:rPr sz="1200" dirty="0">
                <a:latin typeface="Times New Roman"/>
                <a:cs typeface="Times New Roman"/>
              </a:rPr>
              <a:t> to</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C</a:t>
            </a:r>
            <a:r>
              <a:rPr sz="1200" spc="5" dirty="0">
                <a:latin typeface="Times New Roman"/>
                <a:cs typeface="Times New Roman"/>
              </a:rPr>
              <a:t> </a:t>
            </a:r>
            <a:r>
              <a:rPr sz="1200" spc="-10" dirty="0">
                <a:latin typeface="Times New Roman"/>
                <a:cs typeface="Times New Roman"/>
              </a:rPr>
              <a:t>language</a:t>
            </a:r>
            <a:r>
              <a:rPr sz="1200" spc="-5" dirty="0">
                <a:latin typeface="Times New Roman"/>
                <a:cs typeface="Times New Roman"/>
              </a:rPr>
              <a:t> syntax. </a:t>
            </a:r>
            <a:r>
              <a:rPr sz="1200" dirty="0">
                <a:latin typeface="Times New Roman"/>
                <a:cs typeface="Times New Roman"/>
              </a:rPr>
              <a:t> </a:t>
            </a:r>
            <a:r>
              <a:rPr sz="1200" spc="-15" dirty="0">
                <a:latin typeface="Times New Roman"/>
                <a:cs typeface="Times New Roman"/>
              </a:rPr>
              <a:t>Nevertheless, </a:t>
            </a:r>
            <a:r>
              <a:rPr sz="1200" dirty="0">
                <a:latin typeface="Times New Roman"/>
                <a:cs typeface="Times New Roman"/>
              </a:rPr>
              <a:t>the </a:t>
            </a:r>
            <a:r>
              <a:rPr sz="1200" spc="-10" dirty="0">
                <a:latin typeface="Times New Roman"/>
                <a:cs typeface="Times New Roman"/>
              </a:rPr>
              <a:t>rapid control </a:t>
            </a:r>
            <a:r>
              <a:rPr sz="1200" dirty="0">
                <a:latin typeface="Times New Roman"/>
                <a:cs typeface="Times New Roman"/>
              </a:rPr>
              <a:t>of </a:t>
            </a:r>
            <a:r>
              <a:rPr sz="1200" spc="-5" dirty="0">
                <a:latin typeface="Times New Roman"/>
                <a:cs typeface="Times New Roman"/>
              </a:rPr>
              <a:t>its </a:t>
            </a:r>
            <a:r>
              <a:rPr sz="1200" spc="-10" dirty="0">
                <a:latin typeface="Times New Roman"/>
                <a:cs typeface="Times New Roman"/>
              </a:rPr>
              <a:t>syntax </a:t>
            </a:r>
            <a:r>
              <a:rPr sz="1200" spc="-15" dirty="0">
                <a:latin typeface="Times New Roman"/>
                <a:cs typeface="Times New Roman"/>
              </a:rPr>
              <a:t>does </a:t>
            </a:r>
            <a:r>
              <a:rPr sz="1200" spc="-10" dirty="0">
                <a:latin typeface="Times New Roman"/>
                <a:cs typeface="Times New Roman"/>
              </a:rPr>
              <a:t>not </a:t>
            </a:r>
            <a:r>
              <a:rPr sz="1200" spc="-5" dirty="0">
                <a:latin typeface="Times New Roman"/>
                <a:cs typeface="Times New Roman"/>
              </a:rPr>
              <a:t>mean </a:t>
            </a:r>
            <a:r>
              <a:rPr sz="1200" spc="-15" dirty="0">
                <a:latin typeface="Times New Roman"/>
                <a:cs typeface="Times New Roman"/>
              </a:rPr>
              <a:t>control </a:t>
            </a:r>
            <a:r>
              <a:rPr sz="1200" dirty="0">
                <a:latin typeface="Times New Roman"/>
                <a:cs typeface="Times New Roman"/>
              </a:rPr>
              <a:t>of </a:t>
            </a:r>
            <a:r>
              <a:rPr sz="1200" spc="-5" dirty="0">
                <a:latin typeface="Times New Roman"/>
                <a:cs typeface="Times New Roman"/>
              </a:rPr>
              <a:t>its </a:t>
            </a:r>
            <a:r>
              <a:rPr sz="1200" spc="-15" dirty="0">
                <a:latin typeface="Times New Roman"/>
                <a:cs typeface="Times New Roman"/>
              </a:rPr>
              <a:t>features </a:t>
            </a:r>
            <a:r>
              <a:rPr sz="1200" spc="-5" dirty="0">
                <a:latin typeface="Times New Roman"/>
                <a:cs typeface="Times New Roman"/>
              </a:rPr>
              <a:t>and its </a:t>
            </a:r>
            <a:r>
              <a:rPr sz="1200" dirty="0">
                <a:latin typeface="Times New Roman"/>
                <a:cs typeface="Times New Roman"/>
              </a:rPr>
              <a:t> </a:t>
            </a:r>
            <a:r>
              <a:rPr sz="1200" spc="-5" dirty="0">
                <a:latin typeface="Times New Roman"/>
                <a:cs typeface="Times New Roman"/>
              </a:rPr>
              <a:t>concepts. A good </a:t>
            </a:r>
            <a:r>
              <a:rPr sz="1200" spc="-15" dirty="0">
                <a:latin typeface="Times New Roman"/>
                <a:cs typeface="Times New Roman"/>
              </a:rPr>
              <a:t>knowledge </a:t>
            </a:r>
            <a:r>
              <a:rPr sz="1200" spc="-5" dirty="0">
                <a:latin typeface="Times New Roman"/>
                <a:cs typeface="Times New Roman"/>
              </a:rPr>
              <a:t>and </a:t>
            </a:r>
            <a:r>
              <a:rPr sz="1200" spc="-10" dirty="0">
                <a:latin typeface="Times New Roman"/>
                <a:cs typeface="Times New Roman"/>
              </a:rPr>
              <a:t>advanced use </a:t>
            </a:r>
            <a:r>
              <a:rPr sz="1200" dirty="0">
                <a:latin typeface="Times New Roman"/>
                <a:cs typeface="Times New Roman"/>
              </a:rPr>
              <a:t>of </a:t>
            </a:r>
            <a:r>
              <a:rPr sz="1200" spc="-10" dirty="0">
                <a:latin typeface="Times New Roman"/>
                <a:cs typeface="Times New Roman"/>
              </a:rPr>
              <a:t>PHP </a:t>
            </a:r>
            <a:r>
              <a:rPr sz="1200" spc="-15" dirty="0">
                <a:latin typeface="Times New Roman"/>
                <a:cs typeface="Times New Roman"/>
              </a:rPr>
              <a:t>Programming </a:t>
            </a:r>
            <a:r>
              <a:rPr sz="1200" spc="-10" dirty="0">
                <a:latin typeface="Times New Roman"/>
                <a:cs typeface="Times New Roman"/>
              </a:rPr>
              <a:t>requires </a:t>
            </a:r>
            <a:r>
              <a:rPr sz="1200" dirty="0">
                <a:latin typeface="Times New Roman"/>
                <a:cs typeface="Times New Roman"/>
              </a:rPr>
              <a:t>a </a:t>
            </a:r>
            <a:r>
              <a:rPr sz="1200" spc="-10" dirty="0">
                <a:latin typeface="Times New Roman"/>
                <a:cs typeface="Times New Roman"/>
              </a:rPr>
              <a:t>relatively </a:t>
            </a:r>
            <a:r>
              <a:rPr sz="1200" dirty="0">
                <a:latin typeface="Times New Roman"/>
                <a:cs typeface="Times New Roman"/>
              </a:rPr>
              <a:t>long </a:t>
            </a:r>
            <a:r>
              <a:rPr sz="1200" spc="5" dirty="0">
                <a:latin typeface="Times New Roman"/>
                <a:cs typeface="Times New Roman"/>
              </a:rPr>
              <a:t> </a:t>
            </a:r>
            <a:r>
              <a:rPr sz="1200" spc="-15" dirty="0">
                <a:latin typeface="Times New Roman"/>
                <a:cs typeface="Times New Roman"/>
              </a:rPr>
              <a:t>learning</a:t>
            </a:r>
            <a:r>
              <a:rPr sz="1200" spc="15" dirty="0">
                <a:latin typeface="Times New Roman"/>
                <a:cs typeface="Times New Roman"/>
              </a:rPr>
              <a:t> </a:t>
            </a:r>
            <a:r>
              <a:rPr sz="1200" spc="-15" dirty="0">
                <a:latin typeface="Times New Roman"/>
                <a:cs typeface="Times New Roman"/>
              </a:rPr>
              <a:t>curve.</a:t>
            </a:r>
            <a:endParaRPr sz="1200" dirty="0">
              <a:latin typeface="Times New Roman"/>
              <a:cs typeface="Times New Roman"/>
            </a:endParaRPr>
          </a:p>
          <a:p>
            <a:pPr>
              <a:lnSpc>
                <a:spcPct val="100000"/>
              </a:lnSpc>
              <a:spcBef>
                <a:spcPts val="20"/>
              </a:spcBef>
            </a:pPr>
            <a:endParaRPr sz="1650" dirty="0">
              <a:latin typeface="Times New Roman"/>
              <a:cs typeface="Times New Roman"/>
            </a:endParaRPr>
          </a:p>
          <a:p>
            <a:pPr marL="12700" algn="just">
              <a:lnSpc>
                <a:spcPct val="100000"/>
              </a:lnSpc>
            </a:pPr>
            <a:r>
              <a:rPr sz="1200" spc="-5" dirty="0">
                <a:latin typeface="Times New Roman"/>
                <a:cs typeface="Times New Roman"/>
              </a:rPr>
              <a:t>PHP</a:t>
            </a:r>
            <a:r>
              <a:rPr sz="1200" spc="-95" dirty="0">
                <a:latin typeface="Times New Roman"/>
                <a:cs typeface="Times New Roman"/>
              </a:rPr>
              <a:t> </a:t>
            </a:r>
            <a:r>
              <a:rPr sz="1200" dirty="0">
                <a:latin typeface="Times New Roman"/>
                <a:cs typeface="Times New Roman"/>
              </a:rPr>
              <a:t>lan</a:t>
            </a:r>
            <a:r>
              <a:rPr sz="1200" spc="-15" dirty="0">
                <a:latin typeface="Times New Roman"/>
                <a:cs typeface="Times New Roman"/>
              </a:rPr>
              <a:t>g</a:t>
            </a:r>
            <a:r>
              <a:rPr sz="1200" dirty="0">
                <a:latin typeface="Times New Roman"/>
                <a:cs typeface="Times New Roman"/>
              </a:rPr>
              <a:t>u</a:t>
            </a:r>
            <a:r>
              <a:rPr sz="1200" spc="-5" dirty="0">
                <a:latin typeface="Times New Roman"/>
                <a:cs typeface="Times New Roman"/>
              </a:rPr>
              <a:t>a</a:t>
            </a:r>
            <a:r>
              <a:rPr sz="1200" spc="-15" dirty="0">
                <a:latin typeface="Times New Roman"/>
                <a:cs typeface="Times New Roman"/>
              </a:rPr>
              <a:t>g</a:t>
            </a:r>
            <a:r>
              <a:rPr sz="1200" dirty="0">
                <a:latin typeface="Times New Roman"/>
                <a:cs typeface="Times New Roman"/>
              </a:rPr>
              <a:t>e</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wea</a:t>
            </a:r>
            <a:r>
              <a:rPr sz="1200" spc="-10" dirty="0">
                <a:latin typeface="Times New Roman"/>
                <a:cs typeface="Times New Roman"/>
              </a:rPr>
              <a:t>lt</a:t>
            </a:r>
            <a:r>
              <a:rPr sz="1200" dirty="0">
                <a:latin typeface="Times New Roman"/>
                <a:cs typeface="Times New Roman"/>
              </a:rPr>
              <a:t>h</a:t>
            </a:r>
          </a:p>
          <a:p>
            <a:pPr marL="18415" marR="6985" indent="-6350" algn="just">
              <a:lnSpc>
                <a:spcPct val="155100"/>
              </a:lnSpc>
              <a:spcBef>
                <a:spcPts val="530"/>
              </a:spcBef>
            </a:pPr>
            <a:r>
              <a:rPr sz="1200" spc="-5" dirty="0">
                <a:latin typeface="Times New Roman"/>
                <a:cs typeface="Times New Roman"/>
              </a:rPr>
              <a:t>One of PHP's strengths </a:t>
            </a:r>
            <a:r>
              <a:rPr sz="1200" spc="5" dirty="0">
                <a:latin typeface="Times New Roman"/>
                <a:cs typeface="Times New Roman"/>
              </a:rPr>
              <a:t>is </a:t>
            </a:r>
            <a:r>
              <a:rPr sz="1200" dirty="0">
                <a:latin typeface="Times New Roman"/>
                <a:cs typeface="Times New Roman"/>
              </a:rPr>
              <a:t>its </a:t>
            </a:r>
            <a:r>
              <a:rPr sz="1200" spc="-5" dirty="0">
                <a:latin typeface="Times New Roman"/>
                <a:cs typeface="Times New Roman"/>
              </a:rPr>
              <a:t>richness </a:t>
            </a:r>
            <a:r>
              <a:rPr sz="1200" dirty="0">
                <a:latin typeface="Times New Roman"/>
                <a:cs typeface="Times New Roman"/>
              </a:rPr>
              <a:t>in terms </a:t>
            </a:r>
            <a:r>
              <a:rPr sz="1200" spc="5" dirty="0">
                <a:latin typeface="Times New Roman"/>
                <a:cs typeface="Times New Roman"/>
              </a:rPr>
              <a:t>of </a:t>
            </a:r>
            <a:r>
              <a:rPr sz="1200" spc="-15" dirty="0">
                <a:latin typeface="Times New Roman"/>
                <a:cs typeface="Times New Roman"/>
              </a:rPr>
              <a:t>functionality. </a:t>
            </a:r>
            <a:r>
              <a:rPr sz="1200" spc="-5" dirty="0">
                <a:latin typeface="Times New Roman"/>
                <a:cs typeface="Times New Roman"/>
              </a:rPr>
              <a:t>Indeed, </a:t>
            </a:r>
            <a:r>
              <a:rPr sz="1200" dirty="0">
                <a:latin typeface="Times New Roman"/>
                <a:cs typeface="Times New Roman"/>
              </a:rPr>
              <a:t>it </a:t>
            </a:r>
            <a:r>
              <a:rPr sz="1200" spc="-5" dirty="0">
                <a:latin typeface="Times New Roman"/>
                <a:cs typeface="Times New Roman"/>
              </a:rPr>
              <a:t>has at </a:t>
            </a:r>
            <a:r>
              <a:rPr sz="1200" dirty="0">
                <a:latin typeface="Times New Roman"/>
                <a:cs typeface="Times New Roman"/>
              </a:rPr>
              <a:t>the </a:t>
            </a:r>
            <a:r>
              <a:rPr sz="1200" spc="-5" dirty="0">
                <a:latin typeface="Times New Roman"/>
                <a:cs typeface="Times New Roman"/>
              </a:rPr>
              <a:t>origin </a:t>
            </a:r>
            <a:r>
              <a:rPr sz="1200" spc="-15" dirty="0">
                <a:latin typeface="Times New Roman"/>
                <a:cs typeface="Times New Roman"/>
              </a:rPr>
              <a:t>of </a:t>
            </a:r>
            <a:r>
              <a:rPr sz="1200" spc="-10" dirty="0">
                <a:latin typeface="Times New Roman"/>
                <a:cs typeface="Times New Roman"/>
              </a:rPr>
              <a:t> </a:t>
            </a:r>
            <a:r>
              <a:rPr sz="1200" dirty="0">
                <a:latin typeface="Times New Roman"/>
                <a:cs typeface="Times New Roman"/>
              </a:rPr>
              <a:t>more</a:t>
            </a:r>
            <a:r>
              <a:rPr sz="1200" spc="5" dirty="0">
                <a:latin typeface="Times New Roman"/>
                <a:cs typeface="Times New Roman"/>
              </a:rPr>
              <a:t> </a:t>
            </a:r>
            <a:r>
              <a:rPr sz="1200" dirty="0">
                <a:latin typeface="Times New Roman"/>
                <a:cs typeface="Times New Roman"/>
              </a:rPr>
              <a:t>than</a:t>
            </a:r>
            <a:r>
              <a:rPr sz="1200" spc="5" dirty="0">
                <a:latin typeface="Times New Roman"/>
                <a:cs typeface="Times New Roman"/>
              </a:rPr>
              <a:t> </a:t>
            </a:r>
            <a:r>
              <a:rPr sz="1200" dirty="0">
                <a:latin typeface="Times New Roman"/>
                <a:cs typeface="Times New Roman"/>
              </a:rPr>
              <a:t>3,000</a:t>
            </a:r>
            <a:r>
              <a:rPr sz="1200" spc="5" dirty="0">
                <a:latin typeface="Times New Roman"/>
                <a:cs typeface="Times New Roman"/>
              </a:rPr>
              <a:t> </a:t>
            </a:r>
            <a:r>
              <a:rPr sz="1200" dirty="0">
                <a:latin typeface="Times New Roman"/>
                <a:cs typeface="Times New Roman"/>
              </a:rPr>
              <a:t>native</a:t>
            </a:r>
            <a:r>
              <a:rPr sz="1200" spc="5" dirty="0">
                <a:latin typeface="Times New Roman"/>
                <a:cs typeface="Times New Roman"/>
              </a:rPr>
              <a:t> </a:t>
            </a:r>
            <a:r>
              <a:rPr sz="1200" dirty="0">
                <a:latin typeface="Times New Roman"/>
                <a:cs typeface="Times New Roman"/>
              </a:rPr>
              <a:t>features</a:t>
            </a:r>
            <a:r>
              <a:rPr sz="1200" spc="5" dirty="0">
                <a:latin typeface="Times New Roman"/>
                <a:cs typeface="Times New Roman"/>
              </a:rPr>
              <a:t> </a:t>
            </a:r>
            <a:r>
              <a:rPr sz="1200" spc="-5" dirty="0">
                <a:latin typeface="Times New Roman"/>
                <a:cs typeface="Times New Roman"/>
              </a:rPr>
              <a:t>ready-guaranteeing</a:t>
            </a:r>
            <a:r>
              <a:rPr sz="1200" dirty="0">
                <a:latin typeface="Times New Roman"/>
                <a:cs typeface="Times New Roman"/>
              </a:rPr>
              <a:t> developers</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overcome</a:t>
            </a:r>
            <a:r>
              <a:rPr sz="1200" spc="5" dirty="0">
                <a:latin typeface="Times New Roman"/>
                <a:cs typeface="Times New Roman"/>
              </a:rPr>
              <a:t> </a:t>
            </a:r>
            <a:r>
              <a:rPr sz="1200" spc="-10" dirty="0">
                <a:latin typeface="Times New Roman"/>
                <a:cs typeface="Times New Roman"/>
              </a:rPr>
              <a:t>additional </a:t>
            </a:r>
            <a:r>
              <a:rPr sz="1200" spc="-5" dirty="0">
                <a:latin typeface="Times New Roman"/>
                <a:cs typeface="Times New Roman"/>
              </a:rPr>
              <a:t> </a:t>
            </a:r>
            <a:r>
              <a:rPr sz="1200" dirty="0">
                <a:latin typeface="Times New Roman"/>
                <a:cs typeface="Times New Roman"/>
              </a:rPr>
              <a:t>development time </a:t>
            </a:r>
            <a:r>
              <a:rPr sz="1200" spc="-5" dirty="0">
                <a:latin typeface="Times New Roman"/>
                <a:cs typeface="Times New Roman"/>
              </a:rPr>
              <a:t>and </a:t>
            </a:r>
            <a:r>
              <a:rPr sz="1200" dirty="0">
                <a:latin typeface="Times New Roman"/>
                <a:cs typeface="Times New Roman"/>
              </a:rPr>
              <a:t>sometimes tedious. These functions among others to treat </a:t>
            </a:r>
            <a:r>
              <a:rPr sz="1200" spc="-5" dirty="0">
                <a:latin typeface="Times New Roman"/>
                <a:cs typeface="Times New Roman"/>
              </a:rPr>
              <a:t>strings, </a:t>
            </a:r>
            <a:r>
              <a:rPr sz="1200" spc="-25" dirty="0">
                <a:latin typeface="Times New Roman"/>
                <a:cs typeface="Times New Roman"/>
              </a:rPr>
              <a:t>to </a:t>
            </a:r>
            <a:r>
              <a:rPr sz="1200" spc="-20" dirty="0">
                <a:latin typeface="Times New Roman"/>
                <a:cs typeface="Times New Roman"/>
              </a:rPr>
              <a:t> </a:t>
            </a:r>
            <a:r>
              <a:rPr sz="1200" spc="-10" dirty="0">
                <a:latin typeface="Times New Roman"/>
                <a:cs typeface="Times New Roman"/>
              </a:rPr>
              <a:t>operate mathematically </a:t>
            </a:r>
            <a:r>
              <a:rPr sz="1200" spc="5" dirty="0">
                <a:latin typeface="Times New Roman"/>
                <a:cs typeface="Times New Roman"/>
              </a:rPr>
              <a:t>on </a:t>
            </a:r>
            <a:r>
              <a:rPr sz="1200" dirty="0">
                <a:latin typeface="Times New Roman"/>
                <a:cs typeface="Times New Roman"/>
              </a:rPr>
              <a:t>numbers, convert dates to </a:t>
            </a:r>
            <a:r>
              <a:rPr sz="1200" spc="-15" dirty="0">
                <a:latin typeface="Times New Roman"/>
                <a:cs typeface="Times New Roman"/>
              </a:rPr>
              <a:t>connect </a:t>
            </a:r>
            <a:r>
              <a:rPr sz="1200" dirty="0">
                <a:latin typeface="Times New Roman"/>
                <a:cs typeface="Times New Roman"/>
              </a:rPr>
              <a:t>to a </a:t>
            </a:r>
            <a:r>
              <a:rPr sz="1200" spc="-10" dirty="0">
                <a:latin typeface="Times New Roman"/>
                <a:cs typeface="Times New Roman"/>
              </a:rPr>
              <a:t>database </a:t>
            </a:r>
            <a:r>
              <a:rPr sz="1200" spc="-5" dirty="0">
                <a:latin typeface="Times New Roman"/>
                <a:cs typeface="Times New Roman"/>
              </a:rPr>
              <a:t>system, </a:t>
            </a:r>
            <a:r>
              <a:rPr sz="1200" spc="-10" dirty="0">
                <a:latin typeface="Times New Roman"/>
                <a:cs typeface="Times New Roman"/>
              </a:rPr>
              <a:t>manipulate </a:t>
            </a:r>
            <a:r>
              <a:rPr sz="1200" spc="-285" dirty="0">
                <a:latin typeface="Times New Roman"/>
                <a:cs typeface="Times New Roman"/>
              </a:rPr>
              <a:t> </a:t>
            </a:r>
            <a:r>
              <a:rPr sz="1200" spc="-5" dirty="0">
                <a:latin typeface="Times New Roman"/>
                <a:cs typeface="Times New Roman"/>
              </a:rPr>
              <a:t>files</a:t>
            </a:r>
            <a:r>
              <a:rPr sz="1200" spc="-30" dirty="0">
                <a:latin typeface="Times New Roman"/>
                <a:cs typeface="Times New Roman"/>
              </a:rPr>
              <a:t> </a:t>
            </a:r>
            <a:r>
              <a:rPr sz="1200" spc="-5" dirty="0">
                <a:latin typeface="Times New Roman"/>
                <a:cs typeface="Times New Roman"/>
              </a:rPr>
              <a:t>present</a:t>
            </a:r>
            <a:r>
              <a:rPr sz="1200" spc="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server </a:t>
            </a:r>
            <a:r>
              <a:rPr sz="1200" spc="-25" dirty="0">
                <a:latin typeface="Times New Roman"/>
                <a:cs typeface="Times New Roman"/>
              </a:rPr>
              <a:t>...</a:t>
            </a:r>
            <a:endParaRPr sz="1200" dirty="0">
              <a:latin typeface="Times New Roman"/>
              <a:cs typeface="Times New Roman"/>
            </a:endParaRPr>
          </a:p>
          <a:p>
            <a:pPr marL="18415" marR="5080" indent="-6350" algn="just">
              <a:lnSpc>
                <a:spcPct val="155000"/>
              </a:lnSpc>
              <a:spcBef>
                <a:spcPts val="790"/>
              </a:spcBef>
            </a:pPr>
            <a:r>
              <a:rPr sz="1200" spc="-10" dirty="0">
                <a:latin typeface="Times New Roman"/>
                <a:cs typeface="Times New Roman"/>
              </a:rPr>
              <a:t>PHP </a:t>
            </a:r>
            <a:r>
              <a:rPr sz="1200" spc="-5" dirty="0">
                <a:latin typeface="Times New Roman"/>
                <a:cs typeface="Times New Roman"/>
              </a:rPr>
              <a:t>also draws its </a:t>
            </a:r>
            <a:r>
              <a:rPr sz="1200" dirty="0">
                <a:latin typeface="Times New Roman"/>
                <a:cs typeface="Times New Roman"/>
              </a:rPr>
              <a:t>richness </a:t>
            </a:r>
            <a:r>
              <a:rPr sz="1200" spc="-5" dirty="0">
                <a:latin typeface="Times New Roman"/>
                <a:cs typeface="Times New Roman"/>
              </a:rPr>
              <a:t>from its </a:t>
            </a:r>
            <a:r>
              <a:rPr sz="1200" dirty="0">
                <a:latin typeface="Times New Roman"/>
                <a:cs typeface="Times New Roman"/>
              </a:rPr>
              <a:t>vibrant </a:t>
            </a:r>
            <a:r>
              <a:rPr sz="1200" spc="-10" dirty="0">
                <a:latin typeface="Times New Roman"/>
                <a:cs typeface="Times New Roman"/>
              </a:rPr>
              <a:t>developer community. It </a:t>
            </a:r>
            <a:r>
              <a:rPr sz="1200" spc="-5" dirty="0">
                <a:latin typeface="Times New Roman"/>
                <a:cs typeface="Times New Roman"/>
              </a:rPr>
              <a:t>was </a:t>
            </a:r>
            <a:r>
              <a:rPr sz="1200" dirty="0">
                <a:latin typeface="Times New Roman"/>
                <a:cs typeface="Times New Roman"/>
              </a:rPr>
              <a:t>estimated </a:t>
            </a:r>
            <a:r>
              <a:rPr sz="1200" spc="-5" dirty="0">
                <a:latin typeface="Times New Roman"/>
                <a:cs typeface="Times New Roman"/>
              </a:rPr>
              <a:t>at </a:t>
            </a:r>
            <a:r>
              <a:rPr sz="1200" dirty="0">
                <a:latin typeface="Times New Roman"/>
                <a:cs typeface="Times New Roman"/>
              </a:rPr>
              <a:t>500 </a:t>
            </a:r>
            <a:r>
              <a:rPr sz="1200" spc="-25" dirty="0">
                <a:latin typeface="Times New Roman"/>
                <a:cs typeface="Times New Roman"/>
              </a:rPr>
              <a:t>000 </a:t>
            </a:r>
            <a:r>
              <a:rPr sz="1200" spc="-285" dirty="0">
                <a:latin typeface="Times New Roman"/>
                <a:cs typeface="Times New Roman"/>
              </a:rPr>
              <a:t> </a:t>
            </a:r>
            <a:r>
              <a:rPr sz="1200" dirty="0">
                <a:latin typeface="Times New Roman"/>
                <a:cs typeface="Times New Roman"/>
              </a:rPr>
              <a:t>people in 2003, but </a:t>
            </a:r>
            <a:r>
              <a:rPr sz="1200" spc="5" dirty="0">
                <a:latin typeface="Times New Roman"/>
                <a:cs typeface="Times New Roman"/>
              </a:rPr>
              <a:t>it </a:t>
            </a:r>
            <a:r>
              <a:rPr sz="1200" dirty="0">
                <a:latin typeface="Times New Roman"/>
                <a:cs typeface="Times New Roman"/>
              </a:rPr>
              <a:t>is very </a:t>
            </a:r>
            <a:r>
              <a:rPr sz="1200" spc="5" dirty="0">
                <a:latin typeface="Times New Roman"/>
                <a:cs typeface="Times New Roman"/>
              </a:rPr>
              <a:t>likely </a:t>
            </a:r>
            <a:r>
              <a:rPr sz="1200" dirty="0">
                <a:latin typeface="Times New Roman"/>
                <a:cs typeface="Times New Roman"/>
              </a:rPr>
              <a:t>that it has </a:t>
            </a:r>
            <a:r>
              <a:rPr sz="1200" spc="-5" dirty="0">
                <a:latin typeface="Times New Roman"/>
                <a:cs typeface="Times New Roman"/>
              </a:rPr>
              <a:t>surpassed</a:t>
            </a:r>
            <a:r>
              <a:rPr sz="1200" dirty="0">
                <a:latin typeface="Times New Roman"/>
                <a:cs typeface="Times New Roman"/>
              </a:rPr>
              <a:t> one million </a:t>
            </a:r>
            <a:r>
              <a:rPr sz="1200" spc="-5" dirty="0">
                <a:latin typeface="Times New Roman"/>
                <a:cs typeface="Times New Roman"/>
              </a:rPr>
              <a:t>now. </a:t>
            </a:r>
            <a:r>
              <a:rPr sz="1200" spc="-10" dirty="0">
                <a:latin typeface="Times New Roman"/>
                <a:cs typeface="Times New Roman"/>
              </a:rPr>
              <a:t>Community </a:t>
            </a:r>
            <a:r>
              <a:rPr sz="1200" spc="-5" dirty="0">
                <a:latin typeface="Times New Roman"/>
                <a:cs typeface="Times New Roman"/>
              </a:rPr>
              <a:t> </a:t>
            </a:r>
            <a:r>
              <a:rPr sz="1200" dirty="0">
                <a:latin typeface="Times New Roman"/>
                <a:cs typeface="Times New Roman"/>
              </a:rPr>
              <a:t>developers profiles are </a:t>
            </a:r>
            <a:r>
              <a:rPr sz="1200" spc="5" dirty="0">
                <a:latin typeface="Times New Roman"/>
                <a:cs typeface="Times New Roman"/>
              </a:rPr>
              <a:t>very </a:t>
            </a:r>
            <a:r>
              <a:rPr sz="1200" dirty="0">
                <a:latin typeface="Times New Roman"/>
                <a:cs typeface="Times New Roman"/>
              </a:rPr>
              <a:t>diverse. </a:t>
            </a:r>
            <a:r>
              <a:rPr sz="1200" spc="-10" dirty="0">
                <a:latin typeface="Times New Roman"/>
                <a:cs typeface="Times New Roman"/>
              </a:rPr>
              <a:t>It </a:t>
            </a:r>
            <a:r>
              <a:rPr sz="1200" spc="-5" dirty="0">
                <a:latin typeface="Times New Roman"/>
                <a:cs typeface="Times New Roman"/>
              </a:rPr>
              <a:t>there's </a:t>
            </a:r>
            <a:r>
              <a:rPr sz="1200" dirty="0">
                <a:latin typeface="Times New Roman"/>
                <a:cs typeface="Times New Roman"/>
              </a:rPr>
              <a:t>those who bring new features </a:t>
            </a:r>
            <a:r>
              <a:rPr sz="1200" spc="-5" dirty="0">
                <a:latin typeface="Times New Roman"/>
                <a:cs typeface="Times New Roman"/>
              </a:rPr>
              <a:t>and </a:t>
            </a:r>
            <a:r>
              <a:rPr sz="1200" dirty="0">
                <a:latin typeface="Times New Roman"/>
                <a:cs typeface="Times New Roman"/>
              </a:rPr>
              <a:t>version </a:t>
            </a:r>
            <a:r>
              <a:rPr sz="1200" spc="-25" dirty="0">
                <a:latin typeface="Times New Roman"/>
                <a:cs typeface="Times New Roman"/>
              </a:rPr>
              <a:t>to </a:t>
            </a:r>
            <a:r>
              <a:rPr sz="1200" spc="-20" dirty="0">
                <a:latin typeface="Times New Roman"/>
                <a:cs typeface="Times New Roman"/>
              </a:rPr>
              <a:t> </a:t>
            </a:r>
            <a:r>
              <a:rPr sz="1200" spc="-5" dirty="0">
                <a:latin typeface="Times New Roman"/>
                <a:cs typeface="Times New Roman"/>
              </a:rPr>
              <a:t>version </a:t>
            </a:r>
            <a:r>
              <a:rPr sz="1200" dirty="0">
                <a:latin typeface="Times New Roman"/>
                <a:cs typeface="Times New Roman"/>
              </a:rPr>
              <a:t>libraries, those that translate the documentation in multiple languages or </a:t>
            </a:r>
            <a:r>
              <a:rPr sz="1200" spc="-10" dirty="0">
                <a:latin typeface="Times New Roman"/>
                <a:cs typeface="Times New Roman"/>
              </a:rPr>
              <a:t>programmers </a:t>
            </a:r>
            <a:r>
              <a:rPr sz="1200" spc="-28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5" dirty="0">
                <a:latin typeface="Times New Roman"/>
                <a:cs typeface="Times New Roman"/>
              </a:rPr>
              <a:t>more</a:t>
            </a:r>
            <a:r>
              <a:rPr sz="1200" spc="35" dirty="0">
                <a:latin typeface="Times New Roman"/>
                <a:cs typeface="Times New Roman"/>
              </a:rPr>
              <a:t> </a:t>
            </a:r>
            <a:r>
              <a:rPr sz="1200" spc="-5" dirty="0">
                <a:latin typeface="Times New Roman"/>
                <a:cs typeface="Times New Roman"/>
              </a:rPr>
              <a:t>modest</a:t>
            </a:r>
            <a:r>
              <a:rPr sz="1200" spc="55" dirty="0">
                <a:latin typeface="Times New Roman"/>
                <a:cs typeface="Times New Roman"/>
              </a:rPr>
              <a:t> </a:t>
            </a:r>
            <a:r>
              <a:rPr sz="1200" spc="-5" dirty="0">
                <a:latin typeface="Times New Roman"/>
                <a:cs typeface="Times New Roman"/>
              </a:rPr>
              <a:t>skills</a:t>
            </a:r>
            <a:r>
              <a:rPr sz="1200" spc="45"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spc="-5" dirty="0">
                <a:latin typeface="Times New Roman"/>
                <a:cs typeface="Times New Roman"/>
              </a:rPr>
              <a:t>perform</a:t>
            </a:r>
            <a:r>
              <a:rPr sz="1200" spc="55" dirty="0">
                <a:latin typeface="Times New Roman"/>
                <a:cs typeface="Times New Roman"/>
              </a:rPr>
              <a:t> </a:t>
            </a:r>
            <a:r>
              <a:rPr sz="1200" spc="-5" dirty="0">
                <a:latin typeface="Times New Roman"/>
                <a:cs typeface="Times New Roman"/>
              </a:rPr>
              <a:t>opensource</a:t>
            </a:r>
            <a:r>
              <a:rPr sz="1200" spc="85" dirty="0">
                <a:latin typeface="Times New Roman"/>
                <a:cs typeface="Times New Roman"/>
              </a:rPr>
              <a:t> </a:t>
            </a:r>
            <a:r>
              <a:rPr sz="1200" spc="-5" dirty="0">
                <a:latin typeface="Times New Roman"/>
                <a:cs typeface="Times New Roman"/>
              </a:rPr>
              <a:t>applications</a:t>
            </a:r>
            <a:r>
              <a:rPr sz="1200" spc="70" dirty="0">
                <a:latin typeface="Times New Roman"/>
                <a:cs typeface="Times New Roman"/>
              </a:rPr>
              <a:t> </a:t>
            </a:r>
            <a:r>
              <a:rPr sz="1200" spc="-5" dirty="0">
                <a:latin typeface="Times New Roman"/>
                <a:cs typeface="Times New Roman"/>
              </a:rPr>
              <a:t>ready</a:t>
            </a:r>
            <a:r>
              <a:rPr sz="1200" spc="7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spc="-5" dirty="0">
                <a:latin typeface="Times New Roman"/>
                <a:cs typeface="Times New Roman"/>
              </a:rPr>
              <a:t>use.</a:t>
            </a:r>
            <a:r>
              <a:rPr sz="1200" spc="-30" dirty="0">
                <a:latin typeface="Times New Roman"/>
                <a:cs typeface="Times New Roman"/>
              </a:rPr>
              <a:t> </a:t>
            </a:r>
            <a:r>
              <a:rPr sz="1200" dirty="0">
                <a:latin typeface="Times New Roman"/>
                <a:cs typeface="Times New Roman"/>
              </a:rPr>
              <a:t>Among</a:t>
            </a:r>
            <a:r>
              <a:rPr sz="1200" spc="2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spc="-20" dirty="0">
                <a:latin typeface="Times New Roman"/>
                <a:cs typeface="Times New Roman"/>
              </a:rPr>
              <a:t>best</a:t>
            </a:r>
            <a:endParaRPr sz="1200" dirty="0">
              <a:latin typeface="Times New Roman"/>
              <a:cs typeface="Times New Roman"/>
            </a:endParaRPr>
          </a:p>
        </p:txBody>
      </p:sp>
      <p:sp>
        <p:nvSpPr>
          <p:cNvPr id="4" name="object 4"/>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1040" cy="4657109"/>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lang="en-IN" sz="1200" spc="-20" dirty="0">
                <a:latin typeface="Times New Roman"/>
                <a:cs typeface="Times New Roman"/>
              </a:rPr>
              <a:t>	</a:t>
            </a:r>
            <a:r>
              <a:rPr lang="en-IN" sz="1200" dirty="0">
                <a:latin typeface="Times New Roman"/>
                <a:cs typeface="Times New Roman"/>
              </a:rPr>
              <a:t>7</a:t>
            </a:r>
            <a:r>
              <a:rPr lang="en-IN" sz="1200" spc="-45" dirty="0">
                <a:latin typeface="Times New Roman"/>
                <a:cs typeface="Times New Roman"/>
              </a:rPr>
              <a:t> </a:t>
            </a:r>
            <a:r>
              <a:rPr lang="en-IN" sz="1200" b="1" spc="-5" dirty="0">
                <a:latin typeface="Times New Roman"/>
                <a:cs typeface="Times New Roman"/>
              </a:rPr>
              <a:t>|</a:t>
            </a:r>
            <a:r>
              <a:rPr lang="en-IN" sz="1200" b="1" spc="-55" dirty="0">
                <a:latin typeface="Times New Roman"/>
                <a:cs typeface="Times New Roman"/>
              </a:rPr>
              <a:t> </a:t>
            </a:r>
            <a:r>
              <a:rPr lang="en-IN" sz="1200" spc="-25" dirty="0">
                <a:solidFill>
                  <a:srgbClr val="808080"/>
                </a:solidFill>
                <a:latin typeface="Times New Roman"/>
                <a:cs typeface="Times New Roman"/>
              </a:rPr>
              <a:t>Page</a:t>
            </a:r>
            <a:endParaRPr lang="en-IN" sz="1200" dirty="0">
              <a:latin typeface="Times New Roman"/>
              <a:cs typeface="Times New Roman"/>
            </a:endParaRPr>
          </a:p>
          <a:p>
            <a:pPr marL="18415" marR="7620" algn="just">
              <a:lnSpc>
                <a:spcPct val="155000"/>
              </a:lnSpc>
              <a:spcBef>
                <a:spcPts val="1165"/>
              </a:spcBef>
            </a:pPr>
            <a:r>
              <a:rPr sz="1200" dirty="0">
                <a:latin typeface="Times New Roman"/>
                <a:cs typeface="Times New Roman"/>
              </a:rPr>
              <a:t>known, </a:t>
            </a:r>
            <a:r>
              <a:rPr sz="1200" spc="-5" dirty="0">
                <a:latin typeface="Times New Roman"/>
                <a:cs typeface="Times New Roman"/>
              </a:rPr>
              <a:t>we </a:t>
            </a:r>
            <a:r>
              <a:rPr sz="1200" dirty="0">
                <a:latin typeface="Times New Roman"/>
                <a:cs typeface="Times New Roman"/>
              </a:rPr>
              <a:t>can cite the </a:t>
            </a:r>
            <a:r>
              <a:rPr sz="1200" spc="-10" dirty="0">
                <a:latin typeface="Times New Roman"/>
                <a:cs typeface="Times New Roman"/>
              </a:rPr>
              <a:t>CMS </a:t>
            </a:r>
            <a:r>
              <a:rPr sz="1200" spc="-5" dirty="0">
                <a:latin typeface="Times New Roman"/>
                <a:cs typeface="Times New Roman"/>
              </a:rPr>
              <a:t>(Joomla, </a:t>
            </a:r>
            <a:r>
              <a:rPr sz="1200" spc="-10" dirty="0">
                <a:latin typeface="Times New Roman"/>
                <a:cs typeface="Times New Roman"/>
              </a:rPr>
              <a:t>SPIP, </a:t>
            </a:r>
            <a:r>
              <a:rPr sz="1200" dirty="0">
                <a:latin typeface="Times New Roman"/>
                <a:cs typeface="Times New Roman"/>
              </a:rPr>
              <a:t>Dotclear, Wordpress </a:t>
            </a:r>
            <a:r>
              <a:rPr sz="1200" spc="-5" dirty="0">
                <a:latin typeface="Times New Roman"/>
                <a:cs typeface="Times New Roman"/>
              </a:rPr>
              <a:t>...), </a:t>
            </a:r>
            <a:r>
              <a:rPr sz="1200" dirty="0">
                <a:latin typeface="Times New Roman"/>
                <a:cs typeface="Times New Roman"/>
              </a:rPr>
              <a:t>online sales </a:t>
            </a:r>
            <a:r>
              <a:rPr sz="1200" spc="-10" dirty="0">
                <a:latin typeface="Times New Roman"/>
                <a:cs typeface="Times New Roman"/>
              </a:rPr>
              <a:t>systems </a:t>
            </a:r>
            <a:r>
              <a:rPr sz="1200" spc="-5" dirty="0">
                <a:latin typeface="Times New Roman"/>
                <a:cs typeface="Times New Roman"/>
              </a:rPr>
              <a:t> (OSCommerce) Forums (PHPBB, </a:t>
            </a:r>
            <a:r>
              <a:rPr sz="1200" spc="-15" dirty="0">
                <a:latin typeface="Times New Roman"/>
                <a:cs typeface="Times New Roman"/>
              </a:rPr>
              <a:t>IPB, </a:t>
            </a:r>
            <a:r>
              <a:rPr sz="1200" dirty="0">
                <a:latin typeface="Times New Roman"/>
                <a:cs typeface="Times New Roman"/>
              </a:rPr>
              <a:t>vBulletin) </a:t>
            </a:r>
            <a:r>
              <a:rPr sz="1200" spc="-5" dirty="0">
                <a:latin typeface="Times New Roman"/>
                <a:cs typeface="Times New Roman"/>
              </a:rPr>
              <a:t>frameworks (Zend Framework, </a:t>
            </a:r>
            <a:r>
              <a:rPr sz="1200" dirty="0">
                <a:latin typeface="Times New Roman"/>
                <a:cs typeface="Times New Roman"/>
              </a:rPr>
              <a:t>Symfony , </a:t>
            </a:r>
            <a:r>
              <a:rPr sz="1200" spc="5" dirty="0">
                <a:latin typeface="Times New Roman"/>
                <a:cs typeface="Times New Roman"/>
              </a:rPr>
              <a:t> </a:t>
            </a:r>
            <a:r>
              <a:rPr sz="1200" spc="-25" dirty="0">
                <a:latin typeface="Times New Roman"/>
                <a:cs typeface="Times New Roman"/>
              </a:rPr>
              <a:t>CakePHP,</a:t>
            </a:r>
            <a:r>
              <a:rPr sz="1200" spc="-30" dirty="0">
                <a:latin typeface="Times New Roman"/>
                <a:cs typeface="Times New Roman"/>
              </a:rPr>
              <a:t> </a:t>
            </a:r>
            <a:r>
              <a:rPr sz="1200" dirty="0">
                <a:latin typeface="Times New Roman"/>
                <a:cs typeface="Times New Roman"/>
              </a:rPr>
              <a:t>Jelix)</a:t>
            </a:r>
            <a:r>
              <a:rPr sz="1200" spc="-40" dirty="0">
                <a:latin typeface="Times New Roman"/>
                <a:cs typeface="Times New Roman"/>
              </a:rPr>
              <a:t> </a:t>
            </a:r>
            <a:r>
              <a:rPr sz="1200" spc="-25" dirty="0">
                <a:latin typeface="Times New Roman"/>
                <a:cs typeface="Times New Roman"/>
              </a:rPr>
              <a:t>...</a:t>
            </a:r>
            <a:endParaRPr sz="1200" dirty="0">
              <a:latin typeface="Times New Roman"/>
              <a:cs typeface="Times New Roman"/>
            </a:endParaRPr>
          </a:p>
          <a:p>
            <a:pPr>
              <a:lnSpc>
                <a:spcPct val="100000"/>
              </a:lnSpc>
              <a:spcBef>
                <a:spcPts val="10"/>
              </a:spcBef>
            </a:pPr>
            <a:endParaRPr sz="1650" dirty="0">
              <a:latin typeface="Times New Roman"/>
              <a:cs typeface="Times New Roman"/>
            </a:endParaRPr>
          </a:p>
          <a:p>
            <a:pPr marL="12700" algn="just">
              <a:lnSpc>
                <a:spcPct val="100000"/>
              </a:lnSpc>
            </a:pPr>
            <a:r>
              <a:rPr sz="1200" spc="-25" dirty="0">
                <a:latin typeface="Times New Roman"/>
                <a:cs typeface="Times New Roman"/>
              </a:rPr>
              <a:t>P</a:t>
            </a:r>
            <a:r>
              <a:rPr sz="1200" spc="-35" dirty="0">
                <a:latin typeface="Times New Roman"/>
                <a:cs typeface="Times New Roman"/>
              </a:rPr>
              <a:t>H</a:t>
            </a:r>
            <a:r>
              <a:rPr sz="1200" spc="-25" dirty="0">
                <a:latin typeface="Times New Roman"/>
                <a:cs typeface="Times New Roman"/>
              </a:rPr>
              <a:t>P</a:t>
            </a:r>
            <a:r>
              <a:rPr sz="1200" dirty="0">
                <a:latin typeface="Times New Roman"/>
                <a:cs typeface="Times New Roman"/>
              </a:rPr>
              <a:t>,</a:t>
            </a:r>
            <a:r>
              <a:rPr sz="1200" spc="-8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r</a:t>
            </a:r>
            <a:r>
              <a:rPr sz="1200" spc="-10" dirty="0">
                <a:latin typeface="Times New Roman"/>
                <a:cs typeface="Times New Roman"/>
              </a:rPr>
              <a:t>e</a:t>
            </a:r>
            <a:r>
              <a:rPr sz="1200" dirty="0">
                <a:latin typeface="Times New Roman"/>
                <a:cs typeface="Times New Roman"/>
              </a:rPr>
              <a:t>li</a:t>
            </a:r>
            <a:r>
              <a:rPr sz="1200" spc="-5" dirty="0">
                <a:latin typeface="Times New Roman"/>
                <a:cs typeface="Times New Roman"/>
              </a:rPr>
              <a:t>a</a:t>
            </a:r>
            <a:r>
              <a:rPr sz="1200" dirty="0">
                <a:latin typeface="Times New Roman"/>
                <a:cs typeface="Times New Roman"/>
              </a:rPr>
              <a:t>ble </a:t>
            </a:r>
            <a:r>
              <a:rPr sz="1200" spc="-5" dirty="0">
                <a:latin typeface="Times New Roman"/>
                <a:cs typeface="Times New Roman"/>
              </a:rPr>
              <a:t>a</a:t>
            </a:r>
            <a:r>
              <a:rPr sz="1200" dirty="0">
                <a:latin typeface="Times New Roman"/>
                <a:cs typeface="Times New Roman"/>
              </a:rPr>
              <a:t>nd</a:t>
            </a:r>
            <a:r>
              <a:rPr sz="1200" spc="-25" dirty="0">
                <a:latin typeface="Times New Roman"/>
                <a:cs typeface="Times New Roman"/>
              </a:rPr>
              <a:t> </a:t>
            </a:r>
            <a:r>
              <a:rPr sz="1200" spc="-5" dirty="0">
                <a:latin typeface="Times New Roman"/>
                <a:cs typeface="Times New Roman"/>
              </a:rPr>
              <a:t>e</a:t>
            </a:r>
            <a:r>
              <a:rPr sz="1200" dirty="0">
                <a:latin typeface="Times New Roman"/>
                <a:cs typeface="Times New Roman"/>
              </a:rPr>
              <a:t>f</a:t>
            </a:r>
            <a:r>
              <a:rPr sz="1200" spc="-10" dirty="0">
                <a:latin typeface="Times New Roman"/>
                <a:cs typeface="Times New Roman"/>
              </a:rPr>
              <a:t>f</a:t>
            </a:r>
            <a:r>
              <a:rPr sz="1200" dirty="0">
                <a:latin typeface="Times New Roman"/>
                <a:cs typeface="Times New Roman"/>
              </a:rPr>
              <a:t>ici</a:t>
            </a:r>
            <a:r>
              <a:rPr sz="1200" spc="-5" dirty="0">
                <a:latin typeface="Times New Roman"/>
                <a:cs typeface="Times New Roman"/>
              </a:rPr>
              <a:t>e</a:t>
            </a:r>
            <a:r>
              <a:rPr sz="1200" dirty="0">
                <a:latin typeface="Times New Roman"/>
                <a:cs typeface="Times New Roman"/>
              </a:rPr>
              <a:t>nt </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n</a:t>
            </a:r>
            <a:r>
              <a:rPr sz="1200" spc="-25" dirty="0">
                <a:latin typeface="Times New Roman"/>
                <a:cs typeface="Times New Roman"/>
              </a:rPr>
              <a:t>g</a:t>
            </a:r>
            <a:r>
              <a:rPr sz="1200" spc="-15" dirty="0">
                <a:latin typeface="Times New Roman"/>
                <a:cs typeface="Times New Roman"/>
              </a:rPr>
              <a:t>u</a:t>
            </a:r>
            <a:r>
              <a:rPr sz="1200" spc="-20" dirty="0">
                <a:latin typeface="Times New Roman"/>
                <a:cs typeface="Times New Roman"/>
              </a:rPr>
              <a:t>a</a:t>
            </a:r>
            <a:r>
              <a:rPr sz="1200" spc="-15" dirty="0">
                <a:latin typeface="Times New Roman"/>
                <a:cs typeface="Times New Roman"/>
              </a:rPr>
              <a:t>g</a:t>
            </a:r>
            <a:r>
              <a:rPr sz="1200" dirty="0">
                <a:latin typeface="Times New Roman"/>
                <a:cs typeface="Times New Roman"/>
              </a:rPr>
              <a:t>e</a:t>
            </a:r>
          </a:p>
          <a:p>
            <a:pPr marL="18415" marR="5080" indent="-6350" algn="just">
              <a:lnSpc>
                <a:spcPct val="155100"/>
              </a:lnSpc>
              <a:spcBef>
                <a:spcPts val="525"/>
              </a:spcBef>
            </a:pPr>
            <a:r>
              <a:rPr sz="1200" dirty="0">
                <a:latin typeface="Times New Roman"/>
                <a:cs typeface="Times New Roman"/>
              </a:rPr>
              <a:t>The language </a:t>
            </a:r>
            <a:r>
              <a:rPr sz="1200" spc="-5" dirty="0">
                <a:latin typeface="Times New Roman"/>
                <a:cs typeface="Times New Roman"/>
              </a:rPr>
              <a:t>has </a:t>
            </a:r>
            <a:r>
              <a:rPr sz="1200" dirty="0">
                <a:latin typeface="Times New Roman"/>
                <a:cs typeface="Times New Roman"/>
              </a:rPr>
              <a:t>now become a reliable language, efficient </a:t>
            </a:r>
            <a:r>
              <a:rPr sz="1200" spc="-5" dirty="0">
                <a:latin typeface="Times New Roman"/>
                <a:cs typeface="Times New Roman"/>
              </a:rPr>
              <a:t>and </a:t>
            </a:r>
            <a:r>
              <a:rPr sz="1200" dirty="0">
                <a:latin typeface="Times New Roman"/>
                <a:cs typeface="Times New Roman"/>
              </a:rPr>
              <a:t>viable. </a:t>
            </a:r>
            <a:r>
              <a:rPr sz="1200" spc="-10" dirty="0">
                <a:latin typeface="Times New Roman"/>
                <a:cs typeface="Times New Roman"/>
              </a:rPr>
              <a:t>It </a:t>
            </a:r>
            <a:r>
              <a:rPr sz="1200" spc="-5" dirty="0">
                <a:latin typeface="Times New Roman"/>
                <a:cs typeface="Times New Roman"/>
              </a:rPr>
              <a:t>is </a:t>
            </a:r>
            <a:r>
              <a:rPr sz="1200" dirty="0">
                <a:latin typeface="Times New Roman"/>
                <a:cs typeface="Times New Roman"/>
              </a:rPr>
              <a:t>capable </a:t>
            </a:r>
            <a:r>
              <a:rPr sz="1200" spc="-25" dirty="0">
                <a:latin typeface="Times New Roman"/>
                <a:cs typeface="Times New Roman"/>
              </a:rPr>
              <a:t>of </a:t>
            </a:r>
            <a:r>
              <a:rPr sz="1200" spc="-20" dirty="0">
                <a:latin typeface="Times New Roman"/>
                <a:cs typeface="Times New Roman"/>
              </a:rPr>
              <a:t> </a:t>
            </a:r>
            <a:r>
              <a:rPr sz="1200" dirty="0">
                <a:latin typeface="Times New Roman"/>
                <a:cs typeface="Times New Roman"/>
              </a:rPr>
              <a:t>supporting sites that sollicent millions of </a:t>
            </a:r>
            <a:r>
              <a:rPr sz="1200" spc="5" dirty="0">
                <a:latin typeface="Times New Roman"/>
                <a:cs typeface="Times New Roman"/>
              </a:rPr>
              <a:t>daily </a:t>
            </a:r>
            <a:r>
              <a:rPr sz="1200" dirty="0">
                <a:latin typeface="Times New Roman"/>
                <a:cs typeface="Times New Roman"/>
              </a:rPr>
              <a:t>requests. Many nationally </a:t>
            </a:r>
            <a:r>
              <a:rPr sz="1200" spc="-5" dirty="0">
                <a:latin typeface="Times New Roman"/>
                <a:cs typeface="Times New Roman"/>
              </a:rPr>
              <a:t>and </a:t>
            </a:r>
            <a:r>
              <a:rPr sz="1200" spc="-10" dirty="0">
                <a:latin typeface="Times New Roman"/>
                <a:cs typeface="Times New Roman"/>
              </a:rPr>
              <a:t>internationally </a:t>
            </a:r>
            <a:r>
              <a:rPr sz="1200" spc="-5" dirty="0">
                <a:latin typeface="Times New Roman"/>
                <a:cs typeface="Times New Roman"/>
              </a:rPr>
              <a:t> </a:t>
            </a:r>
            <a:r>
              <a:rPr sz="1200" spc="-15" dirty="0">
                <a:latin typeface="Times New Roman"/>
                <a:cs typeface="Times New Roman"/>
              </a:rPr>
              <a:t>renowned </a:t>
            </a:r>
            <a:r>
              <a:rPr sz="1200" spc="-10" dirty="0">
                <a:latin typeface="Times New Roman"/>
                <a:cs typeface="Times New Roman"/>
              </a:rPr>
              <a:t>companies </a:t>
            </a:r>
            <a:r>
              <a:rPr sz="1200" dirty="0">
                <a:latin typeface="Times New Roman"/>
                <a:cs typeface="Times New Roman"/>
              </a:rPr>
              <a:t>trust it for the </a:t>
            </a:r>
            <a:r>
              <a:rPr sz="1200" spc="-10" dirty="0">
                <a:latin typeface="Times New Roman"/>
                <a:cs typeface="Times New Roman"/>
              </a:rPr>
              <a:t>development </a:t>
            </a:r>
            <a:r>
              <a:rPr sz="1200" spc="5" dirty="0">
                <a:latin typeface="Times New Roman"/>
                <a:cs typeface="Times New Roman"/>
              </a:rPr>
              <a:t>of </a:t>
            </a:r>
            <a:r>
              <a:rPr sz="1200" spc="-10" dirty="0">
                <a:latin typeface="Times New Roman"/>
                <a:cs typeface="Times New Roman"/>
              </a:rPr>
              <a:t>their website. </a:t>
            </a:r>
            <a:r>
              <a:rPr sz="1200" spc="-55" dirty="0">
                <a:latin typeface="Times New Roman"/>
                <a:cs typeface="Times New Roman"/>
              </a:rPr>
              <a:t>We </a:t>
            </a:r>
            <a:r>
              <a:rPr sz="1200" dirty="0">
                <a:latin typeface="Times New Roman"/>
                <a:cs typeface="Times New Roman"/>
              </a:rPr>
              <a:t>can </a:t>
            </a:r>
            <a:r>
              <a:rPr sz="1200" spc="-10" dirty="0">
                <a:latin typeface="Times New Roman"/>
                <a:cs typeface="Times New Roman"/>
              </a:rPr>
              <a:t>mention among </a:t>
            </a:r>
            <a:r>
              <a:rPr sz="1200" spc="-20" dirty="0">
                <a:latin typeface="Times New Roman"/>
                <a:cs typeface="Times New Roman"/>
              </a:rPr>
              <a:t>them </a:t>
            </a:r>
            <a:r>
              <a:rPr sz="1200" spc="-285" dirty="0">
                <a:latin typeface="Times New Roman"/>
                <a:cs typeface="Times New Roman"/>
              </a:rPr>
              <a:t> </a:t>
            </a:r>
            <a:r>
              <a:rPr sz="1200" spc="-5" dirty="0">
                <a:latin typeface="Times New Roman"/>
                <a:cs typeface="Times New Roman"/>
              </a:rPr>
              <a:t>IBM, </a:t>
            </a:r>
            <a:r>
              <a:rPr sz="1200" spc="-10" dirty="0">
                <a:latin typeface="Times New Roman"/>
                <a:cs typeface="Times New Roman"/>
              </a:rPr>
              <a:t>Le </a:t>
            </a:r>
            <a:r>
              <a:rPr sz="1200" dirty="0">
                <a:latin typeface="Times New Roman"/>
                <a:cs typeface="Times New Roman"/>
              </a:rPr>
              <a:t>Monde, </a:t>
            </a:r>
            <a:r>
              <a:rPr sz="1200" spc="-10" dirty="0">
                <a:latin typeface="Times New Roman"/>
                <a:cs typeface="Times New Roman"/>
              </a:rPr>
              <a:t>Le </a:t>
            </a:r>
            <a:r>
              <a:rPr sz="1200" dirty="0">
                <a:latin typeface="Times New Roman"/>
                <a:cs typeface="Times New Roman"/>
              </a:rPr>
              <a:t>Figaro, </a:t>
            </a:r>
            <a:r>
              <a:rPr sz="1200" spc="-10" dirty="0">
                <a:latin typeface="Times New Roman"/>
                <a:cs typeface="Times New Roman"/>
              </a:rPr>
              <a:t>Club-Internet, Orange, </a:t>
            </a:r>
            <a:r>
              <a:rPr sz="1200" spc="-25" dirty="0">
                <a:latin typeface="Times New Roman"/>
                <a:cs typeface="Times New Roman"/>
              </a:rPr>
              <a:t>Yellow </a:t>
            </a:r>
            <a:r>
              <a:rPr sz="1200" spc="-5" dirty="0">
                <a:latin typeface="Times New Roman"/>
                <a:cs typeface="Times New Roman"/>
              </a:rPr>
              <a:t>Pages </a:t>
            </a:r>
            <a:r>
              <a:rPr sz="1200" spc="-10" dirty="0">
                <a:latin typeface="Times New Roman"/>
                <a:cs typeface="Times New Roman"/>
              </a:rPr>
              <a:t>... </a:t>
            </a:r>
            <a:r>
              <a:rPr sz="1200" spc="-5" dirty="0">
                <a:latin typeface="Times New Roman"/>
                <a:cs typeface="Times New Roman"/>
              </a:rPr>
              <a:t>A </a:t>
            </a:r>
            <a:r>
              <a:rPr sz="1200" dirty="0">
                <a:latin typeface="Times New Roman"/>
                <a:cs typeface="Times New Roman"/>
              </a:rPr>
              <a:t>recent report </a:t>
            </a:r>
            <a:r>
              <a:rPr sz="1200" spc="-5" dirty="0">
                <a:latin typeface="Times New Roman"/>
                <a:cs typeface="Times New Roman"/>
              </a:rPr>
              <a:t>shows </a:t>
            </a:r>
            <a:r>
              <a:rPr sz="1200" spc="-20" dirty="0">
                <a:latin typeface="Times New Roman"/>
                <a:cs typeface="Times New Roman"/>
              </a:rPr>
              <a:t>that </a:t>
            </a:r>
            <a:r>
              <a:rPr sz="1200" spc="-285" dirty="0">
                <a:latin typeface="Times New Roman"/>
                <a:cs typeface="Times New Roman"/>
              </a:rPr>
              <a:t> </a:t>
            </a:r>
            <a:r>
              <a:rPr sz="1200" dirty="0">
                <a:latin typeface="Times New Roman"/>
                <a:cs typeface="Times New Roman"/>
              </a:rPr>
              <a:t>87%</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companies</a:t>
            </a:r>
            <a:r>
              <a:rPr sz="1200" dirty="0">
                <a:latin typeface="Times New Roman"/>
                <a:cs typeface="Times New Roman"/>
              </a:rPr>
              <a:t> </a:t>
            </a:r>
            <a:r>
              <a:rPr sz="1200" spc="-5" dirty="0">
                <a:latin typeface="Times New Roman"/>
                <a:cs typeface="Times New Roman"/>
              </a:rPr>
              <a:t>use</a:t>
            </a:r>
            <a:r>
              <a:rPr sz="1200" spc="-30" dirty="0">
                <a:latin typeface="Times New Roman"/>
                <a:cs typeface="Times New Roman"/>
              </a:rPr>
              <a:t> </a:t>
            </a:r>
            <a:r>
              <a:rPr sz="1200" spc="-20" dirty="0">
                <a:latin typeface="Times New Roman"/>
                <a:cs typeface="Times New Roman"/>
              </a:rPr>
              <a:t>PHP.</a:t>
            </a:r>
            <a:endParaRPr sz="1200" dirty="0">
              <a:latin typeface="Times New Roman"/>
              <a:cs typeface="Times New Roman"/>
            </a:endParaRPr>
          </a:p>
          <a:p>
            <a:pPr>
              <a:lnSpc>
                <a:spcPct val="100000"/>
              </a:lnSpc>
              <a:spcBef>
                <a:spcPts val="25"/>
              </a:spcBef>
            </a:pPr>
            <a:endParaRPr sz="1650" dirty="0">
              <a:latin typeface="Times New Roman"/>
              <a:cs typeface="Times New Roman"/>
            </a:endParaRPr>
          </a:p>
          <a:p>
            <a:pPr marL="12700">
              <a:lnSpc>
                <a:spcPct val="100000"/>
              </a:lnSpc>
            </a:pPr>
            <a:r>
              <a:rPr sz="1200" spc="-25" dirty="0">
                <a:latin typeface="Times New Roman"/>
                <a:cs typeface="Times New Roman"/>
              </a:rPr>
              <a:t>P</a:t>
            </a:r>
            <a:r>
              <a:rPr sz="1200" spc="-35" dirty="0">
                <a:latin typeface="Times New Roman"/>
                <a:cs typeface="Times New Roman"/>
              </a:rPr>
              <a:t>H</a:t>
            </a:r>
            <a:r>
              <a:rPr sz="1200" spc="-25" dirty="0">
                <a:latin typeface="Times New Roman"/>
                <a:cs typeface="Times New Roman"/>
              </a:rPr>
              <a:t>P</a:t>
            </a:r>
            <a:r>
              <a:rPr sz="1200" dirty="0">
                <a:latin typeface="Times New Roman"/>
                <a:cs typeface="Times New Roman"/>
              </a:rPr>
              <a:t>,</a:t>
            </a:r>
            <a:r>
              <a:rPr sz="1200" spc="-8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lan</a:t>
            </a:r>
            <a:r>
              <a:rPr sz="1200" spc="-15" dirty="0">
                <a:latin typeface="Times New Roman"/>
                <a:cs typeface="Times New Roman"/>
              </a:rPr>
              <a:t>g</a:t>
            </a:r>
            <a:r>
              <a:rPr sz="1200" dirty="0">
                <a:latin typeface="Times New Roman"/>
                <a:cs typeface="Times New Roman"/>
              </a:rPr>
              <a:t>u</a:t>
            </a:r>
            <a:r>
              <a:rPr sz="1200" spc="-5" dirty="0">
                <a:latin typeface="Times New Roman"/>
                <a:cs typeface="Times New Roman"/>
              </a:rPr>
              <a:t>a</a:t>
            </a:r>
            <a:r>
              <a:rPr sz="1200" spc="-15" dirty="0">
                <a:latin typeface="Times New Roman"/>
                <a:cs typeface="Times New Roman"/>
              </a:rPr>
              <a:t>g</a:t>
            </a:r>
            <a:r>
              <a:rPr sz="1200" dirty="0">
                <a:latin typeface="Times New Roman"/>
                <a:cs typeface="Times New Roman"/>
              </a:rPr>
              <a:t>e</a:t>
            </a:r>
            <a:r>
              <a:rPr sz="1200" spc="20" dirty="0">
                <a:latin typeface="Times New Roman"/>
                <a:cs typeface="Times New Roman"/>
              </a:rPr>
              <a:t> </a:t>
            </a:r>
            <a:r>
              <a:rPr sz="1200" dirty="0">
                <a:latin typeface="Times New Roman"/>
                <a:cs typeface="Times New Roman"/>
              </a:rPr>
              <a:t>d</a:t>
            </a:r>
            <a:r>
              <a:rPr sz="1200" spc="-5" dirty="0">
                <a:latin typeface="Times New Roman"/>
                <a:cs typeface="Times New Roman"/>
              </a:rPr>
              <a:t>esi</a:t>
            </a:r>
            <a:r>
              <a:rPr sz="1200" spc="-15" dirty="0">
                <a:latin typeface="Times New Roman"/>
                <a:cs typeface="Times New Roman"/>
              </a:rPr>
              <a:t>g</a:t>
            </a:r>
            <a:r>
              <a:rPr sz="1200" dirty="0">
                <a:latin typeface="Times New Roman"/>
                <a:cs typeface="Times New Roman"/>
              </a:rPr>
              <a:t>n</a:t>
            </a:r>
            <a:r>
              <a:rPr sz="1200" spc="-5" dirty="0">
                <a:latin typeface="Times New Roman"/>
                <a:cs typeface="Times New Roman"/>
              </a:rPr>
              <a:t>e</a:t>
            </a:r>
            <a:r>
              <a:rPr sz="1200" dirty="0">
                <a:latin typeface="Times New Roman"/>
                <a:cs typeface="Times New Roman"/>
              </a:rPr>
              <a:t>d for</a:t>
            </a:r>
            <a:r>
              <a:rPr sz="1200" spc="-45" dirty="0">
                <a:latin typeface="Times New Roman"/>
                <a:cs typeface="Times New Roman"/>
              </a:rPr>
              <a:t> </a:t>
            </a:r>
            <a:r>
              <a:rPr sz="1200" dirty="0">
                <a:latin typeface="Times New Roman"/>
                <a:cs typeface="Times New Roman"/>
              </a:rPr>
              <a:t>d</a:t>
            </a:r>
            <a:r>
              <a:rPr sz="1200" spc="-40" dirty="0">
                <a:latin typeface="Times New Roman"/>
                <a:cs typeface="Times New Roman"/>
              </a:rPr>
              <a:t>y</a:t>
            </a:r>
            <a:r>
              <a:rPr sz="1200" dirty="0">
                <a:latin typeface="Times New Roman"/>
                <a:cs typeface="Times New Roman"/>
              </a:rPr>
              <a:t>n</a:t>
            </a:r>
            <a:r>
              <a:rPr sz="1200" spc="-5" dirty="0">
                <a:latin typeface="Times New Roman"/>
                <a:cs typeface="Times New Roman"/>
              </a:rPr>
              <a:t>a</a:t>
            </a:r>
            <a:r>
              <a:rPr sz="1200" dirty="0">
                <a:latin typeface="Times New Roman"/>
                <a:cs typeface="Times New Roman"/>
              </a:rPr>
              <a:t>mic</a:t>
            </a:r>
            <a:r>
              <a:rPr sz="1200" spc="35" dirty="0">
                <a:latin typeface="Times New Roman"/>
                <a:cs typeface="Times New Roman"/>
              </a:rPr>
              <a:t> </a:t>
            </a:r>
            <a:r>
              <a:rPr sz="1200" spc="-5" dirty="0">
                <a:latin typeface="Times New Roman"/>
                <a:cs typeface="Times New Roman"/>
              </a:rPr>
              <a:t>w</a:t>
            </a:r>
            <a:r>
              <a:rPr sz="1200" spc="-15" dirty="0">
                <a:latin typeface="Times New Roman"/>
                <a:cs typeface="Times New Roman"/>
              </a:rPr>
              <a:t>e</a:t>
            </a:r>
            <a:r>
              <a:rPr sz="1200" dirty="0">
                <a:latin typeface="Times New Roman"/>
                <a:cs typeface="Times New Roman"/>
              </a:rPr>
              <a:t>b</a:t>
            </a:r>
            <a:r>
              <a:rPr sz="1200" spc="-25" dirty="0">
                <a:latin typeface="Times New Roman"/>
                <a:cs typeface="Times New Roman"/>
              </a:rPr>
              <a:t> </a:t>
            </a:r>
            <a:r>
              <a:rPr sz="1200" spc="-20" dirty="0">
                <a:latin typeface="Times New Roman"/>
                <a:cs typeface="Times New Roman"/>
              </a:rPr>
              <a:t>a</a:t>
            </a:r>
            <a:r>
              <a:rPr sz="1200" spc="-15" dirty="0">
                <a:latin typeface="Times New Roman"/>
                <a:cs typeface="Times New Roman"/>
              </a:rPr>
              <a:t>pp</a:t>
            </a:r>
            <a:r>
              <a:rPr sz="1200" spc="-10" dirty="0">
                <a:latin typeface="Times New Roman"/>
                <a:cs typeface="Times New Roman"/>
              </a:rPr>
              <a:t>li</a:t>
            </a:r>
            <a:r>
              <a:rPr sz="1200" spc="-20" dirty="0">
                <a:latin typeface="Times New Roman"/>
                <a:cs typeface="Times New Roman"/>
              </a:rPr>
              <a:t>ca</a:t>
            </a:r>
            <a:r>
              <a:rPr sz="1200" spc="-10" dirty="0">
                <a:latin typeface="Times New Roman"/>
                <a:cs typeface="Times New Roman"/>
              </a:rPr>
              <a:t>ti</a:t>
            </a:r>
            <a:r>
              <a:rPr sz="1200" spc="-15" dirty="0">
                <a:latin typeface="Times New Roman"/>
                <a:cs typeface="Times New Roman"/>
              </a:rPr>
              <a:t>on</a:t>
            </a:r>
            <a:r>
              <a:rPr sz="1200" spc="-5" dirty="0">
                <a:latin typeface="Times New Roman"/>
                <a:cs typeface="Times New Roman"/>
              </a:rPr>
              <a:t>s</a:t>
            </a:r>
            <a:endParaRPr sz="1200" dirty="0">
              <a:latin typeface="Times New Roman"/>
              <a:cs typeface="Times New Roman"/>
            </a:endParaRPr>
          </a:p>
          <a:p>
            <a:pPr marL="18415" marR="78740" indent="-6350">
              <a:lnSpc>
                <a:spcPct val="153400"/>
              </a:lnSpc>
              <a:spcBef>
                <a:spcPts val="515"/>
              </a:spcBef>
            </a:pPr>
            <a:r>
              <a:rPr sz="1200" spc="-5" dirty="0">
                <a:latin typeface="Times New Roman"/>
                <a:cs typeface="Times New Roman"/>
              </a:rPr>
              <a:t>PHP has </a:t>
            </a:r>
            <a:r>
              <a:rPr sz="1200" dirty="0">
                <a:latin typeface="Times New Roman"/>
                <a:cs typeface="Times New Roman"/>
              </a:rPr>
              <a:t>the main </a:t>
            </a:r>
            <a:r>
              <a:rPr sz="1200" spc="-5" dirty="0">
                <a:latin typeface="Times New Roman"/>
                <a:cs typeface="Times New Roman"/>
              </a:rPr>
              <a:t>function </a:t>
            </a:r>
            <a:r>
              <a:rPr sz="1200" dirty="0">
                <a:latin typeface="Times New Roman"/>
                <a:cs typeface="Times New Roman"/>
              </a:rPr>
              <a:t>to be specially </a:t>
            </a:r>
            <a:r>
              <a:rPr sz="1200" spc="-5" dirty="0">
                <a:latin typeface="Times New Roman"/>
                <a:cs typeface="Times New Roman"/>
              </a:rPr>
              <a:t>designed </a:t>
            </a:r>
            <a:r>
              <a:rPr sz="1200" dirty="0">
                <a:latin typeface="Times New Roman"/>
                <a:cs typeface="Times New Roman"/>
              </a:rPr>
              <a:t>for producing </a:t>
            </a:r>
            <a:r>
              <a:rPr sz="1200" spc="-10" dirty="0">
                <a:latin typeface="Times New Roman"/>
                <a:cs typeface="Times New Roman"/>
              </a:rPr>
              <a:t>dynamic </a:t>
            </a:r>
            <a:r>
              <a:rPr sz="1200" spc="-5" dirty="0">
                <a:latin typeface="Times New Roman"/>
                <a:cs typeface="Times New Roman"/>
              </a:rPr>
              <a:t>web </a:t>
            </a:r>
            <a:r>
              <a:rPr sz="1200" spc="-15" dirty="0">
                <a:latin typeface="Times New Roman"/>
                <a:cs typeface="Times New Roman"/>
              </a:rPr>
              <a:t>applications. </a:t>
            </a:r>
            <a:r>
              <a:rPr sz="1200" spc="-10" dirty="0">
                <a:latin typeface="Times New Roman"/>
                <a:cs typeface="Times New Roman"/>
              </a:rPr>
              <a:t> </a:t>
            </a:r>
            <a:r>
              <a:rPr sz="1200" spc="-5" dirty="0">
                <a:latin typeface="Times New Roman"/>
                <a:cs typeface="Times New Roman"/>
              </a:rPr>
              <a:t>By</a:t>
            </a:r>
            <a:r>
              <a:rPr sz="1200" spc="-20" dirty="0">
                <a:latin typeface="Times New Roman"/>
                <a:cs typeface="Times New Roman"/>
              </a:rPr>
              <a:t> </a:t>
            </a:r>
            <a:r>
              <a:rPr sz="1200" spc="-5" dirty="0">
                <a:latin typeface="Times New Roman"/>
                <a:cs typeface="Times New Roman"/>
              </a:rPr>
              <a:t>definition, an "application</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5" dirty="0">
                <a:latin typeface="Times New Roman"/>
                <a:cs typeface="Times New Roman"/>
              </a:rPr>
              <a:t>page)</a:t>
            </a:r>
            <a:r>
              <a:rPr sz="1200" spc="10" dirty="0">
                <a:latin typeface="Times New Roman"/>
                <a:cs typeface="Times New Roman"/>
              </a:rPr>
              <a:t> </a:t>
            </a:r>
            <a:r>
              <a:rPr sz="1200" spc="-10" dirty="0">
                <a:latin typeface="Times New Roman"/>
                <a:cs typeface="Times New Roman"/>
              </a:rPr>
              <a:t>Dynamic"</a:t>
            </a:r>
            <a:r>
              <a:rPr sz="1200" spc="50"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program</a:t>
            </a:r>
            <a:r>
              <a:rPr sz="1200" spc="-10" dirty="0">
                <a:latin typeface="Times New Roman"/>
                <a:cs typeface="Times New Roman"/>
              </a:rPr>
              <a:t> </a:t>
            </a:r>
            <a:r>
              <a:rPr sz="1200" spc="-5" dirty="0">
                <a:latin typeface="Times New Roman"/>
                <a:cs typeface="Times New Roman"/>
              </a:rPr>
              <a:t>capable</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5" dirty="0">
                <a:latin typeface="Times New Roman"/>
                <a:cs typeface="Times New Roman"/>
              </a:rPr>
              <a:t>generating</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5" dirty="0">
                <a:latin typeface="Times New Roman"/>
                <a:cs typeface="Times New Roman"/>
              </a:rPr>
              <a:t>single </a:t>
            </a:r>
            <a:r>
              <a:rPr sz="1200" spc="-285" dirty="0">
                <a:latin typeface="Times New Roman"/>
                <a:cs typeface="Times New Roman"/>
              </a:rPr>
              <a:t> </a:t>
            </a:r>
            <a:r>
              <a:rPr sz="1200" spc="-5" dirty="0">
                <a:latin typeface="Times New Roman"/>
                <a:cs typeface="Times New Roman"/>
              </a:rPr>
              <a:t>page</a:t>
            </a:r>
            <a:r>
              <a:rPr sz="1200" spc="-10" dirty="0">
                <a:latin typeface="Times New Roman"/>
                <a:cs typeface="Times New Roman"/>
              </a:rPr>
              <a:t> </a:t>
            </a:r>
            <a:r>
              <a:rPr sz="1200" spc="-5" dirty="0">
                <a:latin typeface="Times New Roman"/>
                <a:cs typeface="Times New Roman"/>
              </a:rPr>
              <a:t>based</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spc="-5" dirty="0">
                <a:latin typeface="Times New Roman"/>
                <a:cs typeface="Times New Roman"/>
              </a:rPr>
              <a:t>parameters</a:t>
            </a:r>
            <a:r>
              <a:rPr sz="1200" spc="10" dirty="0">
                <a:latin typeface="Times New Roman"/>
                <a:cs typeface="Times New Roman"/>
              </a:rPr>
              <a:t> </a:t>
            </a:r>
            <a:r>
              <a:rPr sz="1200" spc="-5" dirty="0">
                <a:latin typeface="Times New Roman"/>
                <a:cs typeface="Times New Roman"/>
              </a:rPr>
              <a:t>passed</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it.</a:t>
            </a:r>
            <a:endParaRPr sz="1200" dirty="0">
              <a:latin typeface="Times New Roman"/>
              <a:cs typeface="Times New Roman"/>
            </a:endParaRPr>
          </a:p>
        </p:txBody>
      </p:sp>
      <p:sp>
        <p:nvSpPr>
          <p:cNvPr id="4" name="object 4"/>
          <p:cNvSpPr txBox="1"/>
          <p:nvPr/>
        </p:nvSpPr>
        <p:spPr>
          <a:xfrm>
            <a:off x="892555" y="5498973"/>
            <a:ext cx="5779770" cy="3912235"/>
          </a:xfrm>
          <a:prstGeom prst="rect">
            <a:avLst/>
          </a:prstGeom>
        </p:spPr>
        <p:txBody>
          <a:bodyPr vert="horz" wrap="square" lIns="0" tIns="13335" rIns="0" bIns="0" rtlCol="0">
            <a:spAutoFit/>
          </a:bodyPr>
          <a:lstStyle/>
          <a:p>
            <a:pPr marL="12700">
              <a:lnSpc>
                <a:spcPct val="100000"/>
              </a:lnSpc>
              <a:spcBef>
                <a:spcPts val="105"/>
              </a:spcBef>
            </a:pPr>
            <a:r>
              <a:rPr sz="1400" b="1" dirty="0">
                <a:latin typeface="Times New Roman"/>
                <a:cs typeface="Times New Roman"/>
              </a:rPr>
              <a:t>2.3</a:t>
            </a:r>
            <a:r>
              <a:rPr sz="1400" b="1" spc="-75" dirty="0">
                <a:latin typeface="Times New Roman"/>
                <a:cs typeface="Times New Roman"/>
              </a:rPr>
              <a:t> </a:t>
            </a:r>
            <a:r>
              <a:rPr sz="1400" b="1" dirty="0">
                <a:latin typeface="Times New Roman"/>
                <a:cs typeface="Times New Roman"/>
              </a:rPr>
              <a:t>Operating</a:t>
            </a:r>
            <a:r>
              <a:rPr sz="1400" b="1" spc="-70" dirty="0">
                <a:latin typeface="Times New Roman"/>
                <a:cs typeface="Times New Roman"/>
              </a:rPr>
              <a:t> </a:t>
            </a:r>
            <a:r>
              <a:rPr sz="1400" b="1" spc="-10" dirty="0">
                <a:latin typeface="Times New Roman"/>
                <a:cs typeface="Times New Roman"/>
              </a:rPr>
              <a:t>System</a:t>
            </a:r>
            <a:endParaRPr sz="1400">
              <a:latin typeface="Times New Roman"/>
              <a:cs typeface="Times New Roman"/>
            </a:endParaRPr>
          </a:p>
          <a:p>
            <a:pPr>
              <a:lnSpc>
                <a:spcPct val="100000"/>
              </a:lnSpc>
              <a:spcBef>
                <a:spcPts val="10"/>
              </a:spcBef>
            </a:pPr>
            <a:endParaRPr sz="1300">
              <a:latin typeface="Times New Roman"/>
              <a:cs typeface="Times New Roman"/>
            </a:endParaRPr>
          </a:p>
          <a:p>
            <a:pPr marL="12700">
              <a:lnSpc>
                <a:spcPct val="100000"/>
              </a:lnSpc>
            </a:pPr>
            <a:r>
              <a:rPr sz="1200" b="1" spc="-5" dirty="0">
                <a:latin typeface="Times New Roman"/>
                <a:cs typeface="Times New Roman"/>
              </a:rPr>
              <a:t>WINDOWS</a:t>
            </a:r>
            <a:r>
              <a:rPr sz="1200" b="1" spc="-60" dirty="0">
                <a:latin typeface="Times New Roman"/>
                <a:cs typeface="Times New Roman"/>
              </a:rPr>
              <a:t> </a:t>
            </a:r>
            <a:r>
              <a:rPr sz="1200" b="1" spc="-25" dirty="0">
                <a:latin typeface="Times New Roman"/>
                <a:cs typeface="Times New Roman"/>
              </a:rPr>
              <a:t>11</a:t>
            </a:r>
            <a:endParaRPr sz="1200">
              <a:latin typeface="Times New Roman"/>
              <a:cs typeface="Times New Roman"/>
            </a:endParaRPr>
          </a:p>
          <a:p>
            <a:pPr marL="12700" marR="5715" indent="457200" algn="just">
              <a:lnSpc>
                <a:spcPct val="155100"/>
              </a:lnSpc>
              <a:spcBef>
                <a:spcPts val="515"/>
              </a:spcBef>
            </a:pPr>
            <a:r>
              <a:rPr sz="1200" dirty="0">
                <a:latin typeface="Times New Roman"/>
                <a:cs typeface="Times New Roman"/>
              </a:rPr>
              <a:t>Windows 11 </a:t>
            </a:r>
            <a:r>
              <a:rPr sz="1200" spc="-5" dirty="0">
                <a:latin typeface="Times New Roman"/>
                <a:cs typeface="Times New Roman"/>
              </a:rPr>
              <a:t>is </a:t>
            </a:r>
            <a:r>
              <a:rPr sz="1200" dirty="0">
                <a:latin typeface="Times New Roman"/>
                <a:cs typeface="Times New Roman"/>
              </a:rPr>
              <a:t>the </a:t>
            </a:r>
            <a:r>
              <a:rPr sz="1200" spc="-5" dirty="0">
                <a:latin typeface="Times New Roman"/>
                <a:cs typeface="Times New Roman"/>
              </a:rPr>
              <a:t>latest </a:t>
            </a:r>
            <a:r>
              <a:rPr sz="1200" dirty="0">
                <a:latin typeface="Times New Roman"/>
                <a:cs typeface="Times New Roman"/>
              </a:rPr>
              <a:t>major release </a:t>
            </a:r>
            <a:r>
              <a:rPr sz="1200" spc="5" dirty="0">
                <a:latin typeface="Times New Roman"/>
                <a:cs typeface="Times New Roman"/>
              </a:rPr>
              <a:t>of </a:t>
            </a:r>
            <a:r>
              <a:rPr sz="1200" spc="-5" dirty="0">
                <a:latin typeface="Times New Roman"/>
                <a:cs typeface="Times New Roman"/>
              </a:rPr>
              <a:t>Microsoft’s windows NT </a:t>
            </a:r>
            <a:r>
              <a:rPr sz="1200" dirty="0">
                <a:latin typeface="Times New Roman"/>
                <a:cs typeface="Times New Roman"/>
              </a:rPr>
              <a:t>operating </a:t>
            </a:r>
            <a:r>
              <a:rPr sz="1200" spc="-10" dirty="0">
                <a:latin typeface="Times New Roman"/>
                <a:cs typeface="Times New Roman"/>
              </a:rPr>
              <a:t>system, </a:t>
            </a:r>
            <a:r>
              <a:rPr sz="1200" spc="-5" dirty="0">
                <a:latin typeface="Times New Roman"/>
                <a:cs typeface="Times New Roman"/>
              </a:rPr>
              <a:t> released </a:t>
            </a:r>
            <a:r>
              <a:rPr sz="1200" dirty="0">
                <a:latin typeface="Times New Roman"/>
                <a:cs typeface="Times New Roman"/>
              </a:rPr>
              <a:t>on </a:t>
            </a:r>
            <a:r>
              <a:rPr sz="1200" spc="-5" dirty="0">
                <a:latin typeface="Times New Roman"/>
                <a:cs typeface="Times New Roman"/>
              </a:rPr>
              <a:t>October 5,2021. </a:t>
            </a:r>
            <a:r>
              <a:rPr sz="1200" spc="-10" dirty="0">
                <a:latin typeface="Times New Roman"/>
                <a:cs typeface="Times New Roman"/>
              </a:rPr>
              <a:t>It </a:t>
            </a:r>
            <a:r>
              <a:rPr sz="1200" dirty="0">
                <a:latin typeface="Times New Roman"/>
                <a:cs typeface="Times New Roman"/>
              </a:rPr>
              <a:t>succeed </a:t>
            </a:r>
            <a:r>
              <a:rPr sz="1200" spc="-5" dirty="0">
                <a:latin typeface="Times New Roman"/>
                <a:cs typeface="Times New Roman"/>
              </a:rPr>
              <a:t>windows 10(2015)and </a:t>
            </a:r>
            <a:r>
              <a:rPr sz="1200" dirty="0">
                <a:latin typeface="Times New Roman"/>
                <a:cs typeface="Times New Roman"/>
              </a:rPr>
              <a:t>is available for free </a:t>
            </a:r>
            <a:r>
              <a:rPr sz="1200" spc="-5" dirty="0">
                <a:latin typeface="Times New Roman"/>
                <a:cs typeface="Times New Roman"/>
              </a:rPr>
              <a:t>for </a:t>
            </a:r>
            <a:r>
              <a:rPr sz="1200" spc="-10" dirty="0">
                <a:latin typeface="Times New Roman"/>
                <a:cs typeface="Times New Roman"/>
              </a:rPr>
              <a:t>any </a:t>
            </a:r>
            <a:r>
              <a:rPr sz="1200" spc="-5" dirty="0">
                <a:latin typeface="Times New Roman"/>
                <a:cs typeface="Times New Roman"/>
              </a:rPr>
              <a:t> windows</a:t>
            </a:r>
            <a:r>
              <a:rPr sz="1200" spc="-50" dirty="0">
                <a:latin typeface="Times New Roman"/>
                <a:cs typeface="Times New Roman"/>
              </a:rPr>
              <a:t> </a:t>
            </a:r>
            <a:r>
              <a:rPr sz="1200" dirty="0">
                <a:latin typeface="Times New Roman"/>
                <a:cs typeface="Times New Roman"/>
              </a:rPr>
              <a:t>10</a:t>
            </a:r>
            <a:r>
              <a:rPr sz="1200" spc="-25" dirty="0">
                <a:latin typeface="Times New Roman"/>
                <a:cs typeface="Times New Roman"/>
              </a:rPr>
              <a:t> </a:t>
            </a:r>
            <a:r>
              <a:rPr sz="1200" spc="-5" dirty="0">
                <a:latin typeface="Times New Roman"/>
                <a:cs typeface="Times New Roman"/>
              </a:rPr>
              <a:t>devices</a:t>
            </a:r>
            <a:r>
              <a:rPr sz="1200" dirty="0">
                <a:latin typeface="Times New Roman"/>
                <a:cs typeface="Times New Roman"/>
              </a:rPr>
              <a:t> that </a:t>
            </a:r>
            <a:r>
              <a:rPr sz="1200" spc="-5" dirty="0">
                <a:latin typeface="Times New Roman"/>
                <a:cs typeface="Times New Roman"/>
              </a:rPr>
              <a:t>meet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new</a:t>
            </a:r>
            <a:r>
              <a:rPr sz="1200" spc="-30" dirty="0">
                <a:latin typeface="Times New Roman"/>
                <a:cs typeface="Times New Roman"/>
              </a:rPr>
              <a:t> </a:t>
            </a:r>
            <a:r>
              <a:rPr sz="1200" spc="-5" dirty="0">
                <a:latin typeface="Times New Roman"/>
                <a:cs typeface="Times New Roman"/>
              </a:rPr>
              <a:t>windows</a:t>
            </a:r>
            <a:r>
              <a:rPr sz="1200" spc="-25" dirty="0">
                <a:latin typeface="Times New Roman"/>
                <a:cs typeface="Times New Roman"/>
              </a:rPr>
              <a:t> </a:t>
            </a:r>
            <a:r>
              <a:rPr sz="1200" dirty="0">
                <a:latin typeface="Times New Roman"/>
                <a:cs typeface="Times New Roman"/>
              </a:rPr>
              <a:t>11</a:t>
            </a:r>
            <a:r>
              <a:rPr sz="1200" spc="-25" dirty="0">
                <a:latin typeface="Times New Roman"/>
                <a:cs typeface="Times New Roman"/>
              </a:rPr>
              <a:t> </a:t>
            </a:r>
            <a:r>
              <a:rPr sz="1200" spc="-10" dirty="0">
                <a:latin typeface="Times New Roman"/>
                <a:cs typeface="Times New Roman"/>
              </a:rPr>
              <a:t>system</a:t>
            </a:r>
            <a:r>
              <a:rPr sz="1200" spc="5" dirty="0">
                <a:latin typeface="Times New Roman"/>
                <a:cs typeface="Times New Roman"/>
              </a:rPr>
              <a:t> </a:t>
            </a:r>
            <a:r>
              <a:rPr sz="1200" spc="-15" dirty="0">
                <a:latin typeface="Times New Roman"/>
                <a:cs typeface="Times New Roman"/>
              </a:rPr>
              <a:t>requirements.</a:t>
            </a:r>
            <a:endParaRPr sz="1200">
              <a:latin typeface="Times New Roman"/>
              <a:cs typeface="Times New Roman"/>
            </a:endParaRPr>
          </a:p>
          <a:p>
            <a:pPr marL="12700" marR="5080" indent="457200" algn="just">
              <a:lnSpc>
                <a:spcPct val="155000"/>
              </a:lnSpc>
              <a:spcBef>
                <a:spcPts val="900"/>
              </a:spcBef>
            </a:pPr>
            <a:r>
              <a:rPr sz="1200" dirty="0">
                <a:solidFill>
                  <a:srgbClr val="1F1F20"/>
                </a:solidFill>
                <a:latin typeface="Times New Roman"/>
                <a:cs typeface="Times New Roman"/>
              </a:rPr>
              <a:t>Windows 11 </a:t>
            </a:r>
            <a:r>
              <a:rPr sz="1200" spc="-5" dirty="0">
                <a:solidFill>
                  <a:srgbClr val="1F1F20"/>
                </a:solidFill>
                <a:latin typeface="Times New Roman"/>
                <a:cs typeface="Times New Roman"/>
              </a:rPr>
              <a:t>has </a:t>
            </a:r>
            <a:r>
              <a:rPr sz="1200" dirty="0">
                <a:solidFill>
                  <a:srgbClr val="1F1F20"/>
                </a:solidFill>
                <a:latin typeface="Times New Roman"/>
                <a:cs typeface="Times New Roman"/>
              </a:rPr>
              <a:t>received a mostly positive reception. </a:t>
            </a:r>
            <a:r>
              <a:rPr sz="1200" spc="-5" dirty="0">
                <a:solidFill>
                  <a:srgbClr val="1F1F20"/>
                </a:solidFill>
                <a:latin typeface="Times New Roman"/>
                <a:cs typeface="Times New Roman"/>
              </a:rPr>
              <a:t>Pre-release </a:t>
            </a:r>
            <a:r>
              <a:rPr sz="1200" dirty="0">
                <a:solidFill>
                  <a:srgbClr val="1F1F20"/>
                </a:solidFill>
                <a:latin typeface="Times New Roman"/>
                <a:cs typeface="Times New Roman"/>
              </a:rPr>
              <a:t>coverage of </a:t>
            </a:r>
            <a:r>
              <a:rPr sz="1200" spc="-20" dirty="0">
                <a:solidFill>
                  <a:srgbClr val="1F1F20"/>
                </a:solidFill>
                <a:latin typeface="Times New Roman"/>
                <a:cs typeface="Times New Roman"/>
              </a:rPr>
              <a:t>the </a:t>
            </a:r>
            <a:r>
              <a:rPr sz="1200" spc="-15" dirty="0">
                <a:solidFill>
                  <a:srgbClr val="1F1F20"/>
                </a:solidFill>
                <a:latin typeface="Times New Roman"/>
                <a:cs typeface="Times New Roman"/>
              </a:rPr>
              <a:t> </a:t>
            </a:r>
            <a:r>
              <a:rPr sz="1200" spc="-10" dirty="0">
                <a:solidFill>
                  <a:srgbClr val="1F1F20"/>
                </a:solidFill>
                <a:latin typeface="Times New Roman"/>
                <a:cs typeface="Times New Roman"/>
              </a:rPr>
              <a:t>operating system </a:t>
            </a:r>
            <a:r>
              <a:rPr sz="1200" spc="-15" dirty="0">
                <a:solidFill>
                  <a:srgbClr val="1F1F20"/>
                </a:solidFill>
                <a:latin typeface="Times New Roman"/>
                <a:cs typeface="Times New Roman"/>
              </a:rPr>
              <a:t>focused </a:t>
            </a:r>
            <a:r>
              <a:rPr sz="1200" dirty="0">
                <a:solidFill>
                  <a:srgbClr val="1F1F20"/>
                </a:solidFill>
                <a:latin typeface="Times New Roman"/>
                <a:cs typeface="Times New Roman"/>
              </a:rPr>
              <a:t>on </a:t>
            </a:r>
            <a:r>
              <a:rPr sz="1200" spc="-10" dirty="0">
                <a:solidFill>
                  <a:srgbClr val="1F1F20"/>
                </a:solidFill>
                <a:latin typeface="Times New Roman"/>
                <a:cs typeface="Times New Roman"/>
              </a:rPr>
              <a:t>its </a:t>
            </a:r>
            <a:r>
              <a:rPr sz="1200" spc="-5" dirty="0">
                <a:solidFill>
                  <a:srgbClr val="1F1F20"/>
                </a:solidFill>
                <a:latin typeface="Times New Roman"/>
                <a:cs typeface="Times New Roman"/>
              </a:rPr>
              <a:t>stricter </a:t>
            </a:r>
            <a:r>
              <a:rPr sz="1200" spc="-10" dirty="0">
                <a:solidFill>
                  <a:srgbClr val="1F1F20"/>
                </a:solidFill>
                <a:latin typeface="Times New Roman"/>
                <a:cs typeface="Times New Roman"/>
              </a:rPr>
              <a:t>hardware requirements, with </a:t>
            </a:r>
            <a:r>
              <a:rPr sz="1200" spc="-15" dirty="0">
                <a:solidFill>
                  <a:srgbClr val="1F1F20"/>
                </a:solidFill>
                <a:latin typeface="Times New Roman"/>
                <a:cs typeface="Times New Roman"/>
              </a:rPr>
              <a:t>discussions </a:t>
            </a:r>
            <a:r>
              <a:rPr sz="1200" spc="-10" dirty="0">
                <a:solidFill>
                  <a:srgbClr val="1F1F20"/>
                </a:solidFill>
                <a:latin typeface="Times New Roman"/>
                <a:cs typeface="Times New Roman"/>
              </a:rPr>
              <a:t>over whether </a:t>
            </a:r>
            <a:r>
              <a:rPr sz="1200" spc="-5" dirty="0">
                <a:solidFill>
                  <a:srgbClr val="1F1F20"/>
                </a:solidFill>
                <a:latin typeface="Times New Roman"/>
                <a:cs typeface="Times New Roman"/>
              </a:rPr>
              <a:t> </a:t>
            </a:r>
            <a:r>
              <a:rPr sz="1200" spc="5" dirty="0">
                <a:solidFill>
                  <a:srgbClr val="1F1F20"/>
                </a:solidFill>
                <a:latin typeface="Times New Roman"/>
                <a:cs typeface="Times New Roman"/>
              </a:rPr>
              <a:t>they </a:t>
            </a:r>
            <a:r>
              <a:rPr sz="1200" dirty="0">
                <a:solidFill>
                  <a:srgbClr val="1F1F20"/>
                </a:solidFill>
                <a:latin typeface="Times New Roman"/>
                <a:cs typeface="Times New Roman"/>
              </a:rPr>
              <a:t>were legitimately intended to improve the security of Windows or </a:t>
            </a:r>
            <a:r>
              <a:rPr sz="1200" spc="-5" dirty="0">
                <a:solidFill>
                  <a:srgbClr val="1F1F20"/>
                </a:solidFill>
                <a:latin typeface="Times New Roman"/>
                <a:cs typeface="Times New Roman"/>
              </a:rPr>
              <a:t>as </a:t>
            </a:r>
            <a:r>
              <a:rPr sz="1200" dirty="0">
                <a:solidFill>
                  <a:srgbClr val="1F1F20"/>
                </a:solidFill>
                <a:latin typeface="Times New Roman"/>
                <a:cs typeface="Times New Roman"/>
              </a:rPr>
              <a:t>a </a:t>
            </a:r>
            <a:r>
              <a:rPr sz="1200" spc="5" dirty="0">
                <a:solidFill>
                  <a:srgbClr val="1F1F20"/>
                </a:solidFill>
                <a:latin typeface="Times New Roman"/>
                <a:cs typeface="Times New Roman"/>
              </a:rPr>
              <a:t>ploy </a:t>
            </a:r>
            <a:r>
              <a:rPr sz="1200" dirty="0">
                <a:solidFill>
                  <a:srgbClr val="1F1F20"/>
                </a:solidFill>
                <a:latin typeface="Times New Roman"/>
                <a:cs typeface="Times New Roman"/>
              </a:rPr>
              <a:t>to </a:t>
            </a:r>
            <a:r>
              <a:rPr sz="1200" spc="-10" dirty="0">
                <a:solidFill>
                  <a:srgbClr val="1F1F20"/>
                </a:solidFill>
                <a:latin typeface="Times New Roman"/>
                <a:cs typeface="Times New Roman"/>
              </a:rPr>
              <a:t>upsell </a:t>
            </a:r>
            <a:r>
              <a:rPr sz="1200" spc="-5" dirty="0">
                <a:solidFill>
                  <a:srgbClr val="1F1F20"/>
                </a:solidFill>
                <a:latin typeface="Times New Roman"/>
                <a:cs typeface="Times New Roman"/>
              </a:rPr>
              <a:t> </a:t>
            </a:r>
            <a:r>
              <a:rPr sz="1200" dirty="0">
                <a:solidFill>
                  <a:srgbClr val="1F1F20"/>
                </a:solidFill>
                <a:latin typeface="Times New Roman"/>
                <a:cs typeface="Times New Roman"/>
              </a:rPr>
              <a:t>customers to newer </a:t>
            </a:r>
            <a:r>
              <a:rPr sz="1200" spc="-10" dirty="0">
                <a:solidFill>
                  <a:srgbClr val="1F1F20"/>
                </a:solidFill>
                <a:latin typeface="Times New Roman"/>
                <a:cs typeface="Times New Roman"/>
              </a:rPr>
              <a:t>devices </a:t>
            </a:r>
            <a:r>
              <a:rPr sz="1200" spc="-5" dirty="0">
                <a:solidFill>
                  <a:srgbClr val="1F1F20"/>
                </a:solidFill>
                <a:latin typeface="Times New Roman"/>
                <a:cs typeface="Times New Roman"/>
              </a:rPr>
              <a:t>and </a:t>
            </a:r>
            <a:r>
              <a:rPr sz="1200" dirty="0">
                <a:solidFill>
                  <a:srgbClr val="1F1F20"/>
                </a:solidFill>
                <a:latin typeface="Times New Roman"/>
                <a:cs typeface="Times New Roman"/>
              </a:rPr>
              <a:t>over the </a:t>
            </a:r>
            <a:r>
              <a:rPr sz="1200" spc="-5" dirty="0">
                <a:latin typeface="Times New Roman"/>
                <a:cs typeface="Times New Roman"/>
              </a:rPr>
              <a:t>e-waste </a:t>
            </a:r>
            <a:r>
              <a:rPr sz="1200" spc="-10" dirty="0">
                <a:solidFill>
                  <a:srgbClr val="1F1F20"/>
                </a:solidFill>
                <a:latin typeface="Times New Roman"/>
                <a:cs typeface="Times New Roman"/>
              </a:rPr>
              <a:t>associated </a:t>
            </a:r>
            <a:r>
              <a:rPr sz="1200" dirty="0">
                <a:solidFill>
                  <a:srgbClr val="1F1F20"/>
                </a:solidFill>
                <a:latin typeface="Times New Roman"/>
                <a:cs typeface="Times New Roman"/>
              </a:rPr>
              <a:t>with the changes. Upon </a:t>
            </a:r>
            <a:r>
              <a:rPr sz="1200" spc="-10" dirty="0">
                <a:solidFill>
                  <a:srgbClr val="1F1F20"/>
                </a:solidFill>
                <a:latin typeface="Times New Roman"/>
                <a:cs typeface="Times New Roman"/>
              </a:rPr>
              <a:t>release, </a:t>
            </a:r>
            <a:r>
              <a:rPr sz="1200" dirty="0">
                <a:solidFill>
                  <a:srgbClr val="1F1F20"/>
                </a:solidFill>
                <a:latin typeface="Times New Roman"/>
                <a:cs typeface="Times New Roman"/>
              </a:rPr>
              <a:t>it </a:t>
            </a:r>
            <a:r>
              <a:rPr sz="1200" spc="5" dirty="0">
                <a:solidFill>
                  <a:srgbClr val="1F1F20"/>
                </a:solidFill>
                <a:latin typeface="Times New Roman"/>
                <a:cs typeface="Times New Roman"/>
              </a:rPr>
              <a:t> </a:t>
            </a:r>
            <a:r>
              <a:rPr sz="1200" spc="-5" dirty="0">
                <a:solidFill>
                  <a:srgbClr val="1F1F20"/>
                </a:solidFill>
                <a:latin typeface="Times New Roman"/>
                <a:cs typeface="Times New Roman"/>
              </a:rPr>
              <a:t>was</a:t>
            </a:r>
            <a:r>
              <a:rPr sz="1200" dirty="0">
                <a:solidFill>
                  <a:srgbClr val="1F1F20"/>
                </a:solidFill>
                <a:latin typeface="Times New Roman"/>
                <a:cs typeface="Times New Roman"/>
              </a:rPr>
              <a:t> </a:t>
            </a:r>
            <a:r>
              <a:rPr sz="1200" spc="-5" dirty="0">
                <a:solidFill>
                  <a:srgbClr val="1F1F20"/>
                </a:solidFill>
                <a:latin typeface="Times New Roman"/>
                <a:cs typeface="Times New Roman"/>
              </a:rPr>
              <a:t>praised</a:t>
            </a:r>
            <a:r>
              <a:rPr sz="1200" dirty="0">
                <a:solidFill>
                  <a:srgbClr val="1F1F20"/>
                </a:solidFill>
                <a:latin typeface="Times New Roman"/>
                <a:cs typeface="Times New Roman"/>
              </a:rPr>
              <a:t> for </a:t>
            </a:r>
            <a:r>
              <a:rPr sz="1200" spc="-5" dirty="0">
                <a:solidFill>
                  <a:srgbClr val="1F1F20"/>
                </a:solidFill>
                <a:latin typeface="Times New Roman"/>
                <a:cs typeface="Times New Roman"/>
              </a:rPr>
              <a:t>its</a:t>
            </a:r>
            <a:r>
              <a:rPr sz="1200" dirty="0">
                <a:solidFill>
                  <a:srgbClr val="1F1F20"/>
                </a:solidFill>
                <a:latin typeface="Times New Roman"/>
                <a:cs typeface="Times New Roman"/>
              </a:rPr>
              <a:t> </a:t>
            </a:r>
            <a:r>
              <a:rPr sz="1200" spc="-5" dirty="0">
                <a:solidFill>
                  <a:srgbClr val="1F1F20"/>
                </a:solidFill>
                <a:latin typeface="Times New Roman"/>
                <a:cs typeface="Times New Roman"/>
              </a:rPr>
              <a:t>improved</a:t>
            </a:r>
            <a:r>
              <a:rPr sz="1200" dirty="0">
                <a:solidFill>
                  <a:srgbClr val="1F1F20"/>
                </a:solidFill>
                <a:latin typeface="Times New Roman"/>
                <a:cs typeface="Times New Roman"/>
              </a:rPr>
              <a:t> visual </a:t>
            </a:r>
            <a:r>
              <a:rPr sz="1200" spc="-5" dirty="0">
                <a:solidFill>
                  <a:srgbClr val="1F1F20"/>
                </a:solidFill>
                <a:latin typeface="Times New Roman"/>
                <a:cs typeface="Times New Roman"/>
              </a:rPr>
              <a:t>design,</a:t>
            </a:r>
            <a:r>
              <a:rPr sz="1200" dirty="0">
                <a:solidFill>
                  <a:srgbClr val="1F1F20"/>
                </a:solidFill>
                <a:latin typeface="Times New Roman"/>
                <a:cs typeface="Times New Roman"/>
              </a:rPr>
              <a:t> window management,</a:t>
            </a:r>
            <a:r>
              <a:rPr sz="1200" spc="5" dirty="0">
                <a:solidFill>
                  <a:srgbClr val="1F1F20"/>
                </a:solidFill>
                <a:latin typeface="Times New Roman"/>
                <a:cs typeface="Times New Roman"/>
              </a:rPr>
              <a:t> </a:t>
            </a:r>
            <a:r>
              <a:rPr sz="1200" spc="-5" dirty="0">
                <a:solidFill>
                  <a:srgbClr val="1F1F20"/>
                </a:solidFill>
                <a:latin typeface="Times New Roman"/>
                <a:cs typeface="Times New Roman"/>
              </a:rPr>
              <a:t>and</a:t>
            </a:r>
            <a:r>
              <a:rPr sz="1200" dirty="0">
                <a:solidFill>
                  <a:srgbClr val="1F1F20"/>
                </a:solidFill>
                <a:latin typeface="Times New Roman"/>
                <a:cs typeface="Times New Roman"/>
              </a:rPr>
              <a:t> </a:t>
            </a:r>
            <a:r>
              <a:rPr sz="1200" spc="-5" dirty="0">
                <a:solidFill>
                  <a:srgbClr val="1F1F20"/>
                </a:solidFill>
                <a:latin typeface="Times New Roman"/>
                <a:cs typeface="Times New Roman"/>
              </a:rPr>
              <a:t>stronger </a:t>
            </a:r>
            <a:r>
              <a:rPr sz="1200" dirty="0">
                <a:solidFill>
                  <a:srgbClr val="1F1F20"/>
                </a:solidFill>
                <a:latin typeface="Times New Roman"/>
                <a:cs typeface="Times New Roman"/>
              </a:rPr>
              <a:t>focus </a:t>
            </a:r>
            <a:r>
              <a:rPr sz="1200" spc="-25" dirty="0">
                <a:solidFill>
                  <a:srgbClr val="1F1F20"/>
                </a:solidFill>
                <a:latin typeface="Times New Roman"/>
                <a:cs typeface="Times New Roman"/>
              </a:rPr>
              <a:t>on </a:t>
            </a:r>
            <a:r>
              <a:rPr sz="1200" spc="-20" dirty="0">
                <a:solidFill>
                  <a:srgbClr val="1F1F20"/>
                </a:solidFill>
                <a:latin typeface="Times New Roman"/>
                <a:cs typeface="Times New Roman"/>
              </a:rPr>
              <a:t> </a:t>
            </a:r>
            <a:r>
              <a:rPr sz="1200" spc="-5" dirty="0">
                <a:solidFill>
                  <a:srgbClr val="1F1F20"/>
                </a:solidFill>
                <a:latin typeface="Times New Roman"/>
                <a:cs typeface="Times New Roman"/>
              </a:rPr>
              <a:t>security, </a:t>
            </a:r>
            <a:r>
              <a:rPr sz="1200" dirty="0">
                <a:solidFill>
                  <a:srgbClr val="1F1F20"/>
                </a:solidFill>
                <a:latin typeface="Times New Roman"/>
                <a:cs typeface="Times New Roman"/>
              </a:rPr>
              <a:t>but </a:t>
            </a:r>
            <a:r>
              <a:rPr sz="1200" spc="-5" dirty="0">
                <a:solidFill>
                  <a:srgbClr val="1F1F20"/>
                </a:solidFill>
                <a:latin typeface="Times New Roman"/>
                <a:cs typeface="Times New Roman"/>
              </a:rPr>
              <a:t>was </a:t>
            </a:r>
            <a:r>
              <a:rPr sz="1200" dirty="0">
                <a:solidFill>
                  <a:srgbClr val="1F1F20"/>
                </a:solidFill>
                <a:latin typeface="Times New Roman"/>
                <a:cs typeface="Times New Roman"/>
              </a:rPr>
              <a:t>criticized for various modifications to </a:t>
            </a:r>
            <a:r>
              <a:rPr sz="1200" spc="-5" dirty="0">
                <a:solidFill>
                  <a:srgbClr val="1F1F20"/>
                </a:solidFill>
                <a:latin typeface="Times New Roman"/>
                <a:cs typeface="Times New Roman"/>
              </a:rPr>
              <a:t>aspects </a:t>
            </a:r>
            <a:r>
              <a:rPr sz="1200" dirty="0">
                <a:solidFill>
                  <a:srgbClr val="1F1F20"/>
                </a:solidFill>
                <a:latin typeface="Times New Roman"/>
                <a:cs typeface="Times New Roman"/>
              </a:rPr>
              <a:t>of </a:t>
            </a:r>
            <a:r>
              <a:rPr sz="1200" spc="-5" dirty="0">
                <a:solidFill>
                  <a:srgbClr val="1F1F20"/>
                </a:solidFill>
                <a:latin typeface="Times New Roman"/>
                <a:cs typeface="Times New Roman"/>
              </a:rPr>
              <a:t>its user </a:t>
            </a:r>
            <a:r>
              <a:rPr sz="1200" dirty="0">
                <a:solidFill>
                  <a:srgbClr val="1F1F20"/>
                </a:solidFill>
                <a:latin typeface="Times New Roman"/>
                <a:cs typeface="Times New Roman"/>
              </a:rPr>
              <a:t>interface that </a:t>
            </a:r>
            <a:r>
              <a:rPr sz="1200" spc="-10" dirty="0">
                <a:solidFill>
                  <a:srgbClr val="1F1F20"/>
                </a:solidFill>
                <a:latin typeface="Times New Roman"/>
                <a:cs typeface="Times New Roman"/>
              </a:rPr>
              <a:t>were </a:t>
            </a:r>
            <a:r>
              <a:rPr sz="1200" spc="-5" dirty="0">
                <a:solidFill>
                  <a:srgbClr val="1F1F20"/>
                </a:solidFill>
                <a:latin typeface="Times New Roman"/>
                <a:cs typeface="Times New Roman"/>
              </a:rPr>
              <a:t> seen as worse </a:t>
            </a:r>
            <a:r>
              <a:rPr sz="1200" dirty="0">
                <a:solidFill>
                  <a:srgbClr val="1F1F20"/>
                </a:solidFill>
                <a:latin typeface="Times New Roman"/>
                <a:cs typeface="Times New Roman"/>
              </a:rPr>
              <a:t>than </a:t>
            </a:r>
            <a:r>
              <a:rPr sz="1200" spc="-5" dirty="0">
                <a:solidFill>
                  <a:srgbClr val="1F1F20"/>
                </a:solidFill>
                <a:latin typeface="Times New Roman"/>
                <a:cs typeface="Times New Roman"/>
              </a:rPr>
              <a:t>its predecessor; </a:t>
            </a:r>
            <a:r>
              <a:rPr sz="1200" dirty="0">
                <a:solidFill>
                  <a:srgbClr val="1F1F20"/>
                </a:solidFill>
                <a:latin typeface="Times New Roman"/>
                <a:cs typeface="Times New Roman"/>
              </a:rPr>
              <a:t>some </a:t>
            </a:r>
            <a:r>
              <a:rPr sz="1200" spc="-5" dirty="0">
                <a:solidFill>
                  <a:srgbClr val="1F1F20"/>
                </a:solidFill>
                <a:latin typeface="Times New Roman"/>
                <a:cs typeface="Times New Roman"/>
              </a:rPr>
              <a:t>were seen as an </a:t>
            </a:r>
            <a:r>
              <a:rPr sz="1200" dirty="0">
                <a:solidFill>
                  <a:srgbClr val="1F1F20"/>
                </a:solidFill>
                <a:latin typeface="Times New Roman"/>
                <a:cs typeface="Times New Roman"/>
              </a:rPr>
              <a:t>attempt to </a:t>
            </a:r>
            <a:r>
              <a:rPr sz="1200" spc="-5" dirty="0">
                <a:solidFill>
                  <a:srgbClr val="1F1F20"/>
                </a:solidFill>
                <a:latin typeface="Times New Roman"/>
                <a:cs typeface="Times New Roman"/>
              </a:rPr>
              <a:t>dissuade </a:t>
            </a:r>
            <a:r>
              <a:rPr sz="1200" dirty="0">
                <a:solidFill>
                  <a:srgbClr val="1F1F20"/>
                </a:solidFill>
                <a:latin typeface="Times New Roman"/>
                <a:cs typeface="Times New Roman"/>
              </a:rPr>
              <a:t>users </a:t>
            </a:r>
            <a:r>
              <a:rPr sz="1200" spc="-20" dirty="0">
                <a:solidFill>
                  <a:srgbClr val="1F1F20"/>
                </a:solidFill>
                <a:latin typeface="Times New Roman"/>
                <a:cs typeface="Times New Roman"/>
              </a:rPr>
              <a:t>from </a:t>
            </a:r>
            <a:r>
              <a:rPr sz="1200" spc="-15" dirty="0">
                <a:solidFill>
                  <a:srgbClr val="1F1F20"/>
                </a:solidFill>
                <a:latin typeface="Times New Roman"/>
                <a:cs typeface="Times New Roman"/>
              </a:rPr>
              <a:t> switching</a:t>
            </a:r>
            <a:r>
              <a:rPr sz="1200" spc="-5" dirty="0">
                <a:solidFill>
                  <a:srgbClr val="1F1F20"/>
                </a:solidFill>
                <a:latin typeface="Times New Roman"/>
                <a:cs typeface="Times New Roman"/>
              </a:rPr>
              <a:t> </a:t>
            </a:r>
            <a:r>
              <a:rPr sz="1200" dirty="0">
                <a:solidFill>
                  <a:srgbClr val="1F1F20"/>
                </a:solidFill>
                <a:latin typeface="Times New Roman"/>
                <a:cs typeface="Times New Roman"/>
              </a:rPr>
              <a:t>to</a:t>
            </a:r>
            <a:r>
              <a:rPr sz="1200" spc="-15" dirty="0">
                <a:solidFill>
                  <a:srgbClr val="1F1F20"/>
                </a:solidFill>
                <a:latin typeface="Times New Roman"/>
                <a:cs typeface="Times New Roman"/>
              </a:rPr>
              <a:t> </a:t>
            </a:r>
            <a:r>
              <a:rPr sz="1200" spc="-5" dirty="0">
                <a:solidFill>
                  <a:srgbClr val="1F1F20"/>
                </a:solidFill>
                <a:latin typeface="Times New Roman"/>
                <a:cs typeface="Times New Roman"/>
              </a:rPr>
              <a:t>competing</a:t>
            </a:r>
            <a:r>
              <a:rPr sz="1200" spc="15" dirty="0">
                <a:solidFill>
                  <a:srgbClr val="1F1F20"/>
                </a:solidFill>
                <a:latin typeface="Times New Roman"/>
                <a:cs typeface="Times New Roman"/>
              </a:rPr>
              <a:t> </a:t>
            </a:r>
            <a:r>
              <a:rPr sz="1200" spc="-15" dirty="0">
                <a:solidFill>
                  <a:srgbClr val="1F1F20"/>
                </a:solidFill>
                <a:latin typeface="Times New Roman"/>
                <a:cs typeface="Times New Roman"/>
              </a:rPr>
              <a:t>applications.</a:t>
            </a:r>
            <a:endParaRPr sz="1200">
              <a:latin typeface="Times New Roman"/>
              <a:cs typeface="Times New Roman"/>
            </a:endParaRPr>
          </a:p>
        </p:txBody>
      </p:sp>
      <p:sp>
        <p:nvSpPr>
          <p:cNvPr id="5" name="object 5"/>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923290"/>
            <a:ext cx="5777230" cy="3996054"/>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Times New Roman"/>
                <a:cs typeface="Times New Roman"/>
              </a:rPr>
              <a:t>Features</a:t>
            </a:r>
            <a:r>
              <a:rPr sz="1200" b="1" spc="5" dirty="0">
                <a:latin typeface="Times New Roman"/>
                <a:cs typeface="Times New Roman"/>
              </a:rPr>
              <a:t> </a:t>
            </a:r>
            <a:r>
              <a:rPr sz="1200" b="1" dirty="0">
                <a:latin typeface="Times New Roman"/>
                <a:cs typeface="Times New Roman"/>
              </a:rPr>
              <a:t>of</a:t>
            </a:r>
            <a:r>
              <a:rPr sz="1200" b="1" spc="-70" dirty="0">
                <a:latin typeface="Times New Roman"/>
                <a:cs typeface="Times New Roman"/>
              </a:rPr>
              <a:t> </a:t>
            </a:r>
            <a:r>
              <a:rPr sz="1200" b="1" dirty="0">
                <a:latin typeface="Times New Roman"/>
                <a:cs typeface="Times New Roman"/>
              </a:rPr>
              <a:t>Windows</a:t>
            </a:r>
            <a:r>
              <a:rPr sz="1200" b="1" spc="-55" dirty="0">
                <a:latin typeface="Times New Roman"/>
                <a:cs typeface="Times New Roman"/>
              </a:rPr>
              <a:t> </a:t>
            </a:r>
            <a:r>
              <a:rPr sz="1200" b="1" spc="-25" dirty="0">
                <a:latin typeface="Times New Roman"/>
                <a:cs typeface="Times New Roman"/>
              </a:rPr>
              <a:t>11</a:t>
            </a:r>
            <a:endParaRPr sz="1200">
              <a:latin typeface="Times New Roman"/>
              <a:cs typeface="Times New Roman"/>
            </a:endParaRPr>
          </a:p>
          <a:p>
            <a:pPr>
              <a:lnSpc>
                <a:spcPct val="100000"/>
              </a:lnSpc>
              <a:spcBef>
                <a:spcPts val="25"/>
              </a:spcBef>
            </a:pPr>
            <a:endParaRPr sz="1400">
              <a:latin typeface="Times New Roman"/>
              <a:cs typeface="Times New Roman"/>
            </a:endParaRPr>
          </a:p>
          <a:p>
            <a:pPr marL="12700">
              <a:lnSpc>
                <a:spcPct val="100000"/>
              </a:lnSpc>
            </a:pPr>
            <a:r>
              <a:rPr sz="1200" spc="-15" dirty="0">
                <a:latin typeface="Times New Roman"/>
                <a:cs typeface="Times New Roman"/>
              </a:rPr>
              <a:t>Windows</a:t>
            </a:r>
            <a:r>
              <a:rPr sz="1200" spc="-30" dirty="0">
                <a:latin typeface="Times New Roman"/>
                <a:cs typeface="Times New Roman"/>
              </a:rPr>
              <a:t> </a:t>
            </a:r>
            <a:r>
              <a:rPr sz="1200" dirty="0">
                <a:latin typeface="Times New Roman"/>
                <a:cs typeface="Times New Roman"/>
              </a:rPr>
              <a:t>11</a:t>
            </a:r>
            <a:r>
              <a:rPr sz="1200" spc="-35" dirty="0">
                <a:latin typeface="Times New Roman"/>
                <a:cs typeface="Times New Roman"/>
              </a:rPr>
              <a:t> </a:t>
            </a:r>
            <a:r>
              <a:rPr sz="1200" spc="-5" dirty="0">
                <a:latin typeface="Times New Roman"/>
                <a:cs typeface="Times New Roman"/>
              </a:rPr>
              <a:t>introduced</a:t>
            </a:r>
            <a:r>
              <a:rPr sz="1200" spc="5" dirty="0">
                <a:latin typeface="Times New Roman"/>
                <a:cs typeface="Times New Roman"/>
              </a:rPr>
              <a:t> </a:t>
            </a:r>
            <a:r>
              <a:rPr sz="1200" spc="-5" dirty="0">
                <a:latin typeface="Times New Roman"/>
                <a:cs typeface="Times New Roman"/>
              </a:rPr>
              <a:t>several</a:t>
            </a:r>
            <a:r>
              <a:rPr sz="1200" spc="10" dirty="0">
                <a:latin typeface="Times New Roman"/>
                <a:cs typeface="Times New Roman"/>
              </a:rPr>
              <a:t> </a:t>
            </a:r>
            <a:r>
              <a:rPr sz="1200" spc="-5" dirty="0">
                <a:latin typeface="Times New Roman"/>
                <a:cs typeface="Times New Roman"/>
              </a:rPr>
              <a:t>new</a:t>
            </a:r>
            <a:r>
              <a:rPr sz="1200" spc="-25" dirty="0">
                <a:latin typeface="Times New Roman"/>
                <a:cs typeface="Times New Roman"/>
              </a:rPr>
              <a:t> </a:t>
            </a:r>
            <a:r>
              <a:rPr sz="1200" spc="-5" dirty="0">
                <a:latin typeface="Times New Roman"/>
                <a:cs typeface="Times New Roman"/>
              </a:rPr>
              <a:t>features</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5" dirty="0">
                <a:latin typeface="Times New Roman"/>
                <a:cs typeface="Times New Roman"/>
              </a:rPr>
              <a:t>Windows</a:t>
            </a:r>
            <a:r>
              <a:rPr sz="1200" spc="-30" dirty="0">
                <a:latin typeface="Times New Roman"/>
                <a:cs typeface="Times New Roman"/>
              </a:rPr>
              <a:t> </a:t>
            </a:r>
            <a:r>
              <a:rPr sz="1200" spc="-5" dirty="0">
                <a:latin typeface="Times New Roman"/>
                <a:cs typeface="Times New Roman"/>
              </a:rPr>
              <a:t>line,</a:t>
            </a:r>
            <a:r>
              <a:rPr sz="1200" spc="-10" dirty="0">
                <a:latin typeface="Times New Roman"/>
                <a:cs typeface="Times New Roman"/>
              </a:rPr>
              <a:t> </a:t>
            </a:r>
            <a:r>
              <a:rPr sz="1200" spc="-15" dirty="0">
                <a:latin typeface="Times New Roman"/>
                <a:cs typeface="Times New Roman"/>
              </a:rPr>
              <a:t>including:</a:t>
            </a:r>
            <a:endParaRPr sz="1200">
              <a:latin typeface="Times New Roman"/>
              <a:cs typeface="Times New Roman"/>
            </a:endParaRPr>
          </a:p>
          <a:p>
            <a:pPr marL="478790" marR="7620" indent="-228600" algn="just">
              <a:lnSpc>
                <a:spcPct val="105000"/>
              </a:lnSpc>
              <a:spcBef>
                <a:spcPts val="705"/>
              </a:spcBef>
              <a:buFont typeface="Arial MT"/>
              <a:buChar char="●"/>
              <a:tabLst>
                <a:tab pos="479425" algn="l"/>
              </a:tabLst>
            </a:pPr>
            <a:r>
              <a:rPr sz="1200" dirty="0">
                <a:latin typeface="Times New Roman"/>
                <a:cs typeface="Times New Roman"/>
              </a:rPr>
              <a:t>Windows 11 </a:t>
            </a:r>
            <a:r>
              <a:rPr sz="1200" spc="-5" dirty="0">
                <a:latin typeface="Times New Roman"/>
                <a:cs typeface="Times New Roman"/>
              </a:rPr>
              <a:t>is </a:t>
            </a:r>
            <a:r>
              <a:rPr sz="1200" dirty="0">
                <a:latin typeface="Times New Roman"/>
                <a:cs typeface="Times New Roman"/>
              </a:rPr>
              <a:t>the revamped action center.it follows a </a:t>
            </a:r>
            <a:r>
              <a:rPr sz="1200" spc="-5" dirty="0">
                <a:latin typeface="Times New Roman"/>
                <a:cs typeface="Times New Roman"/>
              </a:rPr>
              <a:t>design </a:t>
            </a:r>
            <a:r>
              <a:rPr sz="1200" dirty="0">
                <a:latin typeface="Times New Roman"/>
                <a:cs typeface="Times New Roman"/>
              </a:rPr>
              <a:t>language that we </a:t>
            </a:r>
            <a:r>
              <a:rPr sz="1200" spc="-15" dirty="0">
                <a:latin typeface="Times New Roman"/>
                <a:cs typeface="Times New Roman"/>
              </a:rPr>
              <a:t>have </a:t>
            </a:r>
            <a:r>
              <a:rPr sz="1200" spc="-10" dirty="0">
                <a:latin typeface="Times New Roman"/>
                <a:cs typeface="Times New Roman"/>
              </a:rPr>
              <a:t> </a:t>
            </a:r>
            <a:r>
              <a:rPr sz="1200" spc="-5" dirty="0">
                <a:latin typeface="Times New Roman"/>
                <a:cs typeface="Times New Roman"/>
              </a:rPr>
              <a:t>seen</a:t>
            </a:r>
            <a:r>
              <a:rPr sz="1200" spc="-1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mobile</a:t>
            </a:r>
            <a:r>
              <a:rPr sz="1200" spc="-15" dirty="0">
                <a:latin typeface="Times New Roman"/>
                <a:cs typeface="Times New Roman"/>
              </a:rPr>
              <a:t> </a:t>
            </a:r>
            <a:r>
              <a:rPr sz="1200" spc="-25" dirty="0">
                <a:latin typeface="Times New Roman"/>
                <a:cs typeface="Times New Roman"/>
              </a:rPr>
              <a:t>OSes.</a:t>
            </a:r>
            <a:endParaRPr sz="1200">
              <a:latin typeface="Times New Roman"/>
              <a:cs typeface="Times New Roman"/>
            </a:endParaRPr>
          </a:p>
          <a:p>
            <a:pPr marL="480059" indent="-230504">
              <a:lnSpc>
                <a:spcPct val="100000"/>
              </a:lnSpc>
              <a:spcBef>
                <a:spcPts val="1000"/>
              </a:spcBef>
              <a:buFont typeface="Arial MT"/>
              <a:buChar char="●"/>
              <a:tabLst>
                <a:tab pos="480059" algn="l"/>
                <a:tab pos="480695" algn="l"/>
              </a:tabLst>
            </a:pPr>
            <a:r>
              <a:rPr sz="1200" spc="-5" dirty="0">
                <a:latin typeface="Times New Roman"/>
                <a:cs typeface="Times New Roman"/>
              </a:rPr>
              <a:t>Universal</a:t>
            </a:r>
            <a:r>
              <a:rPr sz="1200" spc="-55" dirty="0">
                <a:latin typeface="Times New Roman"/>
                <a:cs typeface="Times New Roman"/>
              </a:rPr>
              <a:t> </a:t>
            </a:r>
            <a:r>
              <a:rPr sz="1200" dirty="0">
                <a:latin typeface="Times New Roman"/>
                <a:cs typeface="Times New Roman"/>
              </a:rPr>
              <a:t>media</a:t>
            </a:r>
            <a:r>
              <a:rPr sz="1200" spc="-45" dirty="0">
                <a:latin typeface="Times New Roman"/>
                <a:cs typeface="Times New Roman"/>
              </a:rPr>
              <a:t> </a:t>
            </a:r>
            <a:r>
              <a:rPr sz="1200" spc="-15" dirty="0">
                <a:latin typeface="Times New Roman"/>
                <a:cs typeface="Times New Roman"/>
              </a:rPr>
              <a:t>control.</a:t>
            </a:r>
            <a:endParaRPr sz="1200">
              <a:latin typeface="Times New Roman"/>
              <a:cs typeface="Times New Roman"/>
            </a:endParaRPr>
          </a:p>
          <a:p>
            <a:pPr marL="478790" indent="-229235">
              <a:lnSpc>
                <a:spcPct val="100000"/>
              </a:lnSpc>
              <a:spcBef>
                <a:spcPts val="500"/>
              </a:spcBef>
              <a:buFont typeface="Arial MT"/>
              <a:buChar char="●"/>
              <a:tabLst>
                <a:tab pos="478790" algn="l"/>
                <a:tab pos="479425" algn="l"/>
              </a:tabLst>
            </a:pPr>
            <a:r>
              <a:rPr sz="1200" spc="-10" dirty="0">
                <a:latin typeface="Times New Roman"/>
                <a:cs typeface="Times New Roman"/>
              </a:rPr>
              <a:t>Voice</a:t>
            </a:r>
            <a:r>
              <a:rPr sz="1200" spc="-5" dirty="0">
                <a:latin typeface="Times New Roman"/>
                <a:cs typeface="Times New Roman"/>
              </a:rPr>
              <a:t> </a:t>
            </a:r>
            <a:r>
              <a:rPr sz="1200" dirty="0">
                <a:latin typeface="Times New Roman"/>
                <a:cs typeface="Times New Roman"/>
              </a:rPr>
              <a:t>Typing</a:t>
            </a:r>
            <a:r>
              <a:rPr sz="1200" spc="-10" dirty="0">
                <a:latin typeface="Times New Roman"/>
                <a:cs typeface="Times New Roman"/>
              </a:rPr>
              <a:t> </a:t>
            </a:r>
            <a:r>
              <a:rPr sz="1200" spc="-5" dirty="0">
                <a:latin typeface="Times New Roman"/>
                <a:cs typeface="Times New Roman"/>
              </a:rPr>
              <a:t>is</a:t>
            </a:r>
            <a:r>
              <a:rPr sz="1200" dirty="0">
                <a:latin typeface="Times New Roman"/>
                <a:cs typeface="Times New Roman"/>
              </a:rPr>
              <a:t> among</a:t>
            </a:r>
            <a:r>
              <a:rPr sz="1200" spc="22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dirty="0">
                <a:latin typeface="Times New Roman"/>
                <a:cs typeface="Times New Roman"/>
              </a:rPr>
              <a:t>major</a:t>
            </a:r>
            <a:r>
              <a:rPr sz="1200" spc="5" dirty="0">
                <a:latin typeface="Times New Roman"/>
                <a:cs typeface="Times New Roman"/>
              </a:rPr>
              <a:t> </a:t>
            </a:r>
            <a:r>
              <a:rPr sz="1200" spc="-15" dirty="0">
                <a:latin typeface="Times New Roman"/>
                <a:cs typeface="Times New Roman"/>
              </a:rPr>
              <a:t>Windows </a:t>
            </a:r>
            <a:r>
              <a:rPr sz="1200" dirty="0">
                <a:latin typeface="Times New Roman"/>
                <a:cs typeface="Times New Roman"/>
              </a:rPr>
              <a:t>11 features</a:t>
            </a:r>
            <a:r>
              <a:rPr sz="1200" spc="10"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spc="5" dirty="0">
                <a:latin typeface="Times New Roman"/>
                <a:cs typeface="Times New Roman"/>
              </a:rPr>
              <a:t>it</a:t>
            </a:r>
            <a:r>
              <a:rPr sz="1200" dirty="0">
                <a:latin typeface="Times New Roman"/>
                <a:cs typeface="Times New Roman"/>
              </a:rPr>
              <a:t> makes</a:t>
            </a:r>
            <a:r>
              <a:rPr sz="1200" spc="-10" dirty="0">
                <a:latin typeface="Times New Roman"/>
                <a:cs typeface="Times New Roman"/>
              </a:rPr>
              <a:t> typing</a:t>
            </a:r>
            <a:r>
              <a:rPr sz="1200" spc="-30" dirty="0">
                <a:latin typeface="Times New Roman"/>
                <a:cs typeface="Times New Roman"/>
              </a:rPr>
              <a:t> much</a:t>
            </a:r>
            <a:r>
              <a:rPr sz="1200" spc="-40" dirty="0">
                <a:latin typeface="Times New Roman"/>
                <a:cs typeface="Times New Roman"/>
              </a:rPr>
              <a:t> </a:t>
            </a:r>
            <a:r>
              <a:rPr sz="1200" spc="-15" dirty="0">
                <a:latin typeface="Times New Roman"/>
                <a:cs typeface="Times New Roman"/>
              </a:rPr>
              <a:t>easier</a:t>
            </a:r>
            <a:endParaRPr sz="1200">
              <a:latin typeface="Times New Roman"/>
              <a:cs typeface="Times New Roman"/>
            </a:endParaRPr>
          </a:p>
          <a:p>
            <a:pPr marL="478790" algn="just">
              <a:lnSpc>
                <a:spcPct val="100000"/>
              </a:lnSpc>
              <a:spcBef>
                <a:spcPts val="780"/>
              </a:spcBef>
            </a:pP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acts</a:t>
            </a:r>
            <a:r>
              <a:rPr sz="1200" dirty="0">
                <a:latin typeface="Times New Roman"/>
                <a:cs typeface="Times New Roman"/>
              </a:rPr>
              <a:t> </a:t>
            </a:r>
            <a:r>
              <a:rPr sz="1200" spc="-5" dirty="0">
                <a:latin typeface="Times New Roman"/>
                <a:cs typeface="Times New Roman"/>
              </a:rPr>
              <a:t>as</a:t>
            </a:r>
            <a:r>
              <a:rPr sz="1200" dirty="0">
                <a:latin typeface="Times New Roman"/>
                <a:cs typeface="Times New Roman"/>
              </a:rPr>
              <a:t> a</a:t>
            </a:r>
            <a:r>
              <a:rPr sz="1200" spc="-5" dirty="0">
                <a:latin typeface="Times New Roman"/>
                <a:cs typeface="Times New Roman"/>
              </a:rPr>
              <a:t> </a:t>
            </a:r>
            <a:r>
              <a:rPr sz="1200" spc="-10" dirty="0">
                <a:latin typeface="Times New Roman"/>
                <a:cs typeface="Times New Roman"/>
              </a:rPr>
              <a:t>great</a:t>
            </a:r>
            <a:r>
              <a:rPr sz="1200" spc="10" dirty="0">
                <a:latin typeface="Times New Roman"/>
                <a:cs typeface="Times New Roman"/>
              </a:rPr>
              <a:t> </a:t>
            </a:r>
            <a:r>
              <a:rPr sz="1200" spc="-5" dirty="0">
                <a:latin typeface="Times New Roman"/>
                <a:cs typeface="Times New Roman"/>
              </a:rPr>
              <a:t>accessibility</a:t>
            </a:r>
            <a:r>
              <a:rPr sz="1200" spc="15" dirty="0">
                <a:latin typeface="Times New Roman"/>
                <a:cs typeface="Times New Roman"/>
              </a:rPr>
              <a:t> </a:t>
            </a:r>
            <a:r>
              <a:rPr sz="1200" spc="-20" dirty="0">
                <a:latin typeface="Times New Roman"/>
                <a:cs typeface="Times New Roman"/>
              </a:rPr>
              <a:t>tool.</a:t>
            </a:r>
            <a:endParaRPr sz="1200">
              <a:latin typeface="Times New Roman"/>
              <a:cs typeface="Times New Roman"/>
            </a:endParaRPr>
          </a:p>
          <a:p>
            <a:pPr marL="480059" indent="-230504">
              <a:lnSpc>
                <a:spcPct val="100000"/>
              </a:lnSpc>
              <a:spcBef>
                <a:spcPts val="1070"/>
              </a:spcBef>
              <a:buFont typeface="Arial MT"/>
              <a:buChar char="●"/>
              <a:tabLst>
                <a:tab pos="480059" algn="l"/>
                <a:tab pos="480695" algn="l"/>
              </a:tabLst>
            </a:pPr>
            <a:r>
              <a:rPr sz="1200" spc="-5" dirty="0">
                <a:latin typeface="Times New Roman"/>
                <a:cs typeface="Times New Roman"/>
              </a:rPr>
              <a:t>One</a:t>
            </a:r>
            <a:r>
              <a:rPr sz="1200" spc="-20" dirty="0">
                <a:latin typeface="Times New Roman"/>
                <a:cs typeface="Times New Roman"/>
              </a:rPr>
              <a:t> </a:t>
            </a:r>
            <a:r>
              <a:rPr sz="1200" spc="-5"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best features</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Windows</a:t>
            </a:r>
            <a:r>
              <a:rPr sz="1200" spc="-20" dirty="0">
                <a:latin typeface="Times New Roman"/>
                <a:cs typeface="Times New Roman"/>
              </a:rPr>
              <a:t> </a:t>
            </a:r>
            <a:r>
              <a:rPr sz="1200" spc="-5" dirty="0">
                <a:latin typeface="Times New Roman"/>
                <a:cs typeface="Times New Roman"/>
              </a:rPr>
              <a:t>11</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spc="-5" dirty="0">
                <a:latin typeface="Times New Roman"/>
                <a:cs typeface="Times New Roman"/>
              </a:rPr>
              <a:t>fluid</a:t>
            </a:r>
            <a:r>
              <a:rPr sz="1200" spc="5" dirty="0">
                <a:latin typeface="Times New Roman"/>
                <a:cs typeface="Times New Roman"/>
              </a:rPr>
              <a:t> </a:t>
            </a:r>
            <a:r>
              <a:rPr sz="1200" spc="-5" dirty="0">
                <a:latin typeface="Times New Roman"/>
                <a:cs typeface="Times New Roman"/>
              </a:rPr>
              <a:t>animations</a:t>
            </a:r>
            <a:r>
              <a:rPr sz="1200" spc="5" dirty="0">
                <a:latin typeface="Times New Roman"/>
                <a:cs typeface="Times New Roman"/>
              </a:rPr>
              <a:t> </a:t>
            </a:r>
            <a:r>
              <a:rPr sz="1200" spc="-5" dirty="0">
                <a:latin typeface="Times New Roman"/>
                <a:cs typeface="Times New Roman"/>
              </a:rPr>
              <a:t>across</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30" dirty="0">
                <a:latin typeface="Times New Roman"/>
                <a:cs typeface="Times New Roman"/>
              </a:rPr>
              <a:t>UI.</a:t>
            </a:r>
            <a:endParaRPr sz="1200">
              <a:latin typeface="Times New Roman"/>
              <a:cs typeface="Times New Roman"/>
            </a:endParaRPr>
          </a:p>
          <a:p>
            <a:pPr marL="478790" indent="-229235">
              <a:lnSpc>
                <a:spcPct val="100000"/>
              </a:lnSpc>
              <a:spcBef>
                <a:spcPts val="495"/>
              </a:spcBef>
              <a:buFont typeface="Arial MT"/>
              <a:buChar char="●"/>
              <a:tabLst>
                <a:tab pos="478790" algn="l"/>
                <a:tab pos="479425" algn="l"/>
              </a:tabLst>
            </a:pPr>
            <a:r>
              <a:rPr sz="1200" dirty="0">
                <a:latin typeface="Times New Roman"/>
                <a:cs typeface="Times New Roman"/>
              </a:rPr>
              <a:t>With</a:t>
            </a:r>
            <a:r>
              <a:rPr sz="1200" spc="135" dirty="0">
                <a:latin typeface="Times New Roman"/>
                <a:cs typeface="Times New Roman"/>
              </a:rPr>
              <a:t> </a:t>
            </a:r>
            <a:r>
              <a:rPr sz="1200" spc="-15" dirty="0">
                <a:latin typeface="Times New Roman"/>
                <a:cs typeface="Times New Roman"/>
              </a:rPr>
              <a:t>Windows</a:t>
            </a:r>
            <a:r>
              <a:rPr sz="1200" spc="125" dirty="0">
                <a:latin typeface="Times New Roman"/>
                <a:cs typeface="Times New Roman"/>
              </a:rPr>
              <a:t> </a:t>
            </a:r>
            <a:r>
              <a:rPr sz="1200" dirty="0">
                <a:latin typeface="Times New Roman"/>
                <a:cs typeface="Times New Roman"/>
              </a:rPr>
              <a:t>11,</a:t>
            </a:r>
            <a:r>
              <a:rPr sz="1200" spc="130" dirty="0">
                <a:latin typeface="Times New Roman"/>
                <a:cs typeface="Times New Roman"/>
              </a:rPr>
              <a:t> </a:t>
            </a:r>
            <a:r>
              <a:rPr sz="1200" dirty="0">
                <a:latin typeface="Times New Roman"/>
                <a:cs typeface="Times New Roman"/>
              </a:rPr>
              <a:t>Microsoft</a:t>
            </a:r>
            <a:r>
              <a:rPr sz="1200" spc="140" dirty="0">
                <a:latin typeface="Times New Roman"/>
                <a:cs typeface="Times New Roman"/>
              </a:rPr>
              <a:t> </a:t>
            </a:r>
            <a:r>
              <a:rPr sz="1200" spc="-5" dirty="0">
                <a:latin typeface="Times New Roman"/>
                <a:cs typeface="Times New Roman"/>
              </a:rPr>
              <a:t>has</a:t>
            </a:r>
            <a:r>
              <a:rPr sz="1200" spc="135" dirty="0">
                <a:latin typeface="Times New Roman"/>
                <a:cs typeface="Times New Roman"/>
              </a:rPr>
              <a:t> </a:t>
            </a:r>
            <a:r>
              <a:rPr sz="1200" spc="-5" dirty="0">
                <a:latin typeface="Times New Roman"/>
                <a:cs typeface="Times New Roman"/>
              </a:rPr>
              <a:t>brought</a:t>
            </a:r>
            <a:r>
              <a:rPr sz="1200" spc="135" dirty="0">
                <a:latin typeface="Times New Roman"/>
                <a:cs typeface="Times New Roman"/>
              </a:rPr>
              <a:t> </a:t>
            </a:r>
            <a:r>
              <a:rPr sz="1200" dirty="0">
                <a:latin typeface="Times New Roman"/>
                <a:cs typeface="Times New Roman"/>
              </a:rPr>
              <a:t>Widgets,</a:t>
            </a:r>
            <a:r>
              <a:rPr sz="1200" spc="145" dirty="0">
                <a:latin typeface="Times New Roman"/>
                <a:cs typeface="Times New Roman"/>
              </a:rPr>
              <a:t> </a:t>
            </a:r>
            <a:r>
              <a:rPr sz="1200" spc="-5" dirty="0">
                <a:latin typeface="Times New Roman"/>
                <a:cs typeface="Times New Roman"/>
              </a:rPr>
              <a:t>where</a:t>
            </a:r>
            <a:r>
              <a:rPr sz="1200" spc="155" dirty="0">
                <a:latin typeface="Times New Roman"/>
                <a:cs typeface="Times New Roman"/>
              </a:rPr>
              <a:t> </a:t>
            </a:r>
            <a:r>
              <a:rPr sz="1200" spc="-10" dirty="0">
                <a:latin typeface="Times New Roman"/>
                <a:cs typeface="Times New Roman"/>
              </a:rPr>
              <a:t>you</a:t>
            </a:r>
            <a:r>
              <a:rPr sz="1200" spc="130" dirty="0">
                <a:latin typeface="Times New Roman"/>
                <a:cs typeface="Times New Roman"/>
              </a:rPr>
              <a:t> </a:t>
            </a:r>
            <a:r>
              <a:rPr sz="1200" dirty="0">
                <a:latin typeface="Times New Roman"/>
                <a:cs typeface="Times New Roman"/>
              </a:rPr>
              <a:t>can</a:t>
            </a:r>
            <a:r>
              <a:rPr sz="1200" spc="150" dirty="0">
                <a:latin typeface="Times New Roman"/>
                <a:cs typeface="Times New Roman"/>
              </a:rPr>
              <a:t> </a:t>
            </a:r>
            <a:r>
              <a:rPr sz="1200" dirty="0">
                <a:latin typeface="Times New Roman"/>
                <a:cs typeface="Times New Roman"/>
              </a:rPr>
              <a:t>find</a:t>
            </a:r>
            <a:r>
              <a:rPr sz="1200" spc="145" dirty="0">
                <a:latin typeface="Times New Roman"/>
                <a:cs typeface="Times New Roman"/>
              </a:rPr>
              <a:t> </a:t>
            </a:r>
            <a:r>
              <a:rPr sz="1200" dirty="0">
                <a:latin typeface="Times New Roman"/>
                <a:cs typeface="Times New Roman"/>
              </a:rPr>
              <a:t>all</a:t>
            </a:r>
            <a:r>
              <a:rPr sz="1200" spc="135" dirty="0">
                <a:latin typeface="Times New Roman"/>
                <a:cs typeface="Times New Roman"/>
              </a:rPr>
              <a:t> </a:t>
            </a:r>
            <a:r>
              <a:rPr sz="1200" spc="-15" dirty="0">
                <a:latin typeface="Times New Roman"/>
                <a:cs typeface="Times New Roman"/>
              </a:rPr>
              <a:t>kinds</a:t>
            </a:r>
            <a:r>
              <a:rPr sz="1200" spc="125" dirty="0">
                <a:latin typeface="Times New Roman"/>
                <a:cs typeface="Times New Roman"/>
              </a:rPr>
              <a:t> </a:t>
            </a:r>
            <a:r>
              <a:rPr sz="1200" dirty="0">
                <a:latin typeface="Times New Roman"/>
                <a:cs typeface="Times New Roman"/>
              </a:rPr>
              <a:t>of</a:t>
            </a:r>
            <a:endParaRPr sz="1200">
              <a:latin typeface="Times New Roman"/>
              <a:cs typeface="Times New Roman"/>
            </a:endParaRPr>
          </a:p>
          <a:p>
            <a:pPr marL="478790" algn="just">
              <a:lnSpc>
                <a:spcPct val="100000"/>
              </a:lnSpc>
              <a:spcBef>
                <a:spcPts val="765"/>
              </a:spcBef>
            </a:pPr>
            <a:r>
              <a:rPr sz="1200" spc="-5" dirty="0">
                <a:latin typeface="Times New Roman"/>
                <a:cs typeface="Times New Roman"/>
              </a:rPr>
              <a:t>information</a:t>
            </a:r>
            <a:r>
              <a:rPr sz="1200" spc="-10"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just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5" dirty="0">
                <a:latin typeface="Times New Roman"/>
                <a:cs typeface="Times New Roman"/>
              </a:rPr>
              <a:t>click.</a:t>
            </a:r>
            <a:endParaRPr sz="1200">
              <a:latin typeface="Times New Roman"/>
              <a:cs typeface="Times New Roman"/>
            </a:endParaRPr>
          </a:p>
          <a:p>
            <a:pPr marL="478790" marR="8255" indent="-228600" algn="just">
              <a:lnSpc>
                <a:spcPct val="154200"/>
              </a:lnSpc>
              <a:spcBef>
                <a:spcPts val="890"/>
              </a:spcBef>
              <a:buFont typeface="Symbol"/>
              <a:buChar char=""/>
              <a:tabLst>
                <a:tab pos="479425" algn="l"/>
              </a:tabLst>
            </a:pPr>
            <a:r>
              <a:rPr sz="1200" spc="-5" dirty="0">
                <a:latin typeface="Times New Roman"/>
                <a:cs typeface="Times New Roman"/>
              </a:rPr>
              <a:t>During </a:t>
            </a:r>
            <a:r>
              <a:rPr sz="1200" dirty="0">
                <a:latin typeface="Times New Roman"/>
                <a:cs typeface="Times New Roman"/>
              </a:rPr>
              <a:t>the </a:t>
            </a:r>
            <a:r>
              <a:rPr sz="1200" spc="-10" dirty="0">
                <a:latin typeface="Times New Roman"/>
                <a:cs typeface="Times New Roman"/>
              </a:rPr>
              <a:t>Windows </a:t>
            </a:r>
            <a:r>
              <a:rPr sz="1200" dirty="0">
                <a:latin typeface="Times New Roman"/>
                <a:cs typeface="Times New Roman"/>
              </a:rPr>
              <a:t>11 </a:t>
            </a:r>
            <a:r>
              <a:rPr sz="1200" spc="-5" dirty="0">
                <a:latin typeface="Times New Roman"/>
                <a:cs typeface="Times New Roman"/>
              </a:rPr>
              <a:t>unveiling, Microsoft </a:t>
            </a:r>
            <a:r>
              <a:rPr sz="1200" spc="-10" dirty="0">
                <a:latin typeface="Times New Roman"/>
                <a:cs typeface="Times New Roman"/>
              </a:rPr>
              <a:t>announced </a:t>
            </a:r>
            <a:r>
              <a:rPr sz="1200" dirty="0">
                <a:latin typeface="Times New Roman"/>
                <a:cs typeface="Times New Roman"/>
              </a:rPr>
              <a:t>support for Auto </a:t>
            </a:r>
            <a:r>
              <a:rPr sz="1200" spc="-25" dirty="0">
                <a:latin typeface="Times New Roman"/>
                <a:cs typeface="Times New Roman"/>
              </a:rPr>
              <a:t>HDR </a:t>
            </a:r>
            <a:r>
              <a:rPr sz="1200" dirty="0">
                <a:latin typeface="Times New Roman"/>
                <a:cs typeface="Times New Roman"/>
              </a:rPr>
              <a:t>that </a:t>
            </a:r>
            <a:r>
              <a:rPr sz="1200" spc="5" dirty="0">
                <a:latin typeface="Times New Roman"/>
                <a:cs typeface="Times New Roman"/>
              </a:rPr>
              <a:t> </a:t>
            </a:r>
            <a:r>
              <a:rPr sz="1200" dirty="0">
                <a:latin typeface="Times New Roman"/>
                <a:cs typeface="Times New Roman"/>
              </a:rPr>
              <a:t>would </a:t>
            </a:r>
            <a:r>
              <a:rPr sz="1200" spc="-10" dirty="0">
                <a:latin typeface="Times New Roman"/>
                <a:cs typeface="Times New Roman"/>
              </a:rPr>
              <a:t>elevate </a:t>
            </a:r>
            <a:r>
              <a:rPr sz="1200" spc="-5" dirty="0">
                <a:latin typeface="Times New Roman"/>
                <a:cs typeface="Times New Roman"/>
              </a:rPr>
              <a:t>the </a:t>
            </a:r>
            <a:r>
              <a:rPr sz="1200" spc="-10" dirty="0">
                <a:latin typeface="Times New Roman"/>
                <a:cs typeface="Times New Roman"/>
              </a:rPr>
              <a:t>viewing experience </a:t>
            </a:r>
            <a:r>
              <a:rPr sz="1200" dirty="0">
                <a:latin typeface="Times New Roman"/>
                <a:cs typeface="Times New Roman"/>
              </a:rPr>
              <a:t>while </a:t>
            </a:r>
            <a:r>
              <a:rPr sz="1200" spc="-10" dirty="0">
                <a:latin typeface="Times New Roman"/>
                <a:cs typeface="Times New Roman"/>
              </a:rPr>
              <a:t>playing </a:t>
            </a:r>
            <a:r>
              <a:rPr sz="1200" spc="-15" dirty="0">
                <a:latin typeface="Times New Roman"/>
                <a:cs typeface="Times New Roman"/>
              </a:rPr>
              <a:t>games. </a:t>
            </a:r>
            <a:r>
              <a:rPr sz="1200" spc="-10" dirty="0">
                <a:latin typeface="Times New Roman"/>
                <a:cs typeface="Times New Roman"/>
              </a:rPr>
              <a:t>While </a:t>
            </a:r>
            <a:r>
              <a:rPr sz="1200" spc="-5" dirty="0">
                <a:latin typeface="Times New Roman"/>
                <a:cs typeface="Times New Roman"/>
              </a:rPr>
              <a:t>we have </a:t>
            </a:r>
            <a:r>
              <a:rPr sz="1200" spc="-20" dirty="0">
                <a:latin typeface="Times New Roman"/>
                <a:cs typeface="Times New Roman"/>
              </a:rPr>
              <a:t>not </a:t>
            </a:r>
            <a:r>
              <a:rPr sz="1200" dirty="0">
                <a:latin typeface="Times New Roman"/>
                <a:cs typeface="Times New Roman"/>
              </a:rPr>
              <a:t>tried it </a:t>
            </a:r>
            <a:r>
              <a:rPr sz="1200" spc="5" dirty="0">
                <a:latin typeface="Times New Roman"/>
                <a:cs typeface="Times New Roman"/>
              </a:rPr>
              <a:t> </a:t>
            </a:r>
            <a:r>
              <a:rPr sz="1200" dirty="0">
                <a:latin typeface="Times New Roman"/>
                <a:cs typeface="Times New Roman"/>
              </a:rPr>
              <a:t>on our </a:t>
            </a:r>
            <a:r>
              <a:rPr sz="1200" spc="-5" dirty="0">
                <a:latin typeface="Times New Roman"/>
                <a:cs typeface="Times New Roman"/>
              </a:rPr>
              <a:t>system so far, </a:t>
            </a:r>
            <a:r>
              <a:rPr sz="1200" dirty="0">
                <a:latin typeface="Times New Roman"/>
                <a:cs typeface="Times New Roman"/>
              </a:rPr>
              <a:t>it sure </a:t>
            </a:r>
            <a:r>
              <a:rPr sz="1200" spc="-5" dirty="0">
                <a:latin typeface="Times New Roman"/>
                <a:cs typeface="Times New Roman"/>
              </a:rPr>
              <a:t>sounds </a:t>
            </a:r>
            <a:r>
              <a:rPr sz="1200" dirty="0">
                <a:latin typeface="Times New Roman"/>
                <a:cs typeface="Times New Roman"/>
              </a:rPr>
              <a:t>like a great feature for the </a:t>
            </a:r>
            <a:r>
              <a:rPr sz="1200" spc="-15" dirty="0">
                <a:latin typeface="Times New Roman"/>
                <a:cs typeface="Times New Roman"/>
              </a:rPr>
              <a:t>massive</a:t>
            </a:r>
            <a:r>
              <a:rPr sz="1200" spc="-10" dirty="0">
                <a:latin typeface="Times New Roman"/>
                <a:cs typeface="Times New Roman"/>
              </a:rPr>
              <a:t> </a:t>
            </a:r>
            <a:r>
              <a:rPr sz="1200" dirty="0">
                <a:latin typeface="Times New Roman"/>
                <a:cs typeface="Times New Roman"/>
              </a:rPr>
              <a:t>gaming </a:t>
            </a:r>
            <a:r>
              <a:rPr sz="1200" spc="5" dirty="0">
                <a:latin typeface="Times New Roman"/>
                <a:cs typeface="Times New Roman"/>
              </a:rPr>
              <a:t> </a:t>
            </a:r>
            <a:r>
              <a:rPr sz="1200" spc="-15" dirty="0">
                <a:latin typeface="Times New Roman"/>
                <a:cs typeface="Times New Roman"/>
              </a:rPr>
              <a:t>community </a:t>
            </a:r>
            <a:r>
              <a:rPr sz="1200" dirty="0">
                <a:latin typeface="Times New Roman"/>
                <a:cs typeface="Times New Roman"/>
              </a:rPr>
              <a:t>on</a:t>
            </a:r>
            <a:r>
              <a:rPr sz="1200" spc="-15" dirty="0">
                <a:latin typeface="Times New Roman"/>
                <a:cs typeface="Times New Roman"/>
              </a:rPr>
              <a:t> Windows.</a:t>
            </a:r>
            <a:endParaRPr sz="1200">
              <a:latin typeface="Times New Roman"/>
              <a:cs typeface="Times New Roman"/>
            </a:endParaRPr>
          </a:p>
        </p:txBody>
      </p:sp>
      <p:sp>
        <p:nvSpPr>
          <p:cNvPr id="6" name="object 6"/>
          <p:cNvSpPr txBox="1"/>
          <p:nvPr/>
        </p:nvSpPr>
        <p:spPr>
          <a:xfrm>
            <a:off x="892555" y="5512054"/>
            <a:ext cx="5780405" cy="412622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User</a:t>
            </a:r>
            <a:r>
              <a:rPr sz="1200" b="1" spc="-65" dirty="0">
                <a:latin typeface="Times New Roman"/>
                <a:cs typeface="Times New Roman"/>
              </a:rPr>
              <a:t> </a:t>
            </a:r>
            <a:r>
              <a:rPr sz="1200" b="1" spc="-15" dirty="0">
                <a:latin typeface="Times New Roman"/>
                <a:cs typeface="Times New Roman"/>
              </a:rPr>
              <a:t>Interface</a:t>
            </a:r>
            <a:endParaRPr sz="1200">
              <a:latin typeface="Times New Roman"/>
              <a:cs typeface="Times New Roman"/>
            </a:endParaRPr>
          </a:p>
          <a:p>
            <a:pPr marL="12700" marR="60325" indent="457200">
              <a:lnSpc>
                <a:spcPct val="155000"/>
              </a:lnSpc>
              <a:spcBef>
                <a:spcPts val="515"/>
              </a:spcBef>
            </a:pPr>
            <a:r>
              <a:rPr sz="1200" dirty="0">
                <a:latin typeface="Times New Roman"/>
                <a:cs typeface="Times New Roman"/>
              </a:rPr>
              <a:t>Windows</a:t>
            </a:r>
            <a:r>
              <a:rPr sz="1200" spc="75" dirty="0">
                <a:latin typeface="Times New Roman"/>
                <a:cs typeface="Times New Roman"/>
              </a:rPr>
              <a:t> </a:t>
            </a:r>
            <a:r>
              <a:rPr sz="1200" dirty="0">
                <a:latin typeface="Times New Roman"/>
                <a:cs typeface="Times New Roman"/>
              </a:rPr>
              <a:t>11</a:t>
            </a:r>
            <a:r>
              <a:rPr sz="1200" spc="80" dirty="0">
                <a:latin typeface="Times New Roman"/>
                <a:cs typeface="Times New Roman"/>
              </a:rPr>
              <a:t> </a:t>
            </a:r>
            <a:r>
              <a:rPr sz="1200" spc="-5" dirty="0">
                <a:latin typeface="Times New Roman"/>
                <a:cs typeface="Times New Roman"/>
              </a:rPr>
              <a:t>features</a:t>
            </a:r>
            <a:r>
              <a:rPr sz="1200" spc="120" dirty="0">
                <a:latin typeface="Times New Roman"/>
                <a:cs typeface="Times New Roman"/>
              </a:rPr>
              <a:t> </a:t>
            </a:r>
            <a:r>
              <a:rPr sz="1200" dirty="0">
                <a:latin typeface="Times New Roman"/>
                <a:cs typeface="Times New Roman"/>
              </a:rPr>
              <a:t>a</a:t>
            </a:r>
            <a:r>
              <a:rPr sz="1200" spc="90" dirty="0">
                <a:latin typeface="Times New Roman"/>
                <a:cs typeface="Times New Roman"/>
              </a:rPr>
              <a:t> </a:t>
            </a:r>
            <a:r>
              <a:rPr sz="1200" spc="-5" dirty="0">
                <a:latin typeface="Times New Roman"/>
                <a:cs typeface="Times New Roman"/>
              </a:rPr>
              <a:t>new</a:t>
            </a:r>
            <a:r>
              <a:rPr sz="1200" spc="90" dirty="0">
                <a:latin typeface="Times New Roman"/>
                <a:cs typeface="Times New Roman"/>
              </a:rPr>
              <a:t> </a:t>
            </a:r>
            <a:r>
              <a:rPr sz="1200" spc="-10" dirty="0">
                <a:latin typeface="Times New Roman"/>
                <a:cs typeface="Times New Roman"/>
              </a:rPr>
              <a:t>task-based</a:t>
            </a:r>
            <a:r>
              <a:rPr sz="1200" spc="105" dirty="0">
                <a:latin typeface="Times New Roman"/>
                <a:cs typeface="Times New Roman"/>
              </a:rPr>
              <a:t> </a:t>
            </a:r>
            <a:r>
              <a:rPr sz="1200" spc="-5" dirty="0">
                <a:latin typeface="Times New Roman"/>
                <a:cs typeface="Times New Roman"/>
              </a:rPr>
              <a:t>graphical</a:t>
            </a:r>
            <a:r>
              <a:rPr sz="1200" spc="135" dirty="0">
                <a:latin typeface="Times New Roman"/>
                <a:cs typeface="Times New Roman"/>
              </a:rPr>
              <a:t> </a:t>
            </a:r>
            <a:r>
              <a:rPr sz="1200" spc="-5" dirty="0">
                <a:latin typeface="Times New Roman"/>
                <a:cs typeface="Times New Roman"/>
              </a:rPr>
              <a:t>user</a:t>
            </a:r>
            <a:r>
              <a:rPr sz="1200" spc="95" dirty="0">
                <a:latin typeface="Times New Roman"/>
                <a:cs typeface="Times New Roman"/>
              </a:rPr>
              <a:t> </a:t>
            </a:r>
            <a:r>
              <a:rPr sz="1200" spc="-5" dirty="0">
                <a:latin typeface="Times New Roman"/>
                <a:cs typeface="Times New Roman"/>
              </a:rPr>
              <a:t>interface.</a:t>
            </a:r>
            <a:r>
              <a:rPr sz="1200" spc="95"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spc="-5" dirty="0">
                <a:latin typeface="Times New Roman"/>
                <a:cs typeface="Times New Roman"/>
              </a:rPr>
              <a:t>Start</a:t>
            </a:r>
            <a:r>
              <a:rPr sz="1200" spc="95" dirty="0">
                <a:latin typeface="Times New Roman"/>
                <a:cs typeface="Times New Roman"/>
              </a:rPr>
              <a:t> </a:t>
            </a:r>
            <a:r>
              <a:rPr sz="1200" dirty="0">
                <a:latin typeface="Times New Roman"/>
                <a:cs typeface="Times New Roman"/>
              </a:rPr>
              <a:t>menu</a:t>
            </a:r>
            <a:r>
              <a:rPr sz="1200" spc="90" dirty="0">
                <a:latin typeface="Times New Roman"/>
                <a:cs typeface="Times New Roman"/>
              </a:rPr>
              <a:t> </a:t>
            </a:r>
            <a:r>
              <a:rPr sz="1200" spc="-20" dirty="0">
                <a:latin typeface="Times New Roman"/>
                <a:cs typeface="Times New Roman"/>
              </a:rPr>
              <a:t>and </a:t>
            </a:r>
            <a:r>
              <a:rPr sz="1200" spc="-285" dirty="0">
                <a:latin typeface="Times New Roman"/>
                <a:cs typeface="Times New Roman"/>
              </a:rPr>
              <a:t> </a:t>
            </a:r>
            <a:r>
              <a:rPr sz="1200" spc="-5" dirty="0">
                <a:latin typeface="Times New Roman"/>
                <a:cs typeface="Times New Roman"/>
              </a:rPr>
              <a:t>windows</a:t>
            </a:r>
            <a:r>
              <a:rPr sz="1200" spc="-50" dirty="0">
                <a:latin typeface="Times New Roman"/>
                <a:cs typeface="Times New Roman"/>
              </a:rPr>
              <a:t> </a:t>
            </a:r>
            <a:r>
              <a:rPr sz="1200" dirty="0">
                <a:latin typeface="Times New Roman"/>
                <a:cs typeface="Times New Roman"/>
              </a:rPr>
              <a:t>indexing</a:t>
            </a:r>
            <a:r>
              <a:rPr sz="1200" spc="-30" dirty="0">
                <a:latin typeface="Times New Roman"/>
                <a:cs typeface="Times New Roman"/>
              </a:rPr>
              <a:t> </a:t>
            </a:r>
            <a:r>
              <a:rPr sz="1200" spc="-5" dirty="0">
                <a:latin typeface="Times New Roman"/>
                <a:cs typeface="Times New Roman"/>
              </a:rPr>
              <a:t>service</a:t>
            </a:r>
            <a:r>
              <a:rPr sz="1200" spc="-15" dirty="0">
                <a:latin typeface="Times New Roman"/>
                <a:cs typeface="Times New Roman"/>
              </a:rPr>
              <a:t> </a:t>
            </a:r>
            <a:r>
              <a:rPr sz="1200" spc="-5" dirty="0">
                <a:latin typeface="Times New Roman"/>
                <a:cs typeface="Times New Roman"/>
              </a:rPr>
              <a:t>were</a:t>
            </a:r>
            <a:r>
              <a:rPr sz="1200" spc="-15" dirty="0">
                <a:latin typeface="Times New Roman"/>
                <a:cs typeface="Times New Roman"/>
              </a:rPr>
              <a:t> </a:t>
            </a:r>
            <a:r>
              <a:rPr sz="1200" spc="-5" dirty="0">
                <a:latin typeface="Times New Roman"/>
                <a:cs typeface="Times New Roman"/>
              </a:rPr>
              <a:t>redesigned</a:t>
            </a:r>
            <a:r>
              <a:rPr sz="120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dirty="0">
                <a:latin typeface="Times New Roman"/>
                <a:cs typeface="Times New Roman"/>
              </a:rPr>
              <a:t>many</a:t>
            </a:r>
            <a:r>
              <a:rPr sz="1200" spc="-25" dirty="0">
                <a:latin typeface="Times New Roman"/>
                <a:cs typeface="Times New Roman"/>
              </a:rPr>
              <a:t> </a:t>
            </a:r>
            <a:r>
              <a:rPr sz="1200" dirty="0">
                <a:latin typeface="Times New Roman"/>
                <a:cs typeface="Times New Roman"/>
              </a:rPr>
              <a:t>visual</a:t>
            </a:r>
            <a:r>
              <a:rPr sz="1200" spc="-20" dirty="0">
                <a:latin typeface="Times New Roman"/>
                <a:cs typeface="Times New Roman"/>
              </a:rPr>
              <a:t> </a:t>
            </a:r>
            <a:r>
              <a:rPr sz="1200" spc="-5" dirty="0">
                <a:latin typeface="Times New Roman"/>
                <a:cs typeface="Times New Roman"/>
              </a:rPr>
              <a:t>effects</a:t>
            </a:r>
            <a:r>
              <a:rPr sz="1200" spc="5" dirty="0">
                <a:latin typeface="Times New Roman"/>
                <a:cs typeface="Times New Roman"/>
              </a:rPr>
              <a:t> </a:t>
            </a:r>
            <a:r>
              <a:rPr sz="1200" spc="-5" dirty="0">
                <a:latin typeface="Times New Roman"/>
                <a:cs typeface="Times New Roman"/>
              </a:rPr>
              <a:t>were</a:t>
            </a:r>
            <a:r>
              <a:rPr sz="1200" spc="-15" dirty="0">
                <a:latin typeface="Times New Roman"/>
                <a:cs typeface="Times New Roman"/>
              </a:rPr>
              <a:t> </a:t>
            </a:r>
            <a:r>
              <a:rPr sz="1200" spc="-5" dirty="0">
                <a:latin typeface="Times New Roman"/>
                <a:cs typeface="Times New Roman"/>
              </a:rPr>
              <a:t>added,</a:t>
            </a:r>
            <a:r>
              <a:rPr sz="1200" spc="-10" dirty="0">
                <a:latin typeface="Times New Roman"/>
                <a:cs typeface="Times New Roman"/>
              </a:rPr>
              <a:t> </a:t>
            </a:r>
            <a:r>
              <a:rPr sz="1200" spc="-15" dirty="0">
                <a:latin typeface="Times New Roman"/>
                <a:cs typeface="Times New Roman"/>
              </a:rPr>
              <a:t>including:</a:t>
            </a:r>
            <a:endParaRPr sz="1200">
              <a:latin typeface="Times New Roman"/>
              <a:cs typeface="Times New Roman"/>
            </a:endParaRPr>
          </a:p>
          <a:p>
            <a:pPr>
              <a:lnSpc>
                <a:spcPct val="100000"/>
              </a:lnSpc>
              <a:spcBef>
                <a:spcPts val="35"/>
              </a:spcBef>
            </a:pPr>
            <a:endParaRPr sz="1550">
              <a:latin typeface="Times New Roman"/>
              <a:cs typeface="Times New Roman"/>
            </a:endParaRPr>
          </a:p>
          <a:p>
            <a:pPr marL="478790" marR="12065" indent="-228600" algn="just">
              <a:lnSpc>
                <a:spcPct val="106900"/>
              </a:lnSpc>
              <a:spcBef>
                <a:spcPts val="5"/>
              </a:spcBef>
              <a:buClr>
                <a:srgbClr val="000000"/>
              </a:buClr>
              <a:buSzPct val="108333"/>
              <a:buChar char="●"/>
              <a:tabLst>
                <a:tab pos="479425" algn="l"/>
              </a:tabLst>
            </a:pPr>
            <a:r>
              <a:rPr sz="1200" dirty="0">
                <a:solidFill>
                  <a:srgbClr val="1F1F20"/>
                </a:solidFill>
                <a:latin typeface="Times New Roman"/>
                <a:cs typeface="Times New Roman"/>
              </a:rPr>
              <a:t>Translucency, </a:t>
            </a:r>
            <a:r>
              <a:rPr sz="1200" spc="-5" dirty="0">
                <a:solidFill>
                  <a:srgbClr val="1F1F20"/>
                </a:solidFill>
                <a:latin typeface="Times New Roman"/>
                <a:cs typeface="Times New Roman"/>
              </a:rPr>
              <a:t>shadows, </a:t>
            </a:r>
            <a:r>
              <a:rPr sz="1200" dirty="0">
                <a:solidFill>
                  <a:srgbClr val="1F1F20"/>
                </a:solidFill>
                <a:latin typeface="Times New Roman"/>
                <a:cs typeface="Times New Roman"/>
              </a:rPr>
              <a:t>a </a:t>
            </a:r>
            <a:r>
              <a:rPr sz="1200" spc="-5" dirty="0">
                <a:solidFill>
                  <a:srgbClr val="1F1F20"/>
                </a:solidFill>
                <a:latin typeface="Times New Roman"/>
                <a:cs typeface="Times New Roman"/>
              </a:rPr>
              <a:t>new colour </a:t>
            </a:r>
            <a:r>
              <a:rPr sz="1200" dirty="0">
                <a:solidFill>
                  <a:srgbClr val="1F1F20"/>
                </a:solidFill>
                <a:latin typeface="Times New Roman"/>
                <a:cs typeface="Times New Roman"/>
              </a:rPr>
              <a:t>palette, and </a:t>
            </a:r>
            <a:r>
              <a:rPr sz="1200" spc="-5" dirty="0">
                <a:solidFill>
                  <a:srgbClr val="1F1F20"/>
                </a:solidFill>
                <a:latin typeface="Times New Roman"/>
                <a:cs typeface="Times New Roman"/>
              </a:rPr>
              <a:t>rounded </a:t>
            </a:r>
            <a:r>
              <a:rPr sz="1200" dirty="0">
                <a:solidFill>
                  <a:srgbClr val="1F1F20"/>
                </a:solidFill>
                <a:latin typeface="Times New Roman"/>
                <a:cs typeface="Times New Roman"/>
              </a:rPr>
              <a:t>geometry are </a:t>
            </a:r>
            <a:r>
              <a:rPr sz="1200" spc="-10" dirty="0">
                <a:solidFill>
                  <a:srgbClr val="1F1F20"/>
                </a:solidFill>
                <a:latin typeface="Times New Roman"/>
                <a:cs typeface="Times New Roman"/>
              </a:rPr>
              <a:t>prevalent </a:t>
            </a:r>
            <a:r>
              <a:rPr sz="1200" spc="-5" dirty="0">
                <a:solidFill>
                  <a:srgbClr val="1F1F20"/>
                </a:solidFill>
                <a:latin typeface="Times New Roman"/>
                <a:cs typeface="Times New Roman"/>
              </a:rPr>
              <a:t> throughout</a:t>
            </a:r>
            <a:r>
              <a:rPr sz="1200" spc="-15" dirty="0">
                <a:solidFill>
                  <a:srgbClr val="1F1F20"/>
                </a:solidFill>
                <a:latin typeface="Times New Roman"/>
                <a:cs typeface="Times New Roman"/>
              </a:rPr>
              <a:t> </a:t>
            </a:r>
            <a:r>
              <a:rPr sz="1200" dirty="0">
                <a:solidFill>
                  <a:srgbClr val="1F1F20"/>
                </a:solidFill>
                <a:latin typeface="Times New Roman"/>
                <a:cs typeface="Times New Roman"/>
              </a:rPr>
              <a:t>the</a:t>
            </a:r>
            <a:r>
              <a:rPr sz="1200" spc="-15" dirty="0">
                <a:solidFill>
                  <a:srgbClr val="1F1F20"/>
                </a:solidFill>
                <a:latin typeface="Times New Roman"/>
                <a:cs typeface="Times New Roman"/>
              </a:rPr>
              <a:t> </a:t>
            </a:r>
            <a:r>
              <a:rPr sz="1200" spc="-35" dirty="0">
                <a:solidFill>
                  <a:srgbClr val="1F1F20"/>
                </a:solidFill>
                <a:latin typeface="Times New Roman"/>
                <a:cs typeface="Times New Roman"/>
              </a:rPr>
              <a:t>UI</a:t>
            </a:r>
            <a:endParaRPr sz="1200">
              <a:latin typeface="Times New Roman"/>
              <a:cs typeface="Times New Roman"/>
            </a:endParaRPr>
          </a:p>
          <a:p>
            <a:pPr marL="478790" marR="5080" indent="-228600" algn="just">
              <a:lnSpc>
                <a:spcPct val="107100"/>
              </a:lnSpc>
              <a:spcBef>
                <a:spcPts val="795"/>
              </a:spcBef>
              <a:buClr>
                <a:srgbClr val="000000"/>
              </a:buClr>
              <a:buSzPct val="108333"/>
              <a:buChar char="●"/>
              <a:tabLst>
                <a:tab pos="479425" algn="l"/>
              </a:tabLst>
            </a:pPr>
            <a:r>
              <a:rPr sz="1200" dirty="0">
                <a:solidFill>
                  <a:srgbClr val="1F1F20"/>
                </a:solidFill>
                <a:latin typeface="Times New Roman"/>
                <a:cs typeface="Times New Roman"/>
              </a:rPr>
              <a:t>The </a:t>
            </a:r>
            <a:r>
              <a:rPr sz="1200" spc="-10" dirty="0">
                <a:latin typeface="Times New Roman"/>
                <a:cs typeface="Times New Roman"/>
              </a:rPr>
              <a:t>taskbar’s </a:t>
            </a:r>
            <a:r>
              <a:rPr sz="1200" dirty="0">
                <a:solidFill>
                  <a:srgbClr val="1F1F20"/>
                </a:solidFill>
                <a:latin typeface="Times New Roman"/>
                <a:cs typeface="Times New Roman"/>
              </a:rPr>
              <a:t>buttons are </a:t>
            </a:r>
            <a:r>
              <a:rPr sz="1200" spc="-10" dirty="0">
                <a:solidFill>
                  <a:srgbClr val="1F1F20"/>
                </a:solidFill>
                <a:latin typeface="Times New Roman"/>
                <a:cs typeface="Times New Roman"/>
              </a:rPr>
              <a:t>center-aligned </a:t>
            </a:r>
            <a:r>
              <a:rPr sz="1200" spc="10" dirty="0">
                <a:solidFill>
                  <a:srgbClr val="1F1F20"/>
                </a:solidFill>
                <a:latin typeface="Times New Roman"/>
                <a:cs typeface="Times New Roman"/>
              </a:rPr>
              <a:t>by </a:t>
            </a:r>
            <a:r>
              <a:rPr sz="1200" spc="-10" dirty="0">
                <a:solidFill>
                  <a:srgbClr val="1F1F20"/>
                </a:solidFill>
                <a:latin typeface="Times New Roman"/>
                <a:cs typeface="Times New Roman"/>
              </a:rPr>
              <a:t>default, </a:t>
            </a:r>
            <a:r>
              <a:rPr sz="1200" spc="-5" dirty="0">
                <a:solidFill>
                  <a:srgbClr val="1F1F20"/>
                </a:solidFill>
                <a:latin typeface="Times New Roman"/>
                <a:cs typeface="Times New Roman"/>
              </a:rPr>
              <a:t>and </a:t>
            </a:r>
            <a:r>
              <a:rPr sz="1200" dirty="0">
                <a:solidFill>
                  <a:srgbClr val="1F1F20"/>
                </a:solidFill>
                <a:latin typeface="Times New Roman"/>
                <a:cs typeface="Times New Roman"/>
              </a:rPr>
              <a:t>it </a:t>
            </a:r>
            <a:r>
              <a:rPr sz="1200" spc="-5" dirty="0">
                <a:solidFill>
                  <a:srgbClr val="1F1F20"/>
                </a:solidFill>
                <a:latin typeface="Times New Roman"/>
                <a:cs typeface="Times New Roman"/>
              </a:rPr>
              <a:t>is </a:t>
            </a:r>
            <a:r>
              <a:rPr sz="1200" spc="-10" dirty="0">
                <a:solidFill>
                  <a:srgbClr val="1F1F20"/>
                </a:solidFill>
                <a:latin typeface="Times New Roman"/>
                <a:cs typeface="Times New Roman"/>
              </a:rPr>
              <a:t>permanently pinned </a:t>
            </a:r>
            <a:r>
              <a:rPr sz="1200" dirty="0">
                <a:solidFill>
                  <a:srgbClr val="1F1F20"/>
                </a:solidFill>
                <a:latin typeface="Times New Roman"/>
                <a:cs typeface="Times New Roman"/>
              </a:rPr>
              <a:t>to </a:t>
            </a:r>
            <a:r>
              <a:rPr sz="1200" spc="-15" dirty="0">
                <a:solidFill>
                  <a:srgbClr val="1F1F20"/>
                </a:solidFill>
                <a:latin typeface="Times New Roman"/>
                <a:cs typeface="Times New Roman"/>
              </a:rPr>
              <a:t>the </a:t>
            </a:r>
            <a:r>
              <a:rPr sz="1200" spc="-10" dirty="0">
                <a:solidFill>
                  <a:srgbClr val="1F1F20"/>
                </a:solidFill>
                <a:latin typeface="Times New Roman"/>
                <a:cs typeface="Times New Roman"/>
              </a:rPr>
              <a:t> </a:t>
            </a:r>
            <a:r>
              <a:rPr sz="1200" dirty="0">
                <a:solidFill>
                  <a:srgbClr val="1F1F20"/>
                </a:solidFill>
                <a:latin typeface="Times New Roman"/>
                <a:cs typeface="Times New Roman"/>
              </a:rPr>
              <a:t>bottom edge of the screen; it cannot </a:t>
            </a:r>
            <a:r>
              <a:rPr sz="1200" spc="5" dirty="0">
                <a:solidFill>
                  <a:srgbClr val="1F1F20"/>
                </a:solidFill>
                <a:latin typeface="Times New Roman"/>
                <a:cs typeface="Times New Roman"/>
              </a:rPr>
              <a:t>be </a:t>
            </a:r>
            <a:r>
              <a:rPr sz="1200" dirty="0">
                <a:solidFill>
                  <a:srgbClr val="1F1F20"/>
                </a:solidFill>
                <a:latin typeface="Times New Roman"/>
                <a:cs typeface="Times New Roman"/>
              </a:rPr>
              <a:t>moved </a:t>
            </a:r>
            <a:r>
              <a:rPr sz="1200" spc="5" dirty="0">
                <a:solidFill>
                  <a:srgbClr val="1F1F20"/>
                </a:solidFill>
                <a:latin typeface="Times New Roman"/>
                <a:cs typeface="Times New Roman"/>
              </a:rPr>
              <a:t>to </a:t>
            </a:r>
            <a:r>
              <a:rPr sz="1200" dirty="0">
                <a:solidFill>
                  <a:srgbClr val="1F1F20"/>
                </a:solidFill>
                <a:latin typeface="Times New Roman"/>
                <a:cs typeface="Times New Roman"/>
              </a:rPr>
              <a:t>the top, left, or right edges of </a:t>
            </a:r>
            <a:r>
              <a:rPr sz="1200" spc="-20" dirty="0">
                <a:solidFill>
                  <a:srgbClr val="1F1F20"/>
                </a:solidFill>
                <a:latin typeface="Times New Roman"/>
                <a:cs typeface="Times New Roman"/>
              </a:rPr>
              <a:t>the </a:t>
            </a:r>
            <a:r>
              <a:rPr sz="1200" spc="-15" dirty="0">
                <a:solidFill>
                  <a:srgbClr val="1F1F20"/>
                </a:solidFill>
                <a:latin typeface="Times New Roman"/>
                <a:cs typeface="Times New Roman"/>
              </a:rPr>
              <a:t> </a:t>
            </a:r>
            <a:r>
              <a:rPr sz="1200" spc="-20" dirty="0">
                <a:solidFill>
                  <a:srgbClr val="1F1F20"/>
                </a:solidFill>
                <a:latin typeface="Times New Roman"/>
                <a:cs typeface="Times New Roman"/>
              </a:rPr>
              <a:t>screen</a:t>
            </a:r>
            <a:endParaRPr sz="1200">
              <a:latin typeface="Times New Roman"/>
              <a:cs typeface="Times New Roman"/>
            </a:endParaRPr>
          </a:p>
          <a:p>
            <a:pPr marL="478790" indent="-229235">
              <a:lnSpc>
                <a:spcPct val="100000"/>
              </a:lnSpc>
              <a:spcBef>
                <a:spcPts val="1010"/>
              </a:spcBef>
              <a:buFont typeface="Arial MT"/>
              <a:buChar char="●"/>
              <a:tabLst>
                <a:tab pos="478790" algn="l"/>
                <a:tab pos="479425" algn="l"/>
              </a:tabLst>
            </a:pPr>
            <a:r>
              <a:rPr sz="1200" spc="-25" dirty="0">
                <a:latin typeface="Times New Roman"/>
                <a:cs typeface="Times New Roman"/>
              </a:rPr>
              <a:t>Task-based</a:t>
            </a:r>
            <a:r>
              <a:rPr sz="1200" spc="30" dirty="0">
                <a:latin typeface="Times New Roman"/>
                <a:cs typeface="Times New Roman"/>
              </a:rPr>
              <a:t> </a:t>
            </a:r>
            <a:r>
              <a:rPr sz="1200" spc="-5" dirty="0">
                <a:latin typeface="Times New Roman"/>
                <a:cs typeface="Times New Roman"/>
              </a:rPr>
              <a:t>sidebars</a:t>
            </a:r>
            <a:r>
              <a:rPr sz="1200" spc="-1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Explorer windows</a:t>
            </a:r>
            <a:r>
              <a:rPr sz="1200" spc="-30" dirty="0">
                <a:latin typeface="Times New Roman"/>
                <a:cs typeface="Times New Roman"/>
              </a:rPr>
              <a:t> </a:t>
            </a:r>
            <a:r>
              <a:rPr sz="1200" spc="-5" dirty="0">
                <a:latin typeface="Times New Roman"/>
                <a:cs typeface="Times New Roman"/>
              </a:rPr>
              <a:t>("common</a:t>
            </a:r>
            <a:r>
              <a:rPr sz="1200" spc="10" dirty="0">
                <a:latin typeface="Times New Roman"/>
                <a:cs typeface="Times New Roman"/>
              </a:rPr>
              <a:t> </a:t>
            </a:r>
            <a:r>
              <a:rPr sz="1200" spc="-15" dirty="0">
                <a:latin typeface="Times New Roman"/>
                <a:cs typeface="Times New Roman"/>
              </a:rPr>
              <a:t>tasks")</a:t>
            </a:r>
            <a:endParaRPr sz="1200">
              <a:latin typeface="Times New Roman"/>
              <a:cs typeface="Times New Roman"/>
            </a:endParaRPr>
          </a:p>
          <a:p>
            <a:pPr marL="478790" marR="62865" indent="-228600">
              <a:lnSpc>
                <a:spcPts val="2090"/>
              </a:lnSpc>
              <a:spcBef>
                <a:spcPts val="125"/>
              </a:spcBef>
              <a:buFont typeface="Arial MT"/>
              <a:buChar char="●"/>
              <a:tabLst>
                <a:tab pos="478790" algn="l"/>
                <a:tab pos="479425" algn="l"/>
              </a:tabLst>
            </a:pPr>
            <a:r>
              <a:rPr sz="1200" dirty="0">
                <a:latin typeface="Times New Roman"/>
                <a:cs typeface="Times New Roman"/>
              </a:rPr>
              <a:t>The</a:t>
            </a:r>
            <a:r>
              <a:rPr sz="1200" spc="90" dirty="0">
                <a:latin typeface="Times New Roman"/>
                <a:cs typeface="Times New Roman"/>
              </a:rPr>
              <a:t> </a:t>
            </a:r>
            <a:r>
              <a:rPr sz="1200" spc="-5" dirty="0">
                <a:latin typeface="Times New Roman"/>
                <a:cs typeface="Times New Roman"/>
              </a:rPr>
              <a:t>ability</a:t>
            </a:r>
            <a:r>
              <a:rPr sz="1200" spc="125" dirty="0">
                <a:latin typeface="Times New Roman"/>
                <a:cs typeface="Times New Roman"/>
              </a:rPr>
              <a:t> </a:t>
            </a:r>
            <a:r>
              <a:rPr sz="1200" dirty="0">
                <a:latin typeface="Times New Roman"/>
                <a:cs typeface="Times New Roman"/>
              </a:rPr>
              <a:t>to</a:t>
            </a:r>
            <a:r>
              <a:rPr sz="1200" spc="100" dirty="0">
                <a:latin typeface="Times New Roman"/>
                <a:cs typeface="Times New Roman"/>
              </a:rPr>
              <a:t> </a:t>
            </a:r>
            <a:r>
              <a:rPr sz="1200" spc="-5" dirty="0">
                <a:latin typeface="Times New Roman"/>
                <a:cs typeface="Times New Roman"/>
              </a:rPr>
              <a:t>group</a:t>
            </a:r>
            <a:r>
              <a:rPr sz="1200" spc="100"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spc="-5" dirty="0">
                <a:latin typeface="Times New Roman"/>
                <a:cs typeface="Times New Roman"/>
              </a:rPr>
              <a:t>taskbar</a:t>
            </a:r>
            <a:r>
              <a:rPr sz="1200" spc="120" dirty="0">
                <a:latin typeface="Times New Roman"/>
                <a:cs typeface="Times New Roman"/>
              </a:rPr>
              <a:t> </a:t>
            </a:r>
            <a:r>
              <a:rPr sz="1200" dirty="0">
                <a:latin typeface="Times New Roman"/>
                <a:cs typeface="Times New Roman"/>
              </a:rPr>
              <a:t>buttons</a:t>
            </a:r>
            <a:r>
              <a:rPr sz="1200" spc="85"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spc="-5" dirty="0">
                <a:latin typeface="Times New Roman"/>
                <a:cs typeface="Times New Roman"/>
              </a:rPr>
              <a:t>windows</a:t>
            </a:r>
            <a:r>
              <a:rPr sz="1200" spc="80" dirty="0">
                <a:latin typeface="Times New Roman"/>
                <a:cs typeface="Times New Roman"/>
              </a:rPr>
              <a:t> </a:t>
            </a:r>
            <a:r>
              <a:rPr sz="1200" dirty="0">
                <a:latin typeface="Times New Roman"/>
                <a:cs typeface="Times New Roman"/>
              </a:rPr>
              <a:t>of</a:t>
            </a:r>
            <a:r>
              <a:rPr sz="1200" spc="95" dirty="0">
                <a:latin typeface="Times New Roman"/>
                <a:cs typeface="Times New Roman"/>
              </a:rPr>
              <a:t> </a:t>
            </a:r>
            <a:r>
              <a:rPr sz="1200" dirty="0">
                <a:latin typeface="Times New Roman"/>
                <a:cs typeface="Times New Roman"/>
              </a:rPr>
              <a:t>one</a:t>
            </a:r>
            <a:r>
              <a:rPr sz="1200" spc="105" dirty="0">
                <a:latin typeface="Times New Roman"/>
                <a:cs typeface="Times New Roman"/>
              </a:rPr>
              <a:t> </a:t>
            </a:r>
            <a:r>
              <a:rPr sz="1200" spc="-5" dirty="0">
                <a:latin typeface="Times New Roman"/>
                <a:cs typeface="Times New Roman"/>
              </a:rPr>
              <a:t>application</a:t>
            </a:r>
            <a:r>
              <a:rPr sz="1200" spc="140" dirty="0">
                <a:latin typeface="Times New Roman"/>
                <a:cs typeface="Times New Roman"/>
              </a:rPr>
              <a:t> </a:t>
            </a:r>
            <a:r>
              <a:rPr sz="1200" dirty="0">
                <a:latin typeface="Times New Roman"/>
                <a:cs typeface="Times New Roman"/>
              </a:rPr>
              <a:t>into</a:t>
            </a:r>
            <a:r>
              <a:rPr sz="1200" spc="95" dirty="0">
                <a:latin typeface="Times New Roman"/>
                <a:cs typeface="Times New Roman"/>
              </a:rPr>
              <a:t> </a:t>
            </a:r>
            <a:r>
              <a:rPr sz="1200" spc="-20" dirty="0">
                <a:latin typeface="Times New Roman"/>
                <a:cs typeface="Times New Roman"/>
              </a:rPr>
              <a:t>one </a:t>
            </a:r>
            <a:r>
              <a:rPr sz="1200" spc="-285" dirty="0">
                <a:latin typeface="Times New Roman"/>
                <a:cs typeface="Times New Roman"/>
              </a:rPr>
              <a:t> </a:t>
            </a:r>
            <a:r>
              <a:rPr sz="1200" spc="-15" dirty="0">
                <a:latin typeface="Times New Roman"/>
                <a:cs typeface="Times New Roman"/>
              </a:rPr>
              <a:t>button</a:t>
            </a:r>
            <a:endParaRPr sz="1200">
              <a:latin typeface="Times New Roman"/>
              <a:cs typeface="Times New Roman"/>
            </a:endParaRPr>
          </a:p>
          <a:p>
            <a:pPr marL="478790" indent="-229235">
              <a:lnSpc>
                <a:spcPct val="100000"/>
              </a:lnSpc>
              <a:spcBef>
                <a:spcPts val="865"/>
              </a:spcBef>
              <a:buFont typeface="Arial MT"/>
              <a:buChar char="●"/>
              <a:tabLst>
                <a:tab pos="478790" algn="l"/>
                <a:tab pos="479425" algn="l"/>
              </a:tabLst>
            </a:pPr>
            <a:r>
              <a:rPr sz="1200" spc="-5" dirty="0">
                <a:latin typeface="Times New Roman"/>
                <a:cs typeface="Times New Roman"/>
              </a:rPr>
              <a:t>The</a:t>
            </a:r>
            <a:r>
              <a:rPr sz="1200" spc="-25" dirty="0">
                <a:latin typeface="Times New Roman"/>
                <a:cs typeface="Times New Roman"/>
              </a:rPr>
              <a:t> </a:t>
            </a:r>
            <a:r>
              <a:rPr sz="1200" spc="-5" dirty="0">
                <a:latin typeface="Times New Roman"/>
                <a:cs typeface="Times New Roman"/>
              </a:rPr>
              <a:t>ability</a:t>
            </a:r>
            <a:r>
              <a:rPr sz="1200" dirty="0">
                <a:latin typeface="Times New Roman"/>
                <a:cs typeface="Times New Roman"/>
              </a:rPr>
              <a:t> to</a:t>
            </a:r>
            <a:r>
              <a:rPr sz="1200" spc="-30" dirty="0">
                <a:latin typeface="Times New Roman"/>
                <a:cs typeface="Times New Roman"/>
              </a:rPr>
              <a:t> </a:t>
            </a:r>
            <a:r>
              <a:rPr sz="1200" spc="-5" dirty="0">
                <a:latin typeface="Times New Roman"/>
                <a:cs typeface="Times New Roman"/>
              </a:rPr>
              <a:t>lock</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taskbar and</a:t>
            </a:r>
            <a:r>
              <a:rPr sz="1200" spc="-20" dirty="0">
                <a:latin typeface="Times New Roman"/>
                <a:cs typeface="Times New Roman"/>
              </a:rPr>
              <a:t> </a:t>
            </a:r>
            <a:r>
              <a:rPr sz="1200" spc="-5" dirty="0">
                <a:latin typeface="Times New Roman"/>
                <a:cs typeface="Times New Roman"/>
              </a:rPr>
              <a:t>other</a:t>
            </a:r>
            <a:r>
              <a:rPr sz="1200" spc="-15" dirty="0">
                <a:latin typeface="Times New Roman"/>
                <a:cs typeface="Times New Roman"/>
              </a:rPr>
              <a:t> </a:t>
            </a:r>
            <a:r>
              <a:rPr sz="1200" spc="-5" dirty="0">
                <a:latin typeface="Times New Roman"/>
                <a:cs typeface="Times New Roman"/>
              </a:rPr>
              <a:t>toolbars</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prevent</a:t>
            </a:r>
            <a:r>
              <a:rPr sz="1200" spc="-10" dirty="0">
                <a:latin typeface="Times New Roman"/>
                <a:cs typeface="Times New Roman"/>
              </a:rPr>
              <a:t> </a:t>
            </a:r>
            <a:r>
              <a:rPr sz="1200" spc="-5" dirty="0">
                <a:latin typeface="Times New Roman"/>
                <a:cs typeface="Times New Roman"/>
              </a:rPr>
              <a:t>accidental</a:t>
            </a:r>
            <a:r>
              <a:rPr sz="1200" spc="55" dirty="0">
                <a:latin typeface="Times New Roman"/>
                <a:cs typeface="Times New Roman"/>
              </a:rPr>
              <a:t> </a:t>
            </a:r>
            <a:r>
              <a:rPr sz="1200" spc="-20" dirty="0">
                <a:latin typeface="Times New Roman"/>
                <a:cs typeface="Times New Roman"/>
              </a:rPr>
              <a:t>changes</a:t>
            </a:r>
            <a:endParaRPr sz="1200">
              <a:latin typeface="Times New Roman"/>
              <a:cs typeface="Times New Roman"/>
            </a:endParaRPr>
          </a:p>
          <a:p>
            <a:pPr marL="478790" indent="-229235">
              <a:lnSpc>
                <a:spcPct val="100000"/>
              </a:lnSpc>
              <a:spcBef>
                <a:spcPts val="905"/>
              </a:spcBef>
              <a:buFont typeface="Arial MT"/>
              <a:buChar char="●"/>
              <a:tabLst>
                <a:tab pos="478790" algn="l"/>
                <a:tab pos="479425" algn="l"/>
              </a:tabLst>
            </a:pP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highlighting</a:t>
            </a:r>
            <a:r>
              <a:rPr sz="1200" dirty="0">
                <a:latin typeface="Times New Roman"/>
                <a:cs typeface="Times New Roman"/>
              </a:rPr>
              <a:t> of</a:t>
            </a:r>
            <a:r>
              <a:rPr sz="1200" spc="-30" dirty="0">
                <a:latin typeface="Times New Roman"/>
                <a:cs typeface="Times New Roman"/>
              </a:rPr>
              <a:t> </a:t>
            </a:r>
            <a:r>
              <a:rPr sz="1200" spc="-5" dirty="0">
                <a:latin typeface="Times New Roman"/>
                <a:cs typeface="Times New Roman"/>
              </a:rPr>
              <a:t>recently</a:t>
            </a:r>
            <a:r>
              <a:rPr sz="1200" spc="5" dirty="0">
                <a:latin typeface="Times New Roman"/>
                <a:cs typeface="Times New Roman"/>
              </a:rPr>
              <a:t> </a:t>
            </a:r>
            <a:r>
              <a:rPr sz="1200" spc="-5" dirty="0">
                <a:latin typeface="Times New Roman"/>
                <a:cs typeface="Times New Roman"/>
              </a:rPr>
              <a:t>added</a:t>
            </a:r>
            <a:r>
              <a:rPr sz="1200" spc="-15" dirty="0">
                <a:latin typeface="Times New Roman"/>
                <a:cs typeface="Times New Roman"/>
              </a:rPr>
              <a:t> </a:t>
            </a:r>
            <a:r>
              <a:rPr sz="1200" spc="-5" dirty="0">
                <a:latin typeface="Times New Roman"/>
                <a:cs typeface="Times New Roman"/>
              </a:rPr>
              <a:t>programs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Start</a:t>
            </a:r>
            <a:r>
              <a:rPr sz="1200" spc="-10" dirty="0">
                <a:latin typeface="Times New Roman"/>
                <a:cs typeface="Times New Roman"/>
              </a:rPr>
              <a:t> </a:t>
            </a:r>
            <a:r>
              <a:rPr sz="1200" spc="-20" dirty="0">
                <a:latin typeface="Times New Roman"/>
                <a:cs typeface="Times New Roman"/>
              </a:rPr>
              <a:t>menu</a:t>
            </a:r>
            <a:endParaRPr sz="1200">
              <a:latin typeface="Times New Roman"/>
              <a:cs typeface="Times New Roman"/>
            </a:endParaRPr>
          </a:p>
          <a:p>
            <a:pPr marL="478790" marR="65405" indent="-228600">
              <a:lnSpc>
                <a:spcPts val="2090"/>
              </a:lnSpc>
              <a:spcBef>
                <a:spcPts val="60"/>
              </a:spcBef>
              <a:buFont typeface="Arial MT"/>
              <a:buChar char="●"/>
              <a:tabLst>
                <a:tab pos="478790" algn="l"/>
                <a:tab pos="479425" algn="l"/>
              </a:tabLst>
            </a:pPr>
            <a:r>
              <a:rPr sz="1200" spc="-5" dirty="0">
                <a:latin typeface="Times New Roman"/>
                <a:cs typeface="Times New Roman"/>
              </a:rPr>
              <a:t>Shadows</a:t>
            </a:r>
            <a:r>
              <a:rPr sz="1200" spc="110" dirty="0">
                <a:latin typeface="Times New Roman"/>
                <a:cs typeface="Times New Roman"/>
              </a:rPr>
              <a:t> </a:t>
            </a:r>
            <a:r>
              <a:rPr sz="1200" spc="-5" dirty="0">
                <a:latin typeface="Times New Roman"/>
                <a:cs typeface="Times New Roman"/>
              </a:rPr>
              <a:t>under</a:t>
            </a:r>
            <a:r>
              <a:rPr sz="1200" spc="125" dirty="0">
                <a:latin typeface="Times New Roman"/>
                <a:cs typeface="Times New Roman"/>
              </a:rPr>
              <a:t> </a:t>
            </a:r>
            <a:r>
              <a:rPr sz="1200" dirty="0">
                <a:latin typeface="Times New Roman"/>
                <a:cs typeface="Times New Roman"/>
              </a:rPr>
              <a:t>menus</a:t>
            </a:r>
            <a:r>
              <a:rPr sz="1200" spc="120" dirty="0">
                <a:latin typeface="Times New Roman"/>
                <a:cs typeface="Times New Roman"/>
              </a:rPr>
              <a:t> </a:t>
            </a:r>
            <a:r>
              <a:rPr sz="1200" dirty="0">
                <a:latin typeface="Times New Roman"/>
                <a:cs typeface="Times New Roman"/>
              </a:rPr>
              <a:t>(Windows</a:t>
            </a:r>
            <a:r>
              <a:rPr sz="1200" spc="130" dirty="0">
                <a:latin typeface="Times New Roman"/>
                <a:cs typeface="Times New Roman"/>
              </a:rPr>
              <a:t> </a:t>
            </a:r>
            <a:r>
              <a:rPr sz="1200" dirty="0">
                <a:latin typeface="Times New Roman"/>
                <a:cs typeface="Times New Roman"/>
              </a:rPr>
              <a:t>2000</a:t>
            </a:r>
            <a:r>
              <a:rPr sz="1200" spc="125" dirty="0">
                <a:latin typeface="Times New Roman"/>
                <a:cs typeface="Times New Roman"/>
              </a:rPr>
              <a:t> </a:t>
            </a:r>
            <a:r>
              <a:rPr sz="1200" spc="-5" dirty="0">
                <a:latin typeface="Times New Roman"/>
                <a:cs typeface="Times New Roman"/>
              </a:rPr>
              <a:t>had</a:t>
            </a:r>
            <a:r>
              <a:rPr sz="1200" spc="120" dirty="0">
                <a:latin typeface="Times New Roman"/>
                <a:cs typeface="Times New Roman"/>
              </a:rPr>
              <a:t> </a:t>
            </a:r>
            <a:r>
              <a:rPr sz="1200" spc="-5" dirty="0">
                <a:latin typeface="Times New Roman"/>
                <a:cs typeface="Times New Roman"/>
              </a:rPr>
              <a:t>shadows</a:t>
            </a:r>
            <a:r>
              <a:rPr sz="1200" spc="120" dirty="0">
                <a:latin typeface="Times New Roman"/>
                <a:cs typeface="Times New Roman"/>
              </a:rPr>
              <a:t> </a:t>
            </a:r>
            <a:r>
              <a:rPr sz="1200" spc="-5" dirty="0">
                <a:latin typeface="Times New Roman"/>
                <a:cs typeface="Times New Roman"/>
              </a:rPr>
              <a:t>under</a:t>
            </a:r>
            <a:r>
              <a:rPr sz="1200" spc="130" dirty="0">
                <a:latin typeface="Times New Roman"/>
                <a:cs typeface="Times New Roman"/>
              </a:rPr>
              <a:t> </a:t>
            </a:r>
            <a:r>
              <a:rPr sz="1200" dirty="0">
                <a:latin typeface="Times New Roman"/>
                <a:cs typeface="Times New Roman"/>
              </a:rPr>
              <a:t>mouse</a:t>
            </a:r>
            <a:r>
              <a:rPr sz="1200" spc="125" dirty="0">
                <a:latin typeface="Times New Roman"/>
                <a:cs typeface="Times New Roman"/>
              </a:rPr>
              <a:t> </a:t>
            </a:r>
            <a:r>
              <a:rPr sz="1200" dirty="0">
                <a:latin typeface="Times New Roman"/>
                <a:cs typeface="Times New Roman"/>
              </a:rPr>
              <a:t>pointers,</a:t>
            </a:r>
            <a:r>
              <a:rPr sz="1200" spc="110" dirty="0">
                <a:latin typeface="Times New Roman"/>
                <a:cs typeface="Times New Roman"/>
              </a:rPr>
              <a:t> </a:t>
            </a:r>
            <a:r>
              <a:rPr sz="1200" dirty="0">
                <a:latin typeface="Times New Roman"/>
                <a:cs typeface="Times New Roman"/>
              </a:rPr>
              <a:t>but</a:t>
            </a:r>
            <a:r>
              <a:rPr sz="1200" spc="130" dirty="0">
                <a:latin typeface="Times New Roman"/>
                <a:cs typeface="Times New Roman"/>
              </a:rPr>
              <a:t> </a:t>
            </a:r>
            <a:r>
              <a:rPr sz="1200" spc="-20" dirty="0">
                <a:latin typeface="Times New Roman"/>
                <a:cs typeface="Times New Roman"/>
              </a:rPr>
              <a:t>not </a:t>
            </a:r>
            <a:r>
              <a:rPr sz="1200" spc="-285" dirty="0">
                <a:latin typeface="Times New Roman"/>
                <a:cs typeface="Times New Roman"/>
              </a:rPr>
              <a:t> </a:t>
            </a:r>
            <a:r>
              <a:rPr sz="1200" spc="-15" dirty="0">
                <a:latin typeface="Times New Roman"/>
                <a:cs typeface="Times New Roman"/>
              </a:rPr>
              <a:t>menus)</a:t>
            </a:r>
            <a:endParaRPr sz="1200">
              <a:latin typeface="Times New Roman"/>
              <a:cs typeface="Times New Roman"/>
            </a:endParaRPr>
          </a:p>
        </p:txBody>
      </p:sp>
      <p:sp>
        <p:nvSpPr>
          <p:cNvPr id="7" name="object 7"/>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49593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9</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921765"/>
            <a:ext cx="5786120" cy="85604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2.4</a:t>
            </a:r>
            <a:r>
              <a:rPr sz="1400" b="1" spc="-60" dirty="0">
                <a:latin typeface="Times New Roman"/>
                <a:cs typeface="Times New Roman"/>
              </a:rPr>
              <a:t> </a:t>
            </a:r>
            <a:r>
              <a:rPr sz="1400" b="1" dirty="0">
                <a:latin typeface="Times New Roman"/>
                <a:cs typeface="Times New Roman"/>
              </a:rPr>
              <a:t>Database</a:t>
            </a:r>
            <a:r>
              <a:rPr sz="1400" b="1" spc="-50" dirty="0">
                <a:latin typeface="Times New Roman"/>
                <a:cs typeface="Times New Roman"/>
              </a:rPr>
              <a:t> </a:t>
            </a:r>
            <a:r>
              <a:rPr sz="1400" b="1" spc="-15" dirty="0">
                <a:latin typeface="Times New Roman"/>
                <a:cs typeface="Times New Roman"/>
              </a:rPr>
              <a:t>Specification</a:t>
            </a:r>
            <a:endParaRPr sz="1400">
              <a:latin typeface="Times New Roman"/>
              <a:cs typeface="Times New Roman"/>
            </a:endParaRPr>
          </a:p>
          <a:p>
            <a:pPr>
              <a:lnSpc>
                <a:spcPct val="100000"/>
              </a:lnSpc>
              <a:spcBef>
                <a:spcPts val="25"/>
              </a:spcBef>
            </a:pPr>
            <a:endParaRPr sz="1200">
              <a:latin typeface="Times New Roman"/>
              <a:cs typeface="Times New Roman"/>
            </a:endParaRPr>
          </a:p>
          <a:p>
            <a:pPr marL="12700">
              <a:lnSpc>
                <a:spcPct val="100000"/>
              </a:lnSpc>
            </a:pPr>
            <a:r>
              <a:rPr sz="1200" b="1" spc="-15" dirty="0">
                <a:latin typeface="Times New Roman"/>
                <a:cs typeface="Times New Roman"/>
              </a:rPr>
              <a:t>MySQL</a:t>
            </a:r>
            <a:endParaRPr sz="1200">
              <a:latin typeface="Times New Roman"/>
              <a:cs typeface="Times New Roman"/>
            </a:endParaRPr>
          </a:p>
          <a:p>
            <a:pPr marL="12700" marR="8890" indent="457200" algn="just">
              <a:lnSpc>
                <a:spcPct val="155000"/>
              </a:lnSpc>
              <a:spcBef>
                <a:spcPts val="530"/>
              </a:spcBef>
            </a:pPr>
            <a:r>
              <a:rPr sz="1200" spc="-15" dirty="0">
                <a:latin typeface="Times New Roman"/>
                <a:cs typeface="Times New Roman"/>
              </a:rPr>
              <a:t>MySQL </a:t>
            </a:r>
            <a:r>
              <a:rPr sz="1200" spc="-5" dirty="0">
                <a:latin typeface="Times New Roman"/>
                <a:cs typeface="Times New Roman"/>
              </a:rPr>
              <a:t>is </a:t>
            </a:r>
            <a:r>
              <a:rPr sz="1200" dirty="0">
                <a:latin typeface="Times New Roman"/>
                <a:cs typeface="Times New Roman"/>
              </a:rPr>
              <a:t>a relational database </a:t>
            </a:r>
            <a:r>
              <a:rPr sz="1200" spc="-5" dirty="0">
                <a:latin typeface="Times New Roman"/>
                <a:cs typeface="Times New Roman"/>
              </a:rPr>
              <a:t>system. </a:t>
            </a:r>
            <a:r>
              <a:rPr sz="1200" spc="-10" dirty="0">
                <a:latin typeface="Times New Roman"/>
                <a:cs typeface="Times New Roman"/>
              </a:rPr>
              <a:t>If you </a:t>
            </a:r>
            <a:r>
              <a:rPr sz="1200" dirty="0">
                <a:latin typeface="Times New Roman"/>
                <a:cs typeface="Times New Roman"/>
              </a:rPr>
              <a:t>can believe </a:t>
            </a:r>
            <a:r>
              <a:rPr sz="1200" spc="5" dirty="0">
                <a:latin typeface="Times New Roman"/>
                <a:cs typeface="Times New Roman"/>
              </a:rPr>
              <a:t>many </a:t>
            </a:r>
            <a:r>
              <a:rPr sz="1200" dirty="0">
                <a:latin typeface="Times New Roman"/>
                <a:cs typeface="Times New Roman"/>
              </a:rPr>
              <a:t>diehard MySQL </a:t>
            </a:r>
            <a:r>
              <a:rPr sz="1200" spc="-15" dirty="0">
                <a:latin typeface="Times New Roman"/>
                <a:cs typeface="Times New Roman"/>
              </a:rPr>
              <a:t>fans, </a:t>
            </a:r>
            <a:r>
              <a:rPr sz="1200" spc="-285" dirty="0">
                <a:latin typeface="Times New Roman"/>
                <a:cs typeface="Times New Roman"/>
              </a:rPr>
              <a:t> </a:t>
            </a:r>
            <a:r>
              <a:rPr sz="1200" spc="-15" dirty="0">
                <a:latin typeface="Times New Roman"/>
                <a:cs typeface="Times New Roman"/>
              </a:rPr>
              <a:t>MySQL </a:t>
            </a:r>
            <a:r>
              <a:rPr sz="1200" spc="-5" dirty="0">
                <a:latin typeface="Times New Roman"/>
                <a:cs typeface="Times New Roman"/>
              </a:rPr>
              <a:t>is </a:t>
            </a:r>
            <a:r>
              <a:rPr sz="1200" spc="-10" dirty="0">
                <a:latin typeface="Times New Roman"/>
                <a:cs typeface="Times New Roman"/>
              </a:rPr>
              <a:t>faster, </a:t>
            </a:r>
            <a:r>
              <a:rPr sz="1200" dirty="0">
                <a:latin typeface="Times New Roman"/>
                <a:cs typeface="Times New Roman"/>
              </a:rPr>
              <a:t>more reliable, and cheaper </a:t>
            </a:r>
            <a:r>
              <a:rPr sz="1200" spc="-10" dirty="0">
                <a:latin typeface="Times New Roman"/>
                <a:cs typeface="Times New Roman"/>
              </a:rPr>
              <a:t>-- </a:t>
            </a:r>
            <a:r>
              <a:rPr sz="1200" dirty="0">
                <a:latin typeface="Times New Roman"/>
                <a:cs typeface="Times New Roman"/>
              </a:rPr>
              <a:t>or, simply put, better </a:t>
            </a:r>
            <a:r>
              <a:rPr sz="1200" spc="-5" dirty="0">
                <a:latin typeface="Times New Roman"/>
                <a:cs typeface="Times New Roman"/>
              </a:rPr>
              <a:t>-- </a:t>
            </a:r>
            <a:r>
              <a:rPr sz="1200" dirty="0">
                <a:latin typeface="Times New Roman"/>
                <a:cs typeface="Times New Roman"/>
              </a:rPr>
              <a:t>than </a:t>
            </a:r>
            <a:r>
              <a:rPr sz="1200" spc="5" dirty="0">
                <a:latin typeface="Times New Roman"/>
                <a:cs typeface="Times New Roman"/>
              </a:rPr>
              <a:t>any </a:t>
            </a:r>
            <a:r>
              <a:rPr sz="1200" dirty="0">
                <a:latin typeface="Times New Roman"/>
                <a:cs typeface="Times New Roman"/>
              </a:rPr>
              <a:t>other </a:t>
            </a:r>
            <a:r>
              <a:rPr sz="1200" spc="-10" dirty="0">
                <a:latin typeface="Times New Roman"/>
                <a:cs typeface="Times New Roman"/>
              </a:rPr>
              <a:t>database </a:t>
            </a:r>
            <a:r>
              <a:rPr sz="1200" spc="-285" dirty="0">
                <a:latin typeface="Times New Roman"/>
                <a:cs typeface="Times New Roman"/>
              </a:rPr>
              <a:t> </a:t>
            </a:r>
            <a:r>
              <a:rPr sz="1200" spc="-5" dirty="0">
                <a:latin typeface="Times New Roman"/>
                <a:cs typeface="Times New Roman"/>
              </a:rPr>
              <a:t>system </a:t>
            </a:r>
            <a:r>
              <a:rPr sz="1200" dirty="0">
                <a:latin typeface="Times New Roman"/>
                <a:cs typeface="Times New Roman"/>
              </a:rPr>
              <a:t>(including commercial </a:t>
            </a:r>
            <a:r>
              <a:rPr sz="1200" spc="-5" dirty="0">
                <a:latin typeface="Times New Roman"/>
                <a:cs typeface="Times New Roman"/>
              </a:rPr>
              <a:t>systems </a:t>
            </a:r>
            <a:r>
              <a:rPr sz="1200" dirty="0">
                <a:latin typeface="Times New Roman"/>
                <a:cs typeface="Times New Roman"/>
              </a:rPr>
              <a:t>such </a:t>
            </a:r>
            <a:r>
              <a:rPr sz="1200" spc="-5" dirty="0">
                <a:latin typeface="Times New Roman"/>
                <a:cs typeface="Times New Roman"/>
              </a:rPr>
              <a:t>as </a:t>
            </a:r>
            <a:r>
              <a:rPr sz="1200" dirty="0">
                <a:latin typeface="Times New Roman"/>
                <a:cs typeface="Times New Roman"/>
              </a:rPr>
              <a:t>Oracle </a:t>
            </a:r>
            <a:r>
              <a:rPr sz="1200" spc="-5" dirty="0">
                <a:latin typeface="Times New Roman"/>
                <a:cs typeface="Times New Roman"/>
              </a:rPr>
              <a:t>and DB2). </a:t>
            </a:r>
            <a:r>
              <a:rPr sz="1200" spc="5" dirty="0">
                <a:latin typeface="Times New Roman"/>
                <a:cs typeface="Times New Roman"/>
              </a:rPr>
              <a:t>Many </a:t>
            </a:r>
            <a:r>
              <a:rPr sz="1200" spc="-10" dirty="0">
                <a:latin typeface="Times New Roman"/>
                <a:cs typeface="Times New Roman"/>
              </a:rPr>
              <a:t>MySQL opponents </a:t>
            </a:r>
            <a:r>
              <a:rPr sz="1200" spc="-5" dirty="0">
                <a:latin typeface="Times New Roman"/>
                <a:cs typeface="Times New Roman"/>
              </a:rPr>
              <a:t> </a:t>
            </a:r>
            <a:r>
              <a:rPr sz="1200" dirty="0">
                <a:latin typeface="Times New Roman"/>
                <a:cs typeface="Times New Roman"/>
              </a:rPr>
              <a:t>continue to challenge this </a:t>
            </a:r>
            <a:r>
              <a:rPr sz="1200" spc="-5" dirty="0">
                <a:latin typeface="Times New Roman"/>
                <a:cs typeface="Times New Roman"/>
              </a:rPr>
              <a:t>viewpoint, going even so far as </a:t>
            </a:r>
            <a:r>
              <a:rPr sz="1200" dirty="0">
                <a:latin typeface="Times New Roman"/>
                <a:cs typeface="Times New Roman"/>
              </a:rPr>
              <a:t>to </a:t>
            </a:r>
            <a:r>
              <a:rPr sz="1200" spc="-5" dirty="0">
                <a:latin typeface="Times New Roman"/>
                <a:cs typeface="Times New Roman"/>
              </a:rPr>
              <a:t>assert </a:t>
            </a:r>
            <a:r>
              <a:rPr sz="1200" dirty="0">
                <a:latin typeface="Times New Roman"/>
                <a:cs typeface="Times New Roman"/>
              </a:rPr>
              <a:t>that </a:t>
            </a:r>
            <a:r>
              <a:rPr sz="1200" spc="-5" dirty="0">
                <a:latin typeface="Times New Roman"/>
                <a:cs typeface="Times New Roman"/>
              </a:rPr>
              <a:t>MySQL is </a:t>
            </a:r>
            <a:r>
              <a:rPr sz="1200" dirty="0">
                <a:latin typeface="Times New Roman"/>
                <a:cs typeface="Times New Roman"/>
              </a:rPr>
              <a:t>not even a </a:t>
            </a:r>
            <a:r>
              <a:rPr sz="1200" spc="5" dirty="0">
                <a:latin typeface="Times New Roman"/>
                <a:cs typeface="Times New Roman"/>
              </a:rPr>
              <a:t> </a:t>
            </a:r>
            <a:r>
              <a:rPr sz="1200" spc="-5" dirty="0">
                <a:latin typeface="Times New Roman"/>
                <a:cs typeface="Times New Roman"/>
              </a:rPr>
              <a:t>relational</a:t>
            </a:r>
            <a:r>
              <a:rPr sz="1200" spc="-20" dirty="0">
                <a:latin typeface="Times New Roman"/>
                <a:cs typeface="Times New Roman"/>
              </a:rPr>
              <a:t> </a:t>
            </a:r>
            <a:r>
              <a:rPr sz="1200" dirty="0">
                <a:latin typeface="Times New Roman"/>
                <a:cs typeface="Times New Roman"/>
              </a:rPr>
              <a:t>database</a:t>
            </a:r>
            <a:r>
              <a:rPr sz="1200" spc="-45"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a:lnSpc>
                <a:spcPct val="100000"/>
              </a:lnSpc>
            </a:pPr>
            <a:endParaRPr sz="1300">
              <a:latin typeface="Times New Roman"/>
              <a:cs typeface="Times New Roman"/>
            </a:endParaRPr>
          </a:p>
          <a:p>
            <a:pPr marL="21590">
              <a:lnSpc>
                <a:spcPct val="100000"/>
              </a:lnSpc>
              <a:spcBef>
                <a:spcPts val="925"/>
              </a:spcBef>
            </a:pPr>
            <a:r>
              <a:rPr sz="1300" b="1" spc="-5" dirty="0">
                <a:latin typeface="Arial"/>
                <a:cs typeface="Arial"/>
              </a:rPr>
              <a:t>Features</a:t>
            </a:r>
            <a:r>
              <a:rPr sz="1300" b="1" spc="-50" dirty="0">
                <a:latin typeface="Arial"/>
                <a:cs typeface="Arial"/>
              </a:rPr>
              <a:t> </a:t>
            </a:r>
            <a:r>
              <a:rPr sz="1300" b="1" spc="-5" dirty="0">
                <a:latin typeface="Arial"/>
                <a:cs typeface="Arial"/>
              </a:rPr>
              <a:t>of</a:t>
            </a:r>
            <a:r>
              <a:rPr sz="1300" b="1" spc="-60" dirty="0">
                <a:latin typeface="Arial"/>
                <a:cs typeface="Arial"/>
              </a:rPr>
              <a:t> </a:t>
            </a:r>
            <a:r>
              <a:rPr sz="1300" b="1" spc="-20" dirty="0">
                <a:latin typeface="Arial"/>
                <a:cs typeface="Arial"/>
              </a:rPr>
              <a:t>MySQL</a:t>
            </a:r>
            <a:endParaRPr sz="1300">
              <a:latin typeface="Arial"/>
              <a:cs typeface="Arial"/>
            </a:endParaRPr>
          </a:p>
          <a:p>
            <a:pPr>
              <a:lnSpc>
                <a:spcPct val="100000"/>
              </a:lnSpc>
            </a:pPr>
            <a:endParaRPr sz="1400">
              <a:latin typeface="Arial"/>
              <a:cs typeface="Arial"/>
            </a:endParaRPr>
          </a:p>
          <a:p>
            <a:pPr>
              <a:lnSpc>
                <a:spcPct val="100000"/>
              </a:lnSpc>
              <a:spcBef>
                <a:spcPts val="25"/>
              </a:spcBef>
            </a:pPr>
            <a:endParaRPr sz="1150">
              <a:latin typeface="Arial"/>
              <a:cs typeface="Arial"/>
            </a:endParaRPr>
          </a:p>
          <a:p>
            <a:pPr marL="12700" algn="just">
              <a:lnSpc>
                <a:spcPct val="100000"/>
              </a:lnSpc>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spc="-5" dirty="0">
                <a:latin typeface="Times New Roman"/>
                <a:cs typeface="Times New Roman"/>
              </a:rPr>
              <a:t>shows</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most</a:t>
            </a:r>
            <a:r>
              <a:rPr sz="1200" spc="-15" dirty="0">
                <a:latin typeface="Times New Roman"/>
                <a:cs typeface="Times New Roman"/>
              </a:rPr>
              <a:t> </a:t>
            </a:r>
            <a:r>
              <a:rPr sz="1200" spc="-5" dirty="0">
                <a:latin typeface="Times New Roman"/>
                <a:cs typeface="Times New Roman"/>
              </a:rPr>
              <a:t>important</a:t>
            </a:r>
            <a:r>
              <a:rPr sz="1200" spc="-10" dirty="0">
                <a:latin typeface="Times New Roman"/>
                <a:cs typeface="Times New Roman"/>
              </a:rPr>
              <a:t> </a:t>
            </a:r>
            <a:r>
              <a:rPr sz="1200" spc="-5" dirty="0">
                <a:latin typeface="Times New Roman"/>
                <a:cs typeface="Times New Roman"/>
              </a:rPr>
              <a:t>properties </a:t>
            </a:r>
            <a:r>
              <a:rPr sz="1200" dirty="0">
                <a:latin typeface="Times New Roman"/>
                <a:cs typeface="Times New Roman"/>
              </a:rPr>
              <a:t>of</a:t>
            </a:r>
            <a:r>
              <a:rPr sz="1200" spc="-30" dirty="0">
                <a:latin typeface="Times New Roman"/>
                <a:cs typeface="Times New Roman"/>
              </a:rPr>
              <a:t> </a:t>
            </a:r>
            <a:r>
              <a:rPr sz="1200" spc="-25" dirty="0">
                <a:latin typeface="Times New Roman"/>
                <a:cs typeface="Times New Roman"/>
              </a:rPr>
              <a:t>MySQL.</a:t>
            </a:r>
            <a:endParaRPr sz="1200">
              <a:latin typeface="Times New Roman"/>
              <a:cs typeface="Times New Roman"/>
            </a:endParaRPr>
          </a:p>
          <a:p>
            <a:pPr marL="12700" marR="20320" indent="457200" algn="just">
              <a:lnSpc>
                <a:spcPct val="155000"/>
              </a:lnSpc>
              <a:spcBef>
                <a:spcPts val="25"/>
              </a:spcBef>
            </a:pPr>
            <a:r>
              <a:rPr sz="1200" dirty="0">
                <a:latin typeface="Times New Roman"/>
                <a:cs typeface="Times New Roman"/>
              </a:rPr>
              <a:t>Relational Database System: </a:t>
            </a:r>
            <a:r>
              <a:rPr sz="1200" spc="-5" dirty="0">
                <a:latin typeface="Times New Roman"/>
                <a:cs typeface="Times New Roman"/>
              </a:rPr>
              <a:t>Like almost all </a:t>
            </a:r>
            <a:r>
              <a:rPr sz="1200" dirty="0">
                <a:latin typeface="Times New Roman"/>
                <a:cs typeface="Times New Roman"/>
              </a:rPr>
              <a:t>other database </a:t>
            </a:r>
            <a:r>
              <a:rPr sz="1200" spc="-5" dirty="0">
                <a:latin typeface="Times New Roman"/>
                <a:cs typeface="Times New Roman"/>
              </a:rPr>
              <a:t>systems </a:t>
            </a:r>
            <a:r>
              <a:rPr sz="1200" dirty="0">
                <a:latin typeface="Times New Roman"/>
                <a:cs typeface="Times New Roman"/>
              </a:rPr>
              <a:t>on the </a:t>
            </a:r>
            <a:r>
              <a:rPr sz="1200" spc="-10" dirty="0">
                <a:latin typeface="Times New Roman"/>
                <a:cs typeface="Times New Roman"/>
              </a:rPr>
              <a:t>market, </a:t>
            </a:r>
            <a:r>
              <a:rPr sz="1200" spc="-5" dirty="0">
                <a:latin typeface="Times New Roman"/>
                <a:cs typeface="Times New Roman"/>
              </a:rPr>
              <a:t> </a:t>
            </a:r>
            <a:r>
              <a:rPr sz="1200" spc="-20" dirty="0">
                <a:latin typeface="Times New Roman"/>
                <a:cs typeface="Times New Roman"/>
              </a:rPr>
              <a:t>MySQL</a:t>
            </a:r>
            <a:r>
              <a:rPr sz="1200" spc="-50"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relational</a:t>
            </a:r>
            <a:r>
              <a:rPr sz="1200" spc="10" dirty="0">
                <a:latin typeface="Times New Roman"/>
                <a:cs typeface="Times New Roman"/>
              </a:rPr>
              <a:t> </a:t>
            </a:r>
            <a:r>
              <a:rPr sz="1200" spc="-5" dirty="0">
                <a:latin typeface="Times New Roman"/>
                <a:cs typeface="Times New Roman"/>
              </a:rPr>
              <a:t>database</a:t>
            </a:r>
            <a:r>
              <a:rPr sz="1200" spc="2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marL="18415" marR="10160" indent="-6350" algn="just">
              <a:lnSpc>
                <a:spcPct val="155000"/>
              </a:lnSpc>
              <a:spcBef>
                <a:spcPts val="800"/>
              </a:spcBef>
            </a:pPr>
            <a:r>
              <a:rPr sz="1200" spc="-5" dirty="0">
                <a:latin typeface="Times New Roman"/>
                <a:cs typeface="Times New Roman"/>
              </a:rPr>
              <a:t>Client/Server</a:t>
            </a:r>
            <a:r>
              <a:rPr sz="1200" dirty="0">
                <a:latin typeface="Times New Roman"/>
                <a:cs typeface="Times New Roman"/>
              </a:rPr>
              <a:t> Architecture:</a:t>
            </a:r>
            <a:r>
              <a:rPr sz="1200" spc="5" dirty="0">
                <a:latin typeface="Times New Roman"/>
                <a:cs typeface="Times New Roman"/>
              </a:rPr>
              <a:t> </a:t>
            </a:r>
            <a:r>
              <a:rPr sz="1200" spc="-5" dirty="0">
                <a:latin typeface="Times New Roman"/>
                <a:cs typeface="Times New Roman"/>
              </a:rPr>
              <a:t>MySQL</a:t>
            </a:r>
            <a:r>
              <a:rPr sz="1200" dirty="0">
                <a:latin typeface="Times New Roman"/>
                <a:cs typeface="Times New Roman"/>
              </a:rPr>
              <a:t> is</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client/server</a:t>
            </a:r>
            <a:r>
              <a:rPr sz="1200" spc="5" dirty="0">
                <a:latin typeface="Times New Roman"/>
                <a:cs typeface="Times New Roman"/>
              </a:rPr>
              <a:t> </a:t>
            </a:r>
            <a:r>
              <a:rPr sz="1200" spc="-5" dirty="0">
                <a:latin typeface="Times New Roman"/>
                <a:cs typeface="Times New Roman"/>
              </a:rPr>
              <a:t>system.</a:t>
            </a:r>
            <a:r>
              <a:rPr sz="1200" dirty="0">
                <a:latin typeface="Times New Roman"/>
                <a:cs typeface="Times New Roman"/>
              </a:rPr>
              <a:t> There</a:t>
            </a:r>
            <a:r>
              <a:rPr sz="1200" spc="5"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5" dirty="0">
                <a:latin typeface="Times New Roman"/>
                <a:cs typeface="Times New Roman"/>
              </a:rPr>
              <a:t>database</a:t>
            </a:r>
            <a:r>
              <a:rPr sz="1200" dirty="0">
                <a:latin typeface="Times New Roman"/>
                <a:cs typeface="Times New Roman"/>
              </a:rPr>
              <a:t> </a:t>
            </a:r>
            <a:r>
              <a:rPr sz="1200" spc="-10" dirty="0">
                <a:latin typeface="Times New Roman"/>
                <a:cs typeface="Times New Roman"/>
              </a:rPr>
              <a:t>server </a:t>
            </a:r>
            <a:r>
              <a:rPr sz="1200" spc="-285" dirty="0">
                <a:latin typeface="Times New Roman"/>
                <a:cs typeface="Times New Roman"/>
              </a:rPr>
              <a:t> </a:t>
            </a:r>
            <a:r>
              <a:rPr sz="1200" spc="-10" dirty="0">
                <a:latin typeface="Times New Roman"/>
                <a:cs typeface="Times New Roman"/>
              </a:rPr>
              <a:t>(MySQL) </a:t>
            </a:r>
            <a:r>
              <a:rPr sz="1200" spc="-5" dirty="0">
                <a:latin typeface="Times New Roman"/>
                <a:cs typeface="Times New Roman"/>
              </a:rPr>
              <a:t>and </a:t>
            </a:r>
            <a:r>
              <a:rPr sz="1200" dirty="0">
                <a:latin typeface="Times New Roman"/>
                <a:cs typeface="Times New Roman"/>
              </a:rPr>
              <a:t>arbitrarily </a:t>
            </a:r>
            <a:r>
              <a:rPr sz="1200" spc="5" dirty="0">
                <a:latin typeface="Times New Roman"/>
                <a:cs typeface="Times New Roman"/>
              </a:rPr>
              <a:t>many </a:t>
            </a:r>
            <a:r>
              <a:rPr sz="1200" dirty="0">
                <a:latin typeface="Times New Roman"/>
                <a:cs typeface="Times New Roman"/>
              </a:rPr>
              <a:t>clients (application </a:t>
            </a:r>
            <a:r>
              <a:rPr sz="1200" spc="-5" dirty="0">
                <a:latin typeface="Times New Roman"/>
                <a:cs typeface="Times New Roman"/>
              </a:rPr>
              <a:t>programs), </a:t>
            </a:r>
            <a:r>
              <a:rPr sz="1200" dirty="0">
                <a:latin typeface="Times New Roman"/>
                <a:cs typeface="Times New Roman"/>
              </a:rPr>
              <a:t>which communicate with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server;</a:t>
            </a:r>
            <a:r>
              <a:rPr sz="1200" spc="-1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they</a:t>
            </a:r>
            <a:r>
              <a:rPr sz="1200" spc="-30" dirty="0">
                <a:latin typeface="Times New Roman"/>
                <a:cs typeface="Times New Roman"/>
              </a:rPr>
              <a:t> </a:t>
            </a:r>
            <a:r>
              <a:rPr sz="1200" dirty="0">
                <a:latin typeface="Times New Roman"/>
                <a:cs typeface="Times New Roman"/>
              </a:rPr>
              <a:t>query</a:t>
            </a:r>
            <a:r>
              <a:rPr sz="1200" spc="-2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save changes,</a:t>
            </a:r>
            <a:r>
              <a:rPr sz="1200" spc="-10" dirty="0">
                <a:latin typeface="Times New Roman"/>
                <a:cs typeface="Times New Roman"/>
              </a:rPr>
              <a:t> </a:t>
            </a:r>
            <a:r>
              <a:rPr sz="1200" dirty="0">
                <a:latin typeface="Times New Roman"/>
                <a:cs typeface="Times New Roman"/>
              </a:rPr>
              <a:t>etc. The</a:t>
            </a:r>
            <a:r>
              <a:rPr sz="1200" spc="-5" dirty="0">
                <a:latin typeface="Times New Roman"/>
                <a:cs typeface="Times New Roman"/>
              </a:rPr>
              <a:t> </a:t>
            </a:r>
            <a:r>
              <a:rPr sz="1200" dirty="0">
                <a:latin typeface="Times New Roman"/>
                <a:cs typeface="Times New Roman"/>
              </a:rPr>
              <a:t>clients</a:t>
            </a:r>
            <a:r>
              <a:rPr sz="1200" spc="-1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run</a:t>
            </a:r>
            <a:r>
              <a:rPr sz="1200" spc="-15"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same</a:t>
            </a:r>
            <a:r>
              <a:rPr sz="1200" spc="-5" dirty="0">
                <a:latin typeface="Times New Roman"/>
                <a:cs typeface="Times New Roman"/>
              </a:rPr>
              <a:t> </a:t>
            </a:r>
            <a:r>
              <a:rPr sz="1200" dirty="0">
                <a:latin typeface="Times New Roman"/>
                <a:cs typeface="Times New Roman"/>
              </a:rPr>
              <a:t>computer</a:t>
            </a:r>
            <a:r>
              <a:rPr sz="1200" spc="-5" dirty="0">
                <a:latin typeface="Times New Roman"/>
                <a:cs typeface="Times New Roman"/>
              </a:rPr>
              <a:t> </a:t>
            </a:r>
            <a:r>
              <a:rPr sz="1200" spc="-25" dirty="0">
                <a:latin typeface="Times New Roman"/>
                <a:cs typeface="Times New Roman"/>
              </a:rPr>
              <a:t>as </a:t>
            </a:r>
            <a:r>
              <a:rPr sz="1200" spc="-290" dirty="0">
                <a:latin typeface="Times New Roman"/>
                <a:cs typeface="Times New Roman"/>
              </a:rPr>
              <a:t> </a:t>
            </a:r>
            <a:r>
              <a:rPr sz="1200" dirty="0">
                <a:latin typeface="Times New Roman"/>
                <a:cs typeface="Times New Roman"/>
              </a:rPr>
              <a:t>the server or on another computer </a:t>
            </a:r>
            <a:r>
              <a:rPr sz="1200" spc="-10" dirty="0">
                <a:latin typeface="Times New Roman"/>
                <a:cs typeface="Times New Roman"/>
              </a:rPr>
              <a:t>(communication </a:t>
            </a:r>
            <a:r>
              <a:rPr sz="1200" dirty="0">
                <a:latin typeface="Times New Roman"/>
                <a:cs typeface="Times New Roman"/>
              </a:rPr>
              <a:t>via a local network </a:t>
            </a:r>
            <a:r>
              <a:rPr sz="1200" spc="5" dirty="0">
                <a:latin typeface="Times New Roman"/>
                <a:cs typeface="Times New Roman"/>
              </a:rPr>
              <a:t>or </a:t>
            </a:r>
            <a:r>
              <a:rPr sz="1200" dirty="0">
                <a:latin typeface="Times New Roman"/>
                <a:cs typeface="Times New Roman"/>
              </a:rPr>
              <a:t>the </a:t>
            </a:r>
            <a:r>
              <a:rPr sz="1200" spc="-10" dirty="0">
                <a:latin typeface="Times New Roman"/>
                <a:cs typeface="Times New Roman"/>
              </a:rPr>
              <a:t>Internet).Almost </a:t>
            </a:r>
            <a:r>
              <a:rPr sz="1200" spc="-5" dirty="0">
                <a:latin typeface="Times New Roman"/>
                <a:cs typeface="Times New Roman"/>
              </a:rPr>
              <a:t> all </a:t>
            </a:r>
            <a:r>
              <a:rPr sz="1200" spc="5" dirty="0">
                <a:latin typeface="Times New Roman"/>
                <a:cs typeface="Times New Roman"/>
              </a:rPr>
              <a:t>of </a:t>
            </a:r>
            <a:r>
              <a:rPr sz="1200" dirty="0">
                <a:latin typeface="Times New Roman"/>
                <a:cs typeface="Times New Roman"/>
              </a:rPr>
              <a:t>the </a:t>
            </a:r>
            <a:r>
              <a:rPr sz="1200" spc="-5" dirty="0">
                <a:latin typeface="Times New Roman"/>
                <a:cs typeface="Times New Roman"/>
              </a:rPr>
              <a:t>familiar </a:t>
            </a:r>
            <a:r>
              <a:rPr sz="1200" dirty="0">
                <a:latin typeface="Times New Roman"/>
                <a:cs typeface="Times New Roman"/>
              </a:rPr>
              <a:t>large database systems (Oracle, </a:t>
            </a:r>
            <a:r>
              <a:rPr sz="1200" spc="-5" dirty="0">
                <a:latin typeface="Times New Roman"/>
                <a:cs typeface="Times New Roman"/>
              </a:rPr>
              <a:t>Microsoft </a:t>
            </a:r>
            <a:r>
              <a:rPr sz="1200" spc="-15" dirty="0">
                <a:latin typeface="Times New Roman"/>
                <a:cs typeface="Times New Roman"/>
              </a:rPr>
              <a:t>SQL Server, </a:t>
            </a:r>
            <a:r>
              <a:rPr sz="1200" dirty="0">
                <a:latin typeface="Times New Roman"/>
                <a:cs typeface="Times New Roman"/>
              </a:rPr>
              <a:t>etc.) are </a:t>
            </a:r>
            <a:r>
              <a:rPr sz="1200" spc="-10" dirty="0">
                <a:latin typeface="Times New Roman"/>
                <a:cs typeface="Times New Roman"/>
              </a:rPr>
              <a:t>client/server </a:t>
            </a:r>
            <a:r>
              <a:rPr sz="1200" spc="-285" dirty="0">
                <a:latin typeface="Times New Roman"/>
                <a:cs typeface="Times New Roman"/>
              </a:rPr>
              <a:t> </a:t>
            </a:r>
            <a:r>
              <a:rPr sz="1200" spc="-5" dirty="0">
                <a:latin typeface="Times New Roman"/>
                <a:cs typeface="Times New Roman"/>
              </a:rPr>
              <a:t>systems. </a:t>
            </a:r>
            <a:r>
              <a:rPr sz="1200" dirty="0">
                <a:latin typeface="Times New Roman"/>
                <a:cs typeface="Times New Roman"/>
              </a:rPr>
              <a:t>These are in </a:t>
            </a:r>
            <a:r>
              <a:rPr sz="1200" spc="-5" dirty="0">
                <a:latin typeface="Times New Roman"/>
                <a:cs typeface="Times New Roman"/>
              </a:rPr>
              <a:t>contrast </a:t>
            </a:r>
            <a:r>
              <a:rPr sz="1200" dirty="0">
                <a:latin typeface="Times New Roman"/>
                <a:cs typeface="Times New Roman"/>
              </a:rPr>
              <a:t>to the </a:t>
            </a:r>
            <a:r>
              <a:rPr sz="1200" spc="-5" dirty="0">
                <a:latin typeface="Times New Roman"/>
                <a:cs typeface="Times New Roman"/>
              </a:rPr>
              <a:t>file-server systems, which </a:t>
            </a:r>
            <a:r>
              <a:rPr sz="1200" dirty="0">
                <a:latin typeface="Times New Roman"/>
                <a:cs typeface="Times New Roman"/>
              </a:rPr>
              <a:t>include </a:t>
            </a:r>
            <a:r>
              <a:rPr sz="1200" spc="-5" dirty="0">
                <a:latin typeface="Times New Roman"/>
                <a:cs typeface="Times New Roman"/>
              </a:rPr>
              <a:t>Microsoft </a:t>
            </a:r>
            <a:r>
              <a:rPr sz="1200" spc="-15" dirty="0">
                <a:latin typeface="Times New Roman"/>
                <a:cs typeface="Times New Roman"/>
              </a:rPr>
              <a:t>Access, </a:t>
            </a:r>
            <a:r>
              <a:rPr sz="1200" spc="-10" dirty="0">
                <a:latin typeface="Times New Roman"/>
                <a:cs typeface="Times New Roman"/>
              </a:rPr>
              <a:t> </a:t>
            </a:r>
            <a:r>
              <a:rPr sz="1200" spc="-5" dirty="0">
                <a:latin typeface="Times New Roman"/>
                <a:cs typeface="Times New Roman"/>
              </a:rPr>
              <a:t>dBase and FoxPro. </a:t>
            </a:r>
            <a:r>
              <a:rPr sz="1200" dirty="0">
                <a:latin typeface="Times New Roman"/>
                <a:cs typeface="Times New Roman"/>
              </a:rPr>
              <a:t>The decisive drawback to </a:t>
            </a:r>
            <a:r>
              <a:rPr sz="1200" spc="-5" dirty="0">
                <a:latin typeface="Times New Roman"/>
                <a:cs typeface="Times New Roman"/>
              </a:rPr>
              <a:t>file-server systems is </a:t>
            </a:r>
            <a:r>
              <a:rPr sz="1200" dirty="0">
                <a:latin typeface="Times New Roman"/>
                <a:cs typeface="Times New Roman"/>
              </a:rPr>
              <a:t>that when run over a </a:t>
            </a:r>
            <a:r>
              <a:rPr sz="1200" spc="5" dirty="0">
                <a:latin typeface="Times New Roman"/>
                <a:cs typeface="Times New Roman"/>
              </a:rPr>
              <a:t> </a:t>
            </a:r>
            <a:r>
              <a:rPr sz="1200" spc="-5" dirty="0">
                <a:latin typeface="Times New Roman"/>
                <a:cs typeface="Times New Roman"/>
              </a:rPr>
              <a:t>network,</a:t>
            </a:r>
            <a:r>
              <a:rPr sz="1200" spc="-15"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spc="-5" dirty="0">
                <a:latin typeface="Times New Roman"/>
                <a:cs typeface="Times New Roman"/>
              </a:rPr>
              <a:t>become extremely</a:t>
            </a:r>
            <a:r>
              <a:rPr sz="1200" dirty="0">
                <a:latin typeface="Times New Roman"/>
                <a:cs typeface="Times New Roman"/>
              </a:rPr>
              <a:t> </a:t>
            </a:r>
            <a:r>
              <a:rPr sz="1200" spc="-15" dirty="0">
                <a:latin typeface="Times New Roman"/>
                <a:cs typeface="Times New Roman"/>
              </a:rPr>
              <a:t>inefficient</a:t>
            </a:r>
            <a:r>
              <a:rPr sz="1200" spc="25" dirty="0">
                <a:latin typeface="Times New Roman"/>
                <a:cs typeface="Times New Roman"/>
              </a:rPr>
              <a:t> </a:t>
            </a:r>
            <a:r>
              <a:rPr sz="1200" spc="-5" dirty="0">
                <a:latin typeface="Times New Roman"/>
                <a:cs typeface="Times New Roman"/>
              </a:rPr>
              <a:t>as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number</a:t>
            </a:r>
            <a:r>
              <a:rPr sz="1200" spc="-30"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users</a:t>
            </a:r>
            <a:r>
              <a:rPr sz="1200" spc="-25" dirty="0">
                <a:latin typeface="Times New Roman"/>
                <a:cs typeface="Times New Roman"/>
              </a:rPr>
              <a:t> </a:t>
            </a:r>
            <a:r>
              <a:rPr sz="1200" spc="-20" dirty="0">
                <a:latin typeface="Times New Roman"/>
                <a:cs typeface="Times New Roman"/>
              </a:rPr>
              <a:t>grows.</a:t>
            </a:r>
            <a:endParaRPr sz="1200">
              <a:latin typeface="Times New Roman"/>
              <a:cs typeface="Times New Roman"/>
            </a:endParaRPr>
          </a:p>
          <a:p>
            <a:pPr marL="18415" marR="5080" indent="-6350" algn="just">
              <a:lnSpc>
                <a:spcPct val="155000"/>
              </a:lnSpc>
              <a:spcBef>
                <a:spcPts val="795"/>
              </a:spcBef>
            </a:pPr>
            <a:r>
              <a:rPr sz="1200" dirty="0">
                <a:latin typeface="Times New Roman"/>
                <a:cs typeface="Times New Roman"/>
              </a:rPr>
              <a:t>SQL compatibility: </a:t>
            </a:r>
            <a:r>
              <a:rPr sz="1200" spc="-5" dirty="0">
                <a:latin typeface="Times New Roman"/>
                <a:cs typeface="Times New Roman"/>
              </a:rPr>
              <a:t>MySQL </a:t>
            </a:r>
            <a:r>
              <a:rPr sz="1200" dirty="0">
                <a:latin typeface="Times New Roman"/>
                <a:cs typeface="Times New Roman"/>
              </a:rPr>
              <a:t>supports </a:t>
            </a:r>
            <a:r>
              <a:rPr sz="1200" spc="-5" dirty="0">
                <a:latin typeface="Times New Roman"/>
                <a:cs typeface="Times New Roman"/>
              </a:rPr>
              <a:t>as its database </a:t>
            </a:r>
            <a:r>
              <a:rPr sz="1200" dirty="0">
                <a:latin typeface="Times New Roman"/>
                <a:cs typeface="Times New Roman"/>
              </a:rPr>
              <a:t>language </a:t>
            </a:r>
            <a:r>
              <a:rPr sz="1200" spc="-10" dirty="0">
                <a:latin typeface="Times New Roman"/>
                <a:cs typeface="Times New Roman"/>
              </a:rPr>
              <a:t>-- </a:t>
            </a:r>
            <a:r>
              <a:rPr sz="1200" spc="-5" dirty="0">
                <a:latin typeface="Times New Roman"/>
                <a:cs typeface="Times New Roman"/>
              </a:rPr>
              <a:t>as its name </a:t>
            </a:r>
            <a:r>
              <a:rPr sz="1200" dirty="0">
                <a:latin typeface="Times New Roman"/>
                <a:cs typeface="Times New Roman"/>
              </a:rPr>
              <a:t>suggests – </a:t>
            </a:r>
            <a:r>
              <a:rPr sz="1200" spc="-20" dirty="0">
                <a:latin typeface="Times New Roman"/>
                <a:cs typeface="Times New Roman"/>
              </a:rPr>
              <a:t>SQL </a:t>
            </a:r>
            <a:r>
              <a:rPr sz="1200" spc="-15" dirty="0">
                <a:latin typeface="Times New Roman"/>
                <a:cs typeface="Times New Roman"/>
              </a:rPr>
              <a:t> </a:t>
            </a:r>
            <a:r>
              <a:rPr sz="1200" spc="-5" dirty="0">
                <a:latin typeface="Times New Roman"/>
                <a:cs typeface="Times New Roman"/>
              </a:rPr>
              <a:t>(Structured </a:t>
            </a:r>
            <a:r>
              <a:rPr sz="1200" dirty="0">
                <a:latin typeface="Times New Roman"/>
                <a:cs typeface="Times New Roman"/>
              </a:rPr>
              <a:t>Query </a:t>
            </a:r>
            <a:r>
              <a:rPr sz="1200" spc="-5" dirty="0">
                <a:latin typeface="Times New Roman"/>
                <a:cs typeface="Times New Roman"/>
              </a:rPr>
              <a:t>Language). </a:t>
            </a:r>
            <a:r>
              <a:rPr sz="1200" dirty="0">
                <a:latin typeface="Times New Roman"/>
                <a:cs typeface="Times New Roman"/>
              </a:rPr>
              <a:t>SQL </a:t>
            </a:r>
            <a:r>
              <a:rPr sz="1200" spc="-5" dirty="0">
                <a:latin typeface="Times New Roman"/>
                <a:cs typeface="Times New Roman"/>
              </a:rPr>
              <a:t>is </a:t>
            </a:r>
            <a:r>
              <a:rPr sz="1200" dirty="0">
                <a:latin typeface="Times New Roman"/>
                <a:cs typeface="Times New Roman"/>
              </a:rPr>
              <a:t>a standardized language for querying and updating </a:t>
            </a:r>
            <a:r>
              <a:rPr sz="1200" spc="-15" dirty="0">
                <a:latin typeface="Times New Roman"/>
                <a:cs typeface="Times New Roman"/>
              </a:rPr>
              <a:t>data </a:t>
            </a:r>
            <a:r>
              <a:rPr sz="1200" spc="-1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 </a:t>
            </a:r>
            <a:r>
              <a:rPr sz="1200" spc="-10" dirty="0">
                <a:latin typeface="Times New Roman"/>
                <a:cs typeface="Times New Roman"/>
              </a:rPr>
              <a:t>administration</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database.</a:t>
            </a:r>
            <a:r>
              <a:rPr sz="1200" spc="-20" dirty="0">
                <a:latin typeface="Times New Roman"/>
                <a:cs typeface="Times New Roman"/>
              </a:rPr>
              <a:t> </a:t>
            </a:r>
            <a:r>
              <a:rPr sz="1200" spc="-10" dirty="0">
                <a:latin typeface="Times New Roman"/>
                <a:cs typeface="Times New Roman"/>
              </a:rPr>
              <a:t>There</a:t>
            </a:r>
            <a:r>
              <a:rPr sz="1200" spc="-2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spc="-10" dirty="0">
                <a:latin typeface="Times New Roman"/>
                <a:cs typeface="Times New Roman"/>
              </a:rPr>
              <a:t>several</a:t>
            </a:r>
            <a:r>
              <a:rPr sz="1200" spc="-15" dirty="0">
                <a:latin typeface="Times New Roman"/>
                <a:cs typeface="Times New Roman"/>
              </a:rPr>
              <a:t> </a:t>
            </a:r>
            <a:r>
              <a:rPr sz="1200" spc="-25" dirty="0">
                <a:latin typeface="Times New Roman"/>
                <a:cs typeface="Times New Roman"/>
              </a:rPr>
              <a:t>SQL</a:t>
            </a:r>
            <a:r>
              <a:rPr sz="1200" spc="-65" dirty="0">
                <a:latin typeface="Times New Roman"/>
                <a:cs typeface="Times New Roman"/>
              </a:rPr>
              <a:t> </a:t>
            </a:r>
            <a:r>
              <a:rPr sz="1200" spc="-10" dirty="0">
                <a:latin typeface="Times New Roman"/>
                <a:cs typeface="Times New Roman"/>
              </a:rPr>
              <a:t>dialects</a:t>
            </a:r>
            <a:r>
              <a:rPr sz="1200" spc="-30" dirty="0">
                <a:latin typeface="Times New Roman"/>
                <a:cs typeface="Times New Roman"/>
              </a:rPr>
              <a:t> </a:t>
            </a:r>
            <a:r>
              <a:rPr sz="1200" dirty="0">
                <a:latin typeface="Times New Roman"/>
                <a:cs typeface="Times New Roman"/>
              </a:rPr>
              <a:t>(about</a:t>
            </a:r>
            <a:r>
              <a:rPr sz="1200" spc="-1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spc="-5" dirty="0">
                <a:latin typeface="Times New Roman"/>
                <a:cs typeface="Times New Roman"/>
              </a:rPr>
              <a:t>many</a:t>
            </a:r>
            <a:r>
              <a:rPr sz="1200" spc="-45" dirty="0">
                <a:latin typeface="Times New Roman"/>
                <a:cs typeface="Times New Roman"/>
              </a:rPr>
              <a:t> </a:t>
            </a:r>
            <a:r>
              <a:rPr sz="1200" spc="-5" dirty="0">
                <a:latin typeface="Times New Roman"/>
                <a:cs typeface="Times New Roman"/>
              </a:rPr>
              <a:t>as</a:t>
            </a:r>
            <a:r>
              <a:rPr sz="1200" spc="-10" dirty="0">
                <a:latin typeface="Times New Roman"/>
                <a:cs typeface="Times New Roman"/>
              </a:rPr>
              <a:t> there </a:t>
            </a:r>
            <a:r>
              <a:rPr sz="1200" spc="-290" dirty="0">
                <a:latin typeface="Times New Roman"/>
                <a:cs typeface="Times New Roman"/>
              </a:rPr>
              <a:t> </a:t>
            </a:r>
            <a:r>
              <a:rPr sz="1200" spc="-10" dirty="0">
                <a:latin typeface="Times New Roman"/>
                <a:cs typeface="Times New Roman"/>
              </a:rPr>
              <a:t>are database </a:t>
            </a:r>
            <a:r>
              <a:rPr sz="1200" spc="-5" dirty="0">
                <a:latin typeface="Times New Roman"/>
                <a:cs typeface="Times New Roman"/>
              </a:rPr>
              <a:t>systems). </a:t>
            </a:r>
            <a:r>
              <a:rPr sz="1200" spc="-20" dirty="0">
                <a:latin typeface="Times New Roman"/>
                <a:cs typeface="Times New Roman"/>
              </a:rPr>
              <a:t>MySQL </a:t>
            </a:r>
            <a:r>
              <a:rPr sz="1200" spc="-10" dirty="0">
                <a:latin typeface="Times New Roman"/>
                <a:cs typeface="Times New Roman"/>
              </a:rPr>
              <a:t>adheres </a:t>
            </a:r>
            <a:r>
              <a:rPr sz="1200" dirty="0">
                <a:latin typeface="Times New Roman"/>
                <a:cs typeface="Times New Roman"/>
              </a:rPr>
              <a:t>to </a:t>
            </a:r>
            <a:r>
              <a:rPr sz="1200" spc="-5" dirty="0">
                <a:latin typeface="Times New Roman"/>
                <a:cs typeface="Times New Roman"/>
              </a:rPr>
              <a:t>the </a:t>
            </a:r>
            <a:r>
              <a:rPr sz="1200" spc="-15" dirty="0">
                <a:latin typeface="Times New Roman"/>
                <a:cs typeface="Times New Roman"/>
              </a:rPr>
              <a:t>current </a:t>
            </a:r>
            <a:r>
              <a:rPr sz="1200" spc="-25" dirty="0">
                <a:latin typeface="Times New Roman"/>
                <a:cs typeface="Times New Roman"/>
              </a:rPr>
              <a:t>SQL </a:t>
            </a:r>
            <a:r>
              <a:rPr sz="1200" spc="-10" dirty="0">
                <a:latin typeface="Times New Roman"/>
                <a:cs typeface="Times New Roman"/>
              </a:rPr>
              <a:t>standard (at </a:t>
            </a:r>
            <a:r>
              <a:rPr sz="1200" spc="-5" dirty="0">
                <a:latin typeface="Times New Roman"/>
                <a:cs typeface="Times New Roman"/>
              </a:rPr>
              <a:t>the </a:t>
            </a:r>
            <a:r>
              <a:rPr sz="1200" spc="-10" dirty="0">
                <a:latin typeface="Times New Roman"/>
                <a:cs typeface="Times New Roman"/>
              </a:rPr>
              <a:t>moment </a:t>
            </a:r>
            <a:r>
              <a:rPr sz="1200" spc="-15" dirty="0">
                <a:latin typeface="Times New Roman"/>
                <a:cs typeface="Times New Roman"/>
              </a:rPr>
              <a:t>SQL:2003), </a:t>
            </a:r>
            <a:r>
              <a:rPr sz="1200" spc="-285" dirty="0">
                <a:latin typeface="Times New Roman"/>
                <a:cs typeface="Times New Roman"/>
              </a:rPr>
              <a:t> </a:t>
            </a:r>
            <a:r>
              <a:rPr sz="1200" spc="-5" dirty="0">
                <a:latin typeface="Times New Roman"/>
                <a:cs typeface="Times New Roman"/>
              </a:rPr>
              <a:t>although</a:t>
            </a:r>
            <a:r>
              <a:rPr sz="1200" dirty="0">
                <a:latin typeface="Times New Roman"/>
                <a:cs typeface="Times New Roman"/>
              </a:rPr>
              <a:t> </a:t>
            </a:r>
            <a:r>
              <a:rPr sz="1200" spc="-5" dirty="0">
                <a:latin typeface="Times New Roman"/>
                <a:cs typeface="Times New Roman"/>
              </a:rPr>
              <a:t>with</a:t>
            </a:r>
            <a:r>
              <a:rPr sz="1200" spc="-30" dirty="0">
                <a:latin typeface="Times New Roman"/>
                <a:cs typeface="Times New Roman"/>
              </a:rPr>
              <a:t> </a:t>
            </a:r>
            <a:r>
              <a:rPr sz="1200" spc="-5" dirty="0">
                <a:latin typeface="Times New Roman"/>
                <a:cs typeface="Times New Roman"/>
              </a:rPr>
              <a:t>significant</a:t>
            </a:r>
            <a:r>
              <a:rPr sz="1200" spc="15" dirty="0">
                <a:latin typeface="Times New Roman"/>
                <a:cs typeface="Times New Roman"/>
              </a:rPr>
              <a:t> </a:t>
            </a:r>
            <a:r>
              <a:rPr sz="1200" spc="-15" dirty="0">
                <a:latin typeface="Times New Roman"/>
                <a:cs typeface="Times New Roman"/>
              </a:rPr>
              <a:t>restrictions</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large </a:t>
            </a:r>
            <a:r>
              <a:rPr sz="1200" dirty="0">
                <a:latin typeface="Times New Roman"/>
                <a:cs typeface="Times New Roman"/>
              </a:rPr>
              <a:t>number</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extensions.</a:t>
            </a:r>
            <a:endParaRPr sz="1200">
              <a:latin typeface="Times New Roman"/>
              <a:cs typeface="Times New Roman"/>
            </a:endParaRPr>
          </a:p>
          <a:p>
            <a:pPr marL="18415" marR="15240" indent="-6350" algn="just">
              <a:lnSpc>
                <a:spcPct val="155100"/>
              </a:lnSpc>
              <a:spcBef>
                <a:spcPts val="805"/>
              </a:spcBef>
            </a:pPr>
            <a:r>
              <a:rPr sz="1200" spc="-5" dirty="0">
                <a:latin typeface="Times New Roman"/>
                <a:cs typeface="Times New Roman"/>
              </a:rPr>
              <a:t>Views: </a:t>
            </a:r>
            <a:r>
              <a:rPr sz="1200" dirty="0">
                <a:latin typeface="Times New Roman"/>
                <a:cs typeface="Times New Roman"/>
              </a:rPr>
              <a:t>Put </a:t>
            </a:r>
            <a:r>
              <a:rPr sz="1200" spc="-5" dirty="0">
                <a:latin typeface="Times New Roman"/>
                <a:cs typeface="Times New Roman"/>
              </a:rPr>
              <a:t>simply, </a:t>
            </a:r>
            <a:r>
              <a:rPr sz="1200" dirty="0">
                <a:latin typeface="Times New Roman"/>
                <a:cs typeface="Times New Roman"/>
              </a:rPr>
              <a:t>views </a:t>
            </a:r>
            <a:r>
              <a:rPr sz="1200" spc="-5" dirty="0">
                <a:latin typeface="Times New Roman"/>
                <a:cs typeface="Times New Roman"/>
              </a:rPr>
              <a:t>relate </a:t>
            </a:r>
            <a:r>
              <a:rPr sz="1200" dirty="0">
                <a:latin typeface="Times New Roman"/>
                <a:cs typeface="Times New Roman"/>
              </a:rPr>
              <a:t>to </a:t>
            </a:r>
            <a:r>
              <a:rPr sz="1200" spc="-5" dirty="0">
                <a:latin typeface="Times New Roman"/>
                <a:cs typeface="Times New Roman"/>
              </a:rPr>
              <a:t>an </a:t>
            </a:r>
            <a:r>
              <a:rPr sz="1200" dirty="0">
                <a:latin typeface="Times New Roman"/>
                <a:cs typeface="Times New Roman"/>
              </a:rPr>
              <a:t>SQL query </a:t>
            </a:r>
            <a:r>
              <a:rPr sz="1200" spc="-5" dirty="0">
                <a:latin typeface="Times New Roman"/>
                <a:cs typeface="Times New Roman"/>
              </a:rPr>
              <a:t>that </a:t>
            </a:r>
            <a:r>
              <a:rPr sz="1200" dirty="0">
                <a:latin typeface="Times New Roman"/>
                <a:cs typeface="Times New Roman"/>
              </a:rPr>
              <a:t>is </a:t>
            </a:r>
            <a:r>
              <a:rPr sz="1200" spc="-5" dirty="0">
                <a:latin typeface="Times New Roman"/>
                <a:cs typeface="Times New Roman"/>
              </a:rPr>
              <a:t>viewed as </a:t>
            </a:r>
            <a:r>
              <a:rPr sz="1200" dirty="0">
                <a:latin typeface="Times New Roman"/>
                <a:cs typeface="Times New Roman"/>
              </a:rPr>
              <a:t>a distinct </a:t>
            </a:r>
            <a:r>
              <a:rPr sz="1200" spc="-5" dirty="0">
                <a:latin typeface="Times New Roman"/>
                <a:cs typeface="Times New Roman"/>
              </a:rPr>
              <a:t>database </a:t>
            </a:r>
            <a:r>
              <a:rPr sz="1200" spc="-10" dirty="0">
                <a:latin typeface="Times New Roman"/>
                <a:cs typeface="Times New Roman"/>
              </a:rPr>
              <a:t>object </a:t>
            </a:r>
            <a:r>
              <a:rPr sz="1200" spc="-5" dirty="0">
                <a:latin typeface="Times New Roman"/>
                <a:cs typeface="Times New Roman"/>
              </a:rPr>
              <a:t> and </a:t>
            </a:r>
            <a:r>
              <a:rPr sz="1200" dirty="0">
                <a:latin typeface="Times New Roman"/>
                <a:cs typeface="Times New Roman"/>
              </a:rPr>
              <a:t>makes possible a particular view of the database. </a:t>
            </a:r>
            <a:r>
              <a:rPr sz="1200" spc="-5" dirty="0">
                <a:latin typeface="Times New Roman"/>
                <a:cs typeface="Times New Roman"/>
              </a:rPr>
              <a:t>MySQL </a:t>
            </a:r>
            <a:r>
              <a:rPr sz="1200" dirty="0">
                <a:latin typeface="Times New Roman"/>
                <a:cs typeface="Times New Roman"/>
              </a:rPr>
              <a:t>has </a:t>
            </a:r>
            <a:r>
              <a:rPr sz="1200" spc="-5" dirty="0">
                <a:latin typeface="Times New Roman"/>
                <a:cs typeface="Times New Roman"/>
              </a:rPr>
              <a:t>supported </a:t>
            </a:r>
            <a:r>
              <a:rPr sz="1200" dirty="0">
                <a:latin typeface="Times New Roman"/>
                <a:cs typeface="Times New Roman"/>
              </a:rPr>
              <a:t>views </a:t>
            </a:r>
            <a:r>
              <a:rPr sz="1200" spc="-10" dirty="0">
                <a:latin typeface="Times New Roman"/>
                <a:cs typeface="Times New Roman"/>
              </a:rPr>
              <a:t>since </a:t>
            </a:r>
            <a:r>
              <a:rPr sz="1200" spc="-5" dirty="0">
                <a:latin typeface="Times New Roman"/>
                <a:cs typeface="Times New Roman"/>
              </a:rPr>
              <a:t> version</a:t>
            </a:r>
            <a:r>
              <a:rPr sz="1200" spc="-20" dirty="0">
                <a:latin typeface="Times New Roman"/>
                <a:cs typeface="Times New Roman"/>
              </a:rPr>
              <a:t> 5.0.</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7958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1310767"/>
            <a:ext cx="5780405" cy="8599170"/>
          </a:xfrm>
          <a:prstGeom prst="rect">
            <a:avLst/>
          </a:prstGeom>
        </p:spPr>
        <p:txBody>
          <a:bodyPr vert="horz" wrap="square" lIns="0" tIns="12700" rIns="0" bIns="0" rtlCol="0">
            <a:spAutoFit/>
          </a:bodyPr>
          <a:lstStyle/>
          <a:p>
            <a:pPr marL="12700" algn="just">
              <a:lnSpc>
                <a:spcPct val="100000"/>
              </a:lnSpc>
              <a:spcBef>
                <a:spcPts val="100"/>
              </a:spcBef>
            </a:pPr>
            <a:r>
              <a:rPr sz="1200" spc="-5" dirty="0">
                <a:latin typeface="Times New Roman"/>
                <a:cs typeface="Times New Roman"/>
              </a:rPr>
              <a:t>Stored</a:t>
            </a:r>
            <a:r>
              <a:rPr sz="1200" spc="-20" dirty="0">
                <a:latin typeface="Times New Roman"/>
                <a:cs typeface="Times New Roman"/>
              </a:rPr>
              <a:t> </a:t>
            </a:r>
            <a:r>
              <a:rPr sz="1200" spc="-5" dirty="0">
                <a:latin typeface="Times New Roman"/>
                <a:cs typeface="Times New Roman"/>
              </a:rPr>
              <a:t>procedures:</a:t>
            </a:r>
            <a:r>
              <a:rPr sz="1200" spc="15" dirty="0">
                <a:latin typeface="Times New Roman"/>
                <a:cs typeface="Times New Roman"/>
              </a:rPr>
              <a:t> </a:t>
            </a:r>
            <a:r>
              <a:rPr sz="1200" spc="-5" dirty="0">
                <a:latin typeface="Times New Roman"/>
                <a:cs typeface="Times New Roman"/>
              </a:rPr>
              <a:t>Here we</a:t>
            </a:r>
            <a:r>
              <a:rPr sz="1200" spc="-40" dirty="0">
                <a:latin typeface="Times New Roman"/>
                <a:cs typeface="Times New Roman"/>
              </a:rPr>
              <a:t> </a:t>
            </a:r>
            <a:r>
              <a:rPr sz="1200" spc="-5" dirty="0">
                <a:latin typeface="Times New Roman"/>
                <a:cs typeface="Times New Roman"/>
              </a:rPr>
              <a:t>are </a:t>
            </a:r>
            <a:r>
              <a:rPr sz="1200" dirty="0">
                <a:latin typeface="Times New Roman"/>
                <a:cs typeface="Times New Roman"/>
              </a:rPr>
              <a:t>dealing</a:t>
            </a:r>
            <a:r>
              <a:rPr sz="1200" spc="-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5" dirty="0">
                <a:latin typeface="Times New Roman"/>
                <a:cs typeface="Times New Roman"/>
              </a:rPr>
              <a:t>SQL</a:t>
            </a:r>
            <a:r>
              <a:rPr sz="1200" spc="-70" dirty="0">
                <a:latin typeface="Times New Roman"/>
                <a:cs typeface="Times New Roman"/>
              </a:rPr>
              <a:t> </a:t>
            </a:r>
            <a:r>
              <a:rPr sz="1200" spc="-5" dirty="0">
                <a:latin typeface="Times New Roman"/>
                <a:cs typeface="Times New Roman"/>
              </a:rPr>
              <a:t>code</a:t>
            </a:r>
            <a:r>
              <a:rPr sz="1200" spc="-1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5" dirty="0">
                <a:latin typeface="Times New Roman"/>
                <a:cs typeface="Times New Roman"/>
              </a:rPr>
              <a:t>stored</a:t>
            </a:r>
            <a:r>
              <a:rPr sz="1200" spc="-1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database</a:t>
            </a:r>
            <a:r>
              <a:rPr sz="1200" spc="5"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marL="18415" marR="7620" indent="-6350" algn="just">
              <a:lnSpc>
                <a:spcPct val="155000"/>
              </a:lnSpc>
              <a:spcBef>
                <a:spcPts val="515"/>
              </a:spcBef>
            </a:pPr>
            <a:r>
              <a:rPr sz="1200" spc="-5" dirty="0">
                <a:latin typeface="Times New Roman"/>
                <a:cs typeface="Times New Roman"/>
              </a:rPr>
              <a:t>Stored </a:t>
            </a:r>
            <a:r>
              <a:rPr sz="1200" spc="-10" dirty="0">
                <a:latin typeface="Times New Roman"/>
                <a:cs typeface="Times New Roman"/>
              </a:rPr>
              <a:t>procedures </a:t>
            </a:r>
            <a:r>
              <a:rPr sz="1200" spc="-5" dirty="0">
                <a:latin typeface="Times New Roman"/>
                <a:cs typeface="Times New Roman"/>
              </a:rPr>
              <a:t>(SPs </a:t>
            </a:r>
            <a:r>
              <a:rPr sz="1200" spc="-10" dirty="0">
                <a:latin typeface="Times New Roman"/>
                <a:cs typeface="Times New Roman"/>
              </a:rPr>
              <a:t>for </a:t>
            </a:r>
            <a:r>
              <a:rPr sz="1200" dirty="0">
                <a:latin typeface="Times New Roman"/>
                <a:cs typeface="Times New Roman"/>
              </a:rPr>
              <a:t>short) are generally used to </a:t>
            </a:r>
            <a:r>
              <a:rPr sz="1200" spc="5" dirty="0">
                <a:latin typeface="Times New Roman"/>
                <a:cs typeface="Times New Roman"/>
              </a:rPr>
              <a:t>simplify </a:t>
            </a:r>
            <a:r>
              <a:rPr sz="1200" dirty="0">
                <a:latin typeface="Times New Roman"/>
                <a:cs typeface="Times New Roman"/>
              </a:rPr>
              <a:t>certain steps, </a:t>
            </a:r>
            <a:r>
              <a:rPr sz="1200" spc="-5" dirty="0">
                <a:latin typeface="Times New Roman"/>
                <a:cs typeface="Times New Roman"/>
              </a:rPr>
              <a:t>such as </a:t>
            </a:r>
            <a:r>
              <a:rPr sz="1200" spc="-10" dirty="0">
                <a:latin typeface="Times New Roman"/>
                <a:cs typeface="Times New Roman"/>
              </a:rPr>
              <a:t>inserting </a:t>
            </a:r>
            <a:r>
              <a:rPr sz="1200" spc="-285" dirty="0">
                <a:latin typeface="Times New Roman"/>
                <a:cs typeface="Times New Roman"/>
              </a:rPr>
              <a:t> </a:t>
            </a:r>
            <a:r>
              <a:rPr sz="1200" dirty="0">
                <a:latin typeface="Times New Roman"/>
                <a:cs typeface="Times New Roman"/>
              </a:rPr>
              <a:t>or deleting a data record. </a:t>
            </a:r>
            <a:r>
              <a:rPr sz="1200" spc="-5" dirty="0">
                <a:latin typeface="Times New Roman"/>
                <a:cs typeface="Times New Roman"/>
              </a:rPr>
              <a:t>For </a:t>
            </a:r>
            <a:r>
              <a:rPr sz="1200" dirty="0">
                <a:latin typeface="Times New Roman"/>
                <a:cs typeface="Times New Roman"/>
              </a:rPr>
              <a:t>client programmers this </a:t>
            </a:r>
            <a:r>
              <a:rPr sz="1200" spc="-5" dirty="0">
                <a:latin typeface="Times New Roman"/>
                <a:cs typeface="Times New Roman"/>
              </a:rPr>
              <a:t>has </a:t>
            </a:r>
            <a:r>
              <a:rPr sz="1200" dirty="0">
                <a:latin typeface="Times New Roman"/>
                <a:cs typeface="Times New Roman"/>
              </a:rPr>
              <a:t>the advantage that </a:t>
            </a:r>
            <a:r>
              <a:rPr sz="1200" spc="5" dirty="0">
                <a:latin typeface="Times New Roman"/>
                <a:cs typeface="Times New Roman"/>
              </a:rPr>
              <a:t>they </a:t>
            </a:r>
            <a:r>
              <a:rPr sz="1200" dirty="0">
                <a:latin typeface="Times New Roman"/>
                <a:cs typeface="Times New Roman"/>
              </a:rPr>
              <a:t>do not </a:t>
            </a:r>
            <a:r>
              <a:rPr sz="1200" spc="-15" dirty="0">
                <a:latin typeface="Times New Roman"/>
                <a:cs typeface="Times New Roman"/>
              </a:rPr>
              <a:t>have </a:t>
            </a:r>
            <a:r>
              <a:rPr sz="1200" spc="-10" dirty="0">
                <a:latin typeface="Times New Roman"/>
                <a:cs typeface="Times New Roman"/>
              </a:rPr>
              <a:t> </a:t>
            </a:r>
            <a:r>
              <a:rPr sz="1200" dirty="0">
                <a:latin typeface="Times New Roman"/>
                <a:cs typeface="Times New Roman"/>
              </a:rPr>
              <a:t>to</a:t>
            </a:r>
            <a:r>
              <a:rPr sz="1200" spc="60" dirty="0">
                <a:latin typeface="Times New Roman"/>
                <a:cs typeface="Times New Roman"/>
              </a:rPr>
              <a:t> </a:t>
            </a:r>
            <a:r>
              <a:rPr sz="1200" spc="-5" dirty="0">
                <a:latin typeface="Times New Roman"/>
                <a:cs typeface="Times New Roman"/>
              </a:rPr>
              <a:t>process</a:t>
            </a:r>
            <a:r>
              <a:rPr sz="1200" spc="6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tables</a:t>
            </a:r>
            <a:r>
              <a:rPr sz="1200" spc="65" dirty="0">
                <a:latin typeface="Times New Roman"/>
                <a:cs typeface="Times New Roman"/>
              </a:rPr>
              <a:t> </a:t>
            </a:r>
            <a:r>
              <a:rPr sz="1200" spc="-5" dirty="0">
                <a:latin typeface="Times New Roman"/>
                <a:cs typeface="Times New Roman"/>
              </a:rPr>
              <a:t>directly,</a:t>
            </a:r>
            <a:r>
              <a:rPr sz="1200" spc="50" dirty="0">
                <a:latin typeface="Times New Roman"/>
                <a:cs typeface="Times New Roman"/>
              </a:rPr>
              <a:t> </a:t>
            </a:r>
            <a:r>
              <a:rPr sz="1200" dirty="0">
                <a:latin typeface="Times New Roman"/>
                <a:cs typeface="Times New Roman"/>
              </a:rPr>
              <a:t>but</a:t>
            </a:r>
            <a:r>
              <a:rPr sz="1200" spc="70" dirty="0">
                <a:latin typeface="Times New Roman"/>
                <a:cs typeface="Times New Roman"/>
              </a:rPr>
              <a:t> </a:t>
            </a:r>
            <a:r>
              <a:rPr sz="1200" dirty="0">
                <a:latin typeface="Times New Roman"/>
                <a:cs typeface="Times New Roman"/>
              </a:rPr>
              <a:t>can</a:t>
            </a:r>
            <a:r>
              <a:rPr sz="1200" spc="65" dirty="0">
                <a:latin typeface="Times New Roman"/>
                <a:cs typeface="Times New Roman"/>
              </a:rPr>
              <a:t> </a:t>
            </a:r>
            <a:r>
              <a:rPr sz="1200" spc="5" dirty="0">
                <a:latin typeface="Times New Roman"/>
                <a:cs typeface="Times New Roman"/>
              </a:rPr>
              <a:t>rely</a:t>
            </a:r>
            <a:r>
              <a:rPr sz="1200" spc="25" dirty="0">
                <a:latin typeface="Times New Roman"/>
                <a:cs typeface="Times New Roman"/>
              </a:rPr>
              <a:t> </a:t>
            </a:r>
            <a:r>
              <a:rPr sz="1200" dirty="0">
                <a:latin typeface="Times New Roman"/>
                <a:cs typeface="Times New Roman"/>
              </a:rPr>
              <a:t>on</a:t>
            </a:r>
            <a:r>
              <a:rPr sz="1200" spc="65" dirty="0">
                <a:latin typeface="Times New Roman"/>
                <a:cs typeface="Times New Roman"/>
              </a:rPr>
              <a:t> </a:t>
            </a:r>
            <a:r>
              <a:rPr sz="1200" spc="-5" dirty="0">
                <a:latin typeface="Times New Roman"/>
                <a:cs typeface="Times New Roman"/>
              </a:rPr>
              <a:t>SPs.</a:t>
            </a:r>
            <a:r>
              <a:rPr sz="1200" spc="60" dirty="0">
                <a:latin typeface="Times New Roman"/>
                <a:cs typeface="Times New Roman"/>
              </a:rPr>
              <a:t> </a:t>
            </a:r>
            <a:r>
              <a:rPr sz="1200" spc="-5" dirty="0">
                <a:latin typeface="Times New Roman"/>
                <a:cs typeface="Times New Roman"/>
              </a:rPr>
              <a:t>Like</a:t>
            </a:r>
            <a:r>
              <a:rPr sz="1200" spc="60" dirty="0">
                <a:latin typeface="Times New Roman"/>
                <a:cs typeface="Times New Roman"/>
              </a:rPr>
              <a:t> </a:t>
            </a:r>
            <a:r>
              <a:rPr sz="1200" spc="-5" dirty="0">
                <a:latin typeface="Times New Roman"/>
                <a:cs typeface="Times New Roman"/>
              </a:rPr>
              <a:t>views,</a:t>
            </a:r>
            <a:r>
              <a:rPr sz="1200" spc="65" dirty="0">
                <a:latin typeface="Times New Roman"/>
                <a:cs typeface="Times New Roman"/>
              </a:rPr>
              <a:t> </a:t>
            </a:r>
            <a:r>
              <a:rPr sz="1200" spc="-10" dirty="0">
                <a:latin typeface="Times New Roman"/>
                <a:cs typeface="Times New Roman"/>
              </a:rPr>
              <a:t>SPs</a:t>
            </a:r>
            <a:r>
              <a:rPr sz="1200" spc="45" dirty="0">
                <a:latin typeface="Times New Roman"/>
                <a:cs typeface="Times New Roman"/>
              </a:rPr>
              <a:t> </a:t>
            </a:r>
            <a:r>
              <a:rPr sz="1200" spc="-5" dirty="0">
                <a:latin typeface="Times New Roman"/>
                <a:cs typeface="Times New Roman"/>
              </a:rPr>
              <a:t>help</a:t>
            </a:r>
            <a:r>
              <a:rPr sz="1200" spc="6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administration </a:t>
            </a:r>
            <a:r>
              <a:rPr sz="1200" spc="-290" dirty="0">
                <a:latin typeface="Times New Roman"/>
                <a:cs typeface="Times New Roman"/>
              </a:rPr>
              <a:t> </a:t>
            </a:r>
            <a:r>
              <a:rPr sz="1200" dirty="0">
                <a:latin typeface="Times New Roman"/>
                <a:cs typeface="Times New Roman"/>
              </a:rPr>
              <a:t>of </a:t>
            </a:r>
            <a:r>
              <a:rPr sz="1200" spc="-5" dirty="0">
                <a:latin typeface="Times New Roman"/>
                <a:cs typeface="Times New Roman"/>
              </a:rPr>
              <a:t>large </a:t>
            </a:r>
            <a:r>
              <a:rPr sz="1200" dirty="0">
                <a:latin typeface="Times New Roman"/>
                <a:cs typeface="Times New Roman"/>
              </a:rPr>
              <a:t>database projects. </a:t>
            </a:r>
            <a:r>
              <a:rPr sz="1200" spc="-5" dirty="0">
                <a:latin typeface="Times New Roman"/>
                <a:cs typeface="Times New Roman"/>
              </a:rPr>
              <a:t>SPs can also </a:t>
            </a:r>
            <a:r>
              <a:rPr sz="1200" dirty="0">
                <a:latin typeface="Times New Roman"/>
                <a:cs typeface="Times New Roman"/>
              </a:rPr>
              <a:t>increase </a:t>
            </a:r>
            <a:r>
              <a:rPr sz="1200" spc="-10" dirty="0">
                <a:latin typeface="Times New Roman"/>
                <a:cs typeface="Times New Roman"/>
              </a:rPr>
              <a:t>efficiency. MySQL </a:t>
            </a:r>
            <a:r>
              <a:rPr sz="1200" dirty="0">
                <a:latin typeface="Times New Roman"/>
                <a:cs typeface="Times New Roman"/>
              </a:rPr>
              <a:t>has </a:t>
            </a:r>
            <a:r>
              <a:rPr sz="1200" spc="-5" dirty="0">
                <a:latin typeface="Times New Roman"/>
                <a:cs typeface="Times New Roman"/>
              </a:rPr>
              <a:t>supported SPs </a:t>
            </a:r>
            <a:r>
              <a:rPr sz="1200" spc="-10" dirty="0">
                <a:latin typeface="Times New Roman"/>
                <a:cs typeface="Times New Roman"/>
              </a:rPr>
              <a:t>since </a:t>
            </a:r>
            <a:r>
              <a:rPr sz="1200" spc="-5" dirty="0">
                <a:latin typeface="Times New Roman"/>
                <a:cs typeface="Times New Roman"/>
              </a:rPr>
              <a:t> version</a:t>
            </a:r>
            <a:r>
              <a:rPr sz="1200" spc="-20" dirty="0">
                <a:latin typeface="Times New Roman"/>
                <a:cs typeface="Times New Roman"/>
              </a:rPr>
              <a:t> 5.0.</a:t>
            </a:r>
            <a:endParaRPr sz="1200">
              <a:latin typeface="Times New Roman"/>
              <a:cs typeface="Times New Roman"/>
            </a:endParaRPr>
          </a:p>
          <a:p>
            <a:pPr marL="18415" marR="5080" indent="-6350" algn="just">
              <a:lnSpc>
                <a:spcPct val="155000"/>
              </a:lnSpc>
              <a:spcBef>
                <a:spcPts val="805"/>
              </a:spcBef>
            </a:pPr>
            <a:r>
              <a:rPr sz="1200" spc="-15" dirty="0">
                <a:latin typeface="Times New Roman"/>
                <a:cs typeface="Times New Roman"/>
              </a:rPr>
              <a:t>Triggers: </a:t>
            </a:r>
            <a:r>
              <a:rPr sz="1200" spc="-10" dirty="0">
                <a:latin typeface="Times New Roman"/>
                <a:cs typeface="Times New Roman"/>
              </a:rPr>
              <a:t>Triggers </a:t>
            </a:r>
            <a:r>
              <a:rPr sz="1200" dirty="0">
                <a:latin typeface="Times New Roman"/>
                <a:cs typeface="Times New Roman"/>
              </a:rPr>
              <a:t>are </a:t>
            </a:r>
            <a:r>
              <a:rPr sz="1200" spc="-5" dirty="0">
                <a:latin typeface="Times New Roman"/>
                <a:cs typeface="Times New Roman"/>
              </a:rPr>
              <a:t>SQL </a:t>
            </a:r>
            <a:r>
              <a:rPr sz="1200" dirty="0">
                <a:latin typeface="Times New Roman"/>
                <a:cs typeface="Times New Roman"/>
              </a:rPr>
              <a:t>commands that are automatically executed </a:t>
            </a:r>
            <a:r>
              <a:rPr sz="1200" spc="10" dirty="0">
                <a:latin typeface="Times New Roman"/>
                <a:cs typeface="Times New Roman"/>
              </a:rPr>
              <a:t>by </a:t>
            </a:r>
            <a:r>
              <a:rPr sz="1200" dirty="0">
                <a:latin typeface="Times New Roman"/>
                <a:cs typeface="Times New Roman"/>
              </a:rPr>
              <a:t>the server in </a:t>
            </a:r>
            <a:r>
              <a:rPr sz="1200" spc="-10" dirty="0">
                <a:latin typeface="Times New Roman"/>
                <a:cs typeface="Times New Roman"/>
              </a:rPr>
              <a:t>certain </a:t>
            </a:r>
            <a:r>
              <a:rPr sz="1200" spc="-5" dirty="0">
                <a:latin typeface="Times New Roman"/>
                <a:cs typeface="Times New Roman"/>
              </a:rPr>
              <a:t> </a:t>
            </a:r>
            <a:r>
              <a:rPr sz="1200" dirty="0">
                <a:latin typeface="Times New Roman"/>
                <a:cs typeface="Times New Roman"/>
              </a:rPr>
              <a:t>database operations </a:t>
            </a:r>
            <a:r>
              <a:rPr sz="1200" spc="-15" dirty="0">
                <a:latin typeface="Times New Roman"/>
                <a:cs typeface="Times New Roman"/>
              </a:rPr>
              <a:t>(INSERT, UPDATE, </a:t>
            </a:r>
            <a:r>
              <a:rPr sz="1200" spc="-5" dirty="0">
                <a:latin typeface="Times New Roman"/>
                <a:cs typeface="Times New Roman"/>
              </a:rPr>
              <a:t>and </a:t>
            </a:r>
            <a:r>
              <a:rPr sz="1200" dirty="0">
                <a:latin typeface="Times New Roman"/>
                <a:cs typeface="Times New Roman"/>
              </a:rPr>
              <a:t>DELETE). </a:t>
            </a:r>
            <a:r>
              <a:rPr sz="1200" spc="-5" dirty="0">
                <a:latin typeface="Times New Roman"/>
                <a:cs typeface="Times New Roman"/>
              </a:rPr>
              <a:t>MySQL </a:t>
            </a:r>
            <a:r>
              <a:rPr sz="1200" dirty="0">
                <a:latin typeface="Times New Roman"/>
                <a:cs typeface="Times New Roman"/>
              </a:rPr>
              <a:t>has </a:t>
            </a:r>
            <a:r>
              <a:rPr sz="1200" spc="-5" dirty="0">
                <a:latin typeface="Times New Roman"/>
                <a:cs typeface="Times New Roman"/>
              </a:rPr>
              <a:t>supported </a:t>
            </a:r>
            <a:r>
              <a:rPr sz="1200" dirty="0">
                <a:latin typeface="Times New Roman"/>
                <a:cs typeface="Times New Roman"/>
              </a:rPr>
              <a:t>triggers in a </a:t>
            </a:r>
            <a:r>
              <a:rPr sz="1200" spc="5" dirty="0">
                <a:latin typeface="Times New Roman"/>
                <a:cs typeface="Times New Roman"/>
              </a:rPr>
              <a:t> </a:t>
            </a:r>
            <a:r>
              <a:rPr sz="1200" dirty="0">
                <a:latin typeface="Times New Roman"/>
                <a:cs typeface="Times New Roman"/>
              </a:rPr>
              <a:t>limited </a:t>
            </a:r>
            <a:r>
              <a:rPr sz="1200" spc="-5" dirty="0">
                <a:latin typeface="Times New Roman"/>
                <a:cs typeface="Times New Roman"/>
              </a:rPr>
              <a:t>form from version</a:t>
            </a:r>
            <a:r>
              <a:rPr sz="1200" spc="-15" dirty="0">
                <a:latin typeface="Times New Roman"/>
                <a:cs typeface="Times New Roman"/>
              </a:rPr>
              <a:t> </a:t>
            </a:r>
            <a:r>
              <a:rPr sz="1200" dirty="0">
                <a:latin typeface="Times New Roman"/>
                <a:cs typeface="Times New Roman"/>
              </a:rPr>
              <a:t>5.0,</a:t>
            </a:r>
            <a:r>
              <a:rPr sz="1200" spc="-2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additional</a:t>
            </a:r>
            <a:r>
              <a:rPr sz="1200" spc="5" dirty="0">
                <a:latin typeface="Times New Roman"/>
                <a:cs typeface="Times New Roman"/>
              </a:rPr>
              <a:t> </a:t>
            </a:r>
            <a:r>
              <a:rPr sz="1200" spc="-15" dirty="0">
                <a:latin typeface="Times New Roman"/>
                <a:cs typeface="Times New Roman"/>
              </a:rPr>
              <a:t>functionality</a:t>
            </a:r>
            <a:r>
              <a:rPr sz="1200" spc="20"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dirty="0">
                <a:latin typeface="Times New Roman"/>
                <a:cs typeface="Times New Roman"/>
              </a:rPr>
              <a:t>promised</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 dirty="0">
                <a:latin typeface="Times New Roman"/>
                <a:cs typeface="Times New Roman"/>
              </a:rPr>
              <a:t>version</a:t>
            </a:r>
            <a:r>
              <a:rPr sz="1200" spc="-10" dirty="0">
                <a:latin typeface="Times New Roman"/>
                <a:cs typeface="Times New Roman"/>
              </a:rPr>
              <a:t> </a:t>
            </a:r>
            <a:r>
              <a:rPr sz="1200" spc="-20" dirty="0">
                <a:latin typeface="Times New Roman"/>
                <a:cs typeface="Times New Roman"/>
              </a:rPr>
              <a:t>5.1.</a:t>
            </a:r>
            <a:endParaRPr sz="1200">
              <a:latin typeface="Times New Roman"/>
              <a:cs typeface="Times New Roman"/>
            </a:endParaRPr>
          </a:p>
          <a:p>
            <a:pPr marL="18415" marR="14604" indent="-6350" algn="just">
              <a:lnSpc>
                <a:spcPct val="155000"/>
              </a:lnSpc>
              <a:spcBef>
                <a:spcPts val="805"/>
              </a:spcBef>
            </a:pPr>
            <a:r>
              <a:rPr sz="1200" dirty="0">
                <a:latin typeface="Times New Roman"/>
                <a:cs typeface="Times New Roman"/>
              </a:rPr>
              <a:t>Unicode: </a:t>
            </a:r>
            <a:r>
              <a:rPr sz="1200" spc="-5" dirty="0">
                <a:latin typeface="Times New Roman"/>
                <a:cs typeface="Times New Roman"/>
              </a:rPr>
              <a:t>MySQL has supported </a:t>
            </a:r>
            <a:r>
              <a:rPr sz="1200" dirty="0">
                <a:latin typeface="Times New Roman"/>
                <a:cs typeface="Times New Roman"/>
              </a:rPr>
              <a:t>all conceivable character </a:t>
            </a:r>
            <a:r>
              <a:rPr sz="1200" spc="-5" dirty="0">
                <a:latin typeface="Times New Roman"/>
                <a:cs typeface="Times New Roman"/>
              </a:rPr>
              <a:t>sets </a:t>
            </a:r>
            <a:r>
              <a:rPr sz="1200" dirty="0">
                <a:latin typeface="Times New Roman"/>
                <a:cs typeface="Times New Roman"/>
              </a:rPr>
              <a:t>since version 4.1, </a:t>
            </a:r>
            <a:r>
              <a:rPr sz="1200" spc="-10" dirty="0">
                <a:latin typeface="Times New Roman"/>
                <a:cs typeface="Times New Roman"/>
              </a:rPr>
              <a:t>including </a:t>
            </a:r>
            <a:r>
              <a:rPr sz="1200" spc="-5" dirty="0">
                <a:latin typeface="Times New Roman"/>
                <a:cs typeface="Times New Roman"/>
              </a:rPr>
              <a:t> </a:t>
            </a:r>
            <a:r>
              <a:rPr sz="1200" spc="-15" dirty="0">
                <a:latin typeface="Times New Roman"/>
                <a:cs typeface="Times New Roman"/>
              </a:rPr>
              <a:t>Latin-1,</a:t>
            </a:r>
            <a:r>
              <a:rPr sz="1200" spc="45" dirty="0">
                <a:latin typeface="Times New Roman"/>
                <a:cs typeface="Times New Roman"/>
              </a:rPr>
              <a:t> </a:t>
            </a:r>
            <a:r>
              <a:rPr sz="1200" spc="-15" dirty="0">
                <a:latin typeface="Times New Roman"/>
                <a:cs typeface="Times New Roman"/>
              </a:rPr>
              <a:t>Latin-2,</a:t>
            </a:r>
            <a:r>
              <a:rPr sz="1200" spc="4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Unicode (either</a:t>
            </a:r>
            <a:r>
              <a:rPr sz="1200" spc="1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variant</a:t>
            </a:r>
            <a:r>
              <a:rPr sz="1200" spc="15" dirty="0">
                <a:latin typeface="Times New Roman"/>
                <a:cs typeface="Times New Roman"/>
              </a:rPr>
              <a:t> </a:t>
            </a:r>
            <a:r>
              <a:rPr sz="1200" spc="-5" dirty="0">
                <a:latin typeface="Times New Roman"/>
                <a:cs typeface="Times New Roman"/>
              </a:rPr>
              <a:t>UTF8</a:t>
            </a:r>
            <a:r>
              <a:rPr sz="1200" dirty="0">
                <a:latin typeface="Times New Roman"/>
                <a:cs typeface="Times New Roman"/>
              </a:rPr>
              <a:t> or</a:t>
            </a:r>
            <a:r>
              <a:rPr sz="1200" spc="-20" dirty="0">
                <a:latin typeface="Times New Roman"/>
                <a:cs typeface="Times New Roman"/>
              </a:rPr>
              <a:t> </a:t>
            </a:r>
            <a:r>
              <a:rPr sz="1200" spc="-15" dirty="0">
                <a:latin typeface="Times New Roman"/>
                <a:cs typeface="Times New Roman"/>
              </a:rPr>
              <a:t>UCS2).</a:t>
            </a:r>
            <a:endParaRPr sz="1200">
              <a:latin typeface="Times New Roman"/>
              <a:cs typeface="Times New Roman"/>
            </a:endParaRPr>
          </a:p>
          <a:p>
            <a:pPr marL="18415" marR="8890" indent="-6350" algn="just">
              <a:lnSpc>
                <a:spcPct val="145200"/>
              </a:lnSpc>
              <a:spcBef>
                <a:spcPts val="935"/>
              </a:spcBef>
            </a:pPr>
            <a:r>
              <a:rPr sz="1200" spc="-5" dirty="0">
                <a:latin typeface="Times New Roman"/>
                <a:cs typeface="Times New Roman"/>
              </a:rPr>
              <a:t>User </a:t>
            </a:r>
            <a:r>
              <a:rPr sz="1200" dirty="0">
                <a:latin typeface="Times New Roman"/>
                <a:cs typeface="Times New Roman"/>
              </a:rPr>
              <a:t>interface: There are a number of convenient </a:t>
            </a:r>
            <a:r>
              <a:rPr sz="1200" spc="-5" dirty="0">
                <a:latin typeface="Times New Roman"/>
                <a:cs typeface="Times New Roman"/>
              </a:rPr>
              <a:t>user </a:t>
            </a:r>
            <a:r>
              <a:rPr sz="1200" dirty="0">
                <a:latin typeface="Times New Roman"/>
                <a:cs typeface="Times New Roman"/>
              </a:rPr>
              <a:t>interfaces for administering a </a:t>
            </a:r>
            <a:r>
              <a:rPr sz="1200" spc="-10" dirty="0">
                <a:latin typeface="Times New Roman"/>
                <a:cs typeface="Times New Roman"/>
              </a:rPr>
              <a:t>MySQL </a:t>
            </a:r>
            <a:r>
              <a:rPr sz="1200" spc="-5" dirty="0">
                <a:latin typeface="Times New Roman"/>
                <a:cs typeface="Times New Roman"/>
              </a:rPr>
              <a:t> </a:t>
            </a:r>
            <a:r>
              <a:rPr sz="1200" spc="-20" dirty="0">
                <a:latin typeface="Times New Roman"/>
                <a:cs typeface="Times New Roman"/>
              </a:rPr>
              <a:t>server.</a:t>
            </a:r>
            <a:endParaRPr sz="1200">
              <a:latin typeface="Times New Roman"/>
              <a:cs typeface="Times New Roman"/>
            </a:endParaRPr>
          </a:p>
          <a:p>
            <a:pPr marL="18415" marR="14604" indent="-6350" algn="just">
              <a:lnSpc>
                <a:spcPct val="151700"/>
              </a:lnSpc>
              <a:spcBef>
                <a:spcPts val="775"/>
              </a:spcBef>
            </a:pPr>
            <a:r>
              <a:rPr sz="1200" spc="-10" dirty="0">
                <a:latin typeface="Times New Roman"/>
                <a:cs typeface="Times New Roman"/>
              </a:rPr>
              <a:t>Full-text search: Full-text search simplifies </a:t>
            </a:r>
            <a:r>
              <a:rPr sz="1200" spc="-5" dirty="0">
                <a:latin typeface="Times New Roman"/>
                <a:cs typeface="Times New Roman"/>
              </a:rPr>
              <a:t>and </a:t>
            </a:r>
            <a:r>
              <a:rPr sz="1200" spc="-10" dirty="0">
                <a:latin typeface="Times New Roman"/>
                <a:cs typeface="Times New Roman"/>
              </a:rPr>
              <a:t>accelerates </a:t>
            </a:r>
            <a:r>
              <a:rPr sz="1200" spc="-5" dirty="0">
                <a:latin typeface="Times New Roman"/>
                <a:cs typeface="Times New Roman"/>
              </a:rPr>
              <a:t>the </a:t>
            </a:r>
            <a:r>
              <a:rPr sz="1200" spc="-10" dirty="0">
                <a:latin typeface="Times New Roman"/>
                <a:cs typeface="Times New Roman"/>
              </a:rPr>
              <a:t>search </a:t>
            </a:r>
            <a:r>
              <a:rPr sz="1200" dirty="0">
                <a:latin typeface="Times New Roman"/>
                <a:cs typeface="Times New Roman"/>
              </a:rPr>
              <a:t>for words </a:t>
            </a:r>
            <a:r>
              <a:rPr sz="1200" spc="-15" dirty="0">
                <a:latin typeface="Times New Roman"/>
                <a:cs typeface="Times New Roman"/>
              </a:rPr>
              <a:t>that </a:t>
            </a:r>
            <a:r>
              <a:rPr sz="1200" spc="-5" dirty="0">
                <a:latin typeface="Times New Roman"/>
                <a:cs typeface="Times New Roman"/>
              </a:rPr>
              <a:t>are </a:t>
            </a:r>
            <a:r>
              <a:rPr sz="1200" spc="-10" dirty="0">
                <a:latin typeface="Times New Roman"/>
                <a:cs typeface="Times New Roman"/>
              </a:rPr>
              <a:t>located </a:t>
            </a:r>
            <a:r>
              <a:rPr sz="1200" spc="-285" dirty="0">
                <a:latin typeface="Times New Roman"/>
                <a:cs typeface="Times New Roman"/>
              </a:rPr>
              <a:t> </a:t>
            </a:r>
            <a:r>
              <a:rPr sz="1200" dirty="0">
                <a:latin typeface="Times New Roman"/>
                <a:cs typeface="Times New Roman"/>
              </a:rPr>
              <a:t>within a </a:t>
            </a:r>
            <a:r>
              <a:rPr sz="1200" spc="5" dirty="0">
                <a:latin typeface="Times New Roman"/>
                <a:cs typeface="Times New Roman"/>
              </a:rPr>
              <a:t>text </a:t>
            </a:r>
            <a:r>
              <a:rPr sz="1200" spc="-5" dirty="0">
                <a:latin typeface="Times New Roman"/>
                <a:cs typeface="Times New Roman"/>
              </a:rPr>
              <a:t>field. </a:t>
            </a:r>
            <a:r>
              <a:rPr sz="1200" spc="-10" dirty="0">
                <a:latin typeface="Times New Roman"/>
                <a:cs typeface="Times New Roman"/>
              </a:rPr>
              <a:t>If </a:t>
            </a:r>
            <a:r>
              <a:rPr sz="1200" spc="-5" dirty="0">
                <a:latin typeface="Times New Roman"/>
                <a:cs typeface="Times New Roman"/>
              </a:rPr>
              <a:t>you </a:t>
            </a:r>
            <a:r>
              <a:rPr sz="1200" dirty="0">
                <a:latin typeface="Times New Roman"/>
                <a:cs typeface="Times New Roman"/>
              </a:rPr>
              <a:t>employ </a:t>
            </a:r>
            <a:r>
              <a:rPr sz="1200" spc="-5" dirty="0">
                <a:latin typeface="Times New Roman"/>
                <a:cs typeface="Times New Roman"/>
              </a:rPr>
              <a:t>MySQL </a:t>
            </a:r>
            <a:r>
              <a:rPr sz="1200" dirty="0">
                <a:latin typeface="Times New Roman"/>
                <a:cs typeface="Times New Roman"/>
              </a:rPr>
              <a:t>for storing text </a:t>
            </a:r>
            <a:r>
              <a:rPr sz="1200" spc="-5" dirty="0">
                <a:latin typeface="Times New Roman"/>
                <a:cs typeface="Times New Roman"/>
              </a:rPr>
              <a:t>(such as </a:t>
            </a:r>
            <a:r>
              <a:rPr sz="1200" dirty="0">
                <a:latin typeface="Times New Roman"/>
                <a:cs typeface="Times New Roman"/>
              </a:rPr>
              <a:t>in </a:t>
            </a:r>
            <a:r>
              <a:rPr sz="1200" spc="-5" dirty="0">
                <a:latin typeface="Times New Roman"/>
                <a:cs typeface="Times New Roman"/>
              </a:rPr>
              <a:t>an Internet </a:t>
            </a:r>
            <a:r>
              <a:rPr sz="1200" spc="-15" dirty="0">
                <a:latin typeface="Times New Roman"/>
                <a:cs typeface="Times New Roman"/>
              </a:rPr>
              <a:t>discussion </a:t>
            </a:r>
            <a:r>
              <a:rPr sz="1200" spc="-10" dirty="0">
                <a:latin typeface="Times New Roman"/>
                <a:cs typeface="Times New Roman"/>
              </a:rPr>
              <a:t> </a:t>
            </a:r>
            <a:r>
              <a:rPr sz="1200" spc="-5" dirty="0">
                <a:latin typeface="Times New Roman"/>
                <a:cs typeface="Times New Roman"/>
              </a:rPr>
              <a:t>group),</a:t>
            </a:r>
            <a:r>
              <a:rPr sz="1200" dirty="0">
                <a:latin typeface="Times New Roman"/>
                <a:cs typeface="Times New Roman"/>
              </a:rPr>
              <a:t> </a:t>
            </a:r>
            <a:r>
              <a:rPr sz="1200" spc="-15" dirty="0">
                <a:latin typeface="Times New Roman"/>
                <a:cs typeface="Times New Roman"/>
              </a:rPr>
              <a:t>you</a:t>
            </a:r>
            <a:r>
              <a:rPr sz="1200" spc="10"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5" dirty="0">
                <a:latin typeface="Times New Roman"/>
                <a:cs typeface="Times New Roman"/>
              </a:rPr>
              <a:t>use</a:t>
            </a:r>
            <a:r>
              <a:rPr sz="1200" spc="-25" dirty="0">
                <a:latin typeface="Times New Roman"/>
                <a:cs typeface="Times New Roman"/>
              </a:rPr>
              <a:t> </a:t>
            </a:r>
            <a:r>
              <a:rPr sz="1200" spc="-10" dirty="0">
                <a:latin typeface="Times New Roman"/>
                <a:cs typeface="Times New Roman"/>
              </a:rPr>
              <a:t>full-text</a:t>
            </a:r>
            <a:r>
              <a:rPr sz="1200" spc="15" dirty="0">
                <a:latin typeface="Times New Roman"/>
                <a:cs typeface="Times New Roman"/>
              </a:rPr>
              <a:t> </a:t>
            </a:r>
            <a:r>
              <a:rPr sz="1200" spc="-5" dirty="0">
                <a:latin typeface="Times New Roman"/>
                <a:cs typeface="Times New Roman"/>
              </a:rPr>
              <a:t>search</a:t>
            </a:r>
            <a:r>
              <a:rPr sz="1200" dirty="0">
                <a:latin typeface="Times New Roman"/>
                <a:cs typeface="Times New Roman"/>
              </a:rPr>
              <a:t> to</a:t>
            </a:r>
            <a:r>
              <a:rPr sz="1200" spc="-15" dirty="0">
                <a:latin typeface="Times New Roman"/>
                <a:cs typeface="Times New Roman"/>
              </a:rPr>
              <a:t> </a:t>
            </a:r>
            <a:r>
              <a:rPr sz="1200" spc="-5" dirty="0">
                <a:latin typeface="Times New Roman"/>
                <a:cs typeface="Times New Roman"/>
              </a:rPr>
              <a:t>implement</a:t>
            </a:r>
            <a:r>
              <a:rPr sz="1200" spc="20" dirty="0">
                <a:latin typeface="Times New Roman"/>
                <a:cs typeface="Times New Roman"/>
              </a:rPr>
              <a:t> </a:t>
            </a:r>
            <a:r>
              <a:rPr sz="1200" dirty="0">
                <a:latin typeface="Times New Roman"/>
                <a:cs typeface="Times New Roman"/>
              </a:rPr>
              <a:t>simply</a:t>
            </a:r>
            <a:r>
              <a:rPr sz="1200" spc="-20" dirty="0">
                <a:latin typeface="Times New Roman"/>
                <a:cs typeface="Times New Roman"/>
              </a:rPr>
              <a:t> </a:t>
            </a:r>
            <a:r>
              <a:rPr sz="1200" spc="-5" dirty="0">
                <a:latin typeface="Times New Roman"/>
                <a:cs typeface="Times New Roman"/>
              </a:rPr>
              <a:t>an</a:t>
            </a:r>
            <a:r>
              <a:rPr sz="1200" spc="-15" dirty="0">
                <a:latin typeface="Times New Roman"/>
                <a:cs typeface="Times New Roman"/>
              </a:rPr>
              <a:t> efficient</a:t>
            </a:r>
            <a:r>
              <a:rPr sz="1200" spc="40" dirty="0">
                <a:latin typeface="Times New Roman"/>
                <a:cs typeface="Times New Roman"/>
              </a:rPr>
              <a:t> </a:t>
            </a:r>
            <a:r>
              <a:rPr sz="1200" spc="-5" dirty="0">
                <a:latin typeface="Times New Roman"/>
                <a:cs typeface="Times New Roman"/>
              </a:rPr>
              <a:t>search</a:t>
            </a:r>
            <a:r>
              <a:rPr sz="1200" spc="10" dirty="0">
                <a:latin typeface="Times New Roman"/>
                <a:cs typeface="Times New Roman"/>
              </a:rPr>
              <a:t> </a:t>
            </a:r>
            <a:r>
              <a:rPr sz="1200" spc="-15" dirty="0">
                <a:latin typeface="Times New Roman"/>
                <a:cs typeface="Times New Roman"/>
              </a:rPr>
              <a:t>function.</a:t>
            </a:r>
            <a:endParaRPr sz="1200">
              <a:latin typeface="Times New Roman"/>
              <a:cs typeface="Times New Roman"/>
            </a:endParaRPr>
          </a:p>
          <a:p>
            <a:pPr marL="18415" marR="7620" indent="-6350" algn="just">
              <a:lnSpc>
                <a:spcPct val="155000"/>
              </a:lnSpc>
              <a:spcBef>
                <a:spcPts val="795"/>
              </a:spcBef>
            </a:pPr>
            <a:r>
              <a:rPr sz="1200" dirty="0">
                <a:latin typeface="Times New Roman"/>
                <a:cs typeface="Times New Roman"/>
              </a:rPr>
              <a:t>Replication: Replication </a:t>
            </a:r>
            <a:r>
              <a:rPr sz="1200" spc="-5" dirty="0">
                <a:latin typeface="Times New Roman"/>
                <a:cs typeface="Times New Roman"/>
              </a:rPr>
              <a:t>allows </a:t>
            </a:r>
            <a:r>
              <a:rPr sz="1200" dirty="0">
                <a:latin typeface="Times New Roman"/>
                <a:cs typeface="Times New Roman"/>
              </a:rPr>
              <a:t>the contents of a database to </a:t>
            </a:r>
            <a:r>
              <a:rPr sz="1200" spc="5" dirty="0">
                <a:latin typeface="Times New Roman"/>
                <a:cs typeface="Times New Roman"/>
              </a:rPr>
              <a:t>be </a:t>
            </a:r>
            <a:r>
              <a:rPr sz="1200" dirty="0">
                <a:latin typeface="Times New Roman"/>
                <a:cs typeface="Times New Roman"/>
              </a:rPr>
              <a:t>copied (replicated) onto a </a:t>
            </a:r>
            <a:r>
              <a:rPr sz="1200" spc="5" dirty="0">
                <a:latin typeface="Times New Roman"/>
                <a:cs typeface="Times New Roman"/>
              </a:rPr>
              <a:t> </a:t>
            </a:r>
            <a:r>
              <a:rPr sz="1200" dirty="0">
                <a:latin typeface="Times New Roman"/>
                <a:cs typeface="Times New Roman"/>
              </a:rPr>
              <a:t>number of computers. </a:t>
            </a:r>
            <a:r>
              <a:rPr sz="1200" spc="-10" dirty="0">
                <a:latin typeface="Times New Roman"/>
                <a:cs typeface="Times New Roman"/>
              </a:rPr>
              <a:t>In </a:t>
            </a:r>
            <a:r>
              <a:rPr sz="1200" dirty="0">
                <a:latin typeface="Times New Roman"/>
                <a:cs typeface="Times New Roman"/>
              </a:rPr>
              <a:t>practice, this </a:t>
            </a:r>
            <a:r>
              <a:rPr sz="1200" spc="-5" dirty="0">
                <a:latin typeface="Times New Roman"/>
                <a:cs typeface="Times New Roman"/>
              </a:rPr>
              <a:t>is </a:t>
            </a:r>
            <a:r>
              <a:rPr sz="1200" dirty="0">
                <a:latin typeface="Times New Roman"/>
                <a:cs typeface="Times New Roman"/>
              </a:rPr>
              <a:t>done for </a:t>
            </a:r>
            <a:r>
              <a:rPr sz="1200" spc="-5" dirty="0">
                <a:latin typeface="Times New Roman"/>
                <a:cs typeface="Times New Roman"/>
              </a:rPr>
              <a:t>two reasons: </a:t>
            </a:r>
            <a:r>
              <a:rPr sz="1200" dirty="0">
                <a:latin typeface="Times New Roman"/>
                <a:cs typeface="Times New Roman"/>
              </a:rPr>
              <a:t>to </a:t>
            </a:r>
            <a:r>
              <a:rPr sz="1200" spc="-5" dirty="0">
                <a:latin typeface="Times New Roman"/>
                <a:cs typeface="Times New Roman"/>
              </a:rPr>
              <a:t>increase </a:t>
            </a:r>
            <a:r>
              <a:rPr sz="1200" dirty="0">
                <a:latin typeface="Times New Roman"/>
                <a:cs typeface="Times New Roman"/>
              </a:rPr>
              <a:t>protection </a:t>
            </a:r>
            <a:r>
              <a:rPr sz="1200" spc="-10" dirty="0">
                <a:latin typeface="Times New Roman"/>
                <a:cs typeface="Times New Roman"/>
              </a:rPr>
              <a:t>against </a:t>
            </a:r>
            <a:r>
              <a:rPr sz="1200" spc="-5" dirty="0">
                <a:latin typeface="Times New Roman"/>
                <a:cs typeface="Times New Roman"/>
              </a:rPr>
              <a:t> system </a:t>
            </a:r>
            <a:r>
              <a:rPr sz="1200" dirty="0">
                <a:latin typeface="Times New Roman"/>
                <a:cs typeface="Times New Roman"/>
              </a:rPr>
              <a:t>failure </a:t>
            </a:r>
            <a:r>
              <a:rPr sz="1200" spc="-5" dirty="0">
                <a:latin typeface="Times New Roman"/>
                <a:cs typeface="Times New Roman"/>
              </a:rPr>
              <a:t>(so </a:t>
            </a:r>
            <a:r>
              <a:rPr sz="1200" dirty="0">
                <a:latin typeface="Times New Roman"/>
                <a:cs typeface="Times New Roman"/>
              </a:rPr>
              <a:t>that </a:t>
            </a:r>
            <a:r>
              <a:rPr sz="1200" spc="5" dirty="0">
                <a:latin typeface="Times New Roman"/>
                <a:cs typeface="Times New Roman"/>
              </a:rPr>
              <a:t>if </a:t>
            </a:r>
            <a:r>
              <a:rPr sz="1200" dirty="0">
                <a:latin typeface="Times New Roman"/>
                <a:cs typeface="Times New Roman"/>
              </a:rPr>
              <a:t>one computer </a:t>
            </a:r>
            <a:r>
              <a:rPr sz="1200" spc="-5" dirty="0">
                <a:latin typeface="Times New Roman"/>
                <a:cs typeface="Times New Roman"/>
              </a:rPr>
              <a:t>goes </a:t>
            </a:r>
            <a:r>
              <a:rPr sz="1200" dirty="0">
                <a:latin typeface="Times New Roman"/>
                <a:cs typeface="Times New Roman"/>
              </a:rPr>
              <a:t>down, another can </a:t>
            </a:r>
            <a:r>
              <a:rPr sz="1200" spc="5" dirty="0">
                <a:latin typeface="Times New Roman"/>
                <a:cs typeface="Times New Roman"/>
              </a:rPr>
              <a:t>be </a:t>
            </a:r>
            <a:r>
              <a:rPr sz="1200" dirty="0">
                <a:latin typeface="Times New Roman"/>
                <a:cs typeface="Times New Roman"/>
              </a:rPr>
              <a:t>put into service) </a:t>
            </a:r>
            <a:r>
              <a:rPr sz="1200" spc="-5" dirty="0">
                <a:latin typeface="Times New Roman"/>
                <a:cs typeface="Times New Roman"/>
              </a:rPr>
              <a:t>and </a:t>
            </a:r>
            <a:r>
              <a:rPr sz="1200" spc="-25" dirty="0">
                <a:latin typeface="Times New Roman"/>
                <a:cs typeface="Times New Roman"/>
              </a:rPr>
              <a:t>to </a:t>
            </a:r>
            <a:r>
              <a:rPr sz="1200" spc="-20" dirty="0">
                <a:latin typeface="Times New Roman"/>
                <a:cs typeface="Times New Roman"/>
              </a:rPr>
              <a:t> </a:t>
            </a:r>
            <a:r>
              <a:rPr sz="1200" dirty="0">
                <a:latin typeface="Times New Roman"/>
                <a:cs typeface="Times New Roman"/>
              </a:rPr>
              <a:t>improve</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speed</a:t>
            </a:r>
            <a:r>
              <a:rPr sz="1200" spc="-1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database </a:t>
            </a:r>
            <a:r>
              <a:rPr sz="1200" spc="-15" dirty="0">
                <a:latin typeface="Times New Roman"/>
                <a:cs typeface="Times New Roman"/>
              </a:rPr>
              <a:t>queries.</a:t>
            </a:r>
            <a:endParaRPr sz="1200">
              <a:latin typeface="Times New Roman"/>
              <a:cs typeface="Times New Roman"/>
            </a:endParaRPr>
          </a:p>
          <a:p>
            <a:pPr marL="18415" marR="6985" indent="-6350" algn="just">
              <a:lnSpc>
                <a:spcPct val="155000"/>
              </a:lnSpc>
              <a:spcBef>
                <a:spcPts val="805"/>
              </a:spcBef>
            </a:pPr>
            <a:r>
              <a:rPr sz="1200" spc="-10" dirty="0">
                <a:latin typeface="Times New Roman"/>
                <a:cs typeface="Times New Roman"/>
              </a:rPr>
              <a:t>Transactions: In </a:t>
            </a:r>
            <a:r>
              <a:rPr sz="1200" dirty="0">
                <a:latin typeface="Times New Roman"/>
                <a:cs typeface="Times New Roman"/>
              </a:rPr>
              <a:t>the context of a database </a:t>
            </a:r>
            <a:r>
              <a:rPr sz="1200" spc="-5" dirty="0">
                <a:latin typeface="Times New Roman"/>
                <a:cs typeface="Times New Roman"/>
              </a:rPr>
              <a:t>system, </a:t>
            </a:r>
            <a:r>
              <a:rPr sz="1200" dirty="0">
                <a:latin typeface="Times New Roman"/>
                <a:cs typeface="Times New Roman"/>
              </a:rPr>
              <a:t>a transaction means the execution </a:t>
            </a:r>
            <a:r>
              <a:rPr sz="1200" spc="5" dirty="0">
                <a:latin typeface="Times New Roman"/>
                <a:cs typeface="Times New Roman"/>
              </a:rPr>
              <a:t>of </a:t>
            </a:r>
            <a:r>
              <a:rPr sz="1200" spc="-10" dirty="0">
                <a:latin typeface="Times New Roman"/>
                <a:cs typeface="Times New Roman"/>
              </a:rPr>
              <a:t>several </a:t>
            </a:r>
            <a:r>
              <a:rPr sz="1200" spc="-285" dirty="0">
                <a:latin typeface="Times New Roman"/>
                <a:cs typeface="Times New Roman"/>
              </a:rPr>
              <a:t> </a:t>
            </a:r>
            <a:r>
              <a:rPr sz="1200" spc="-10" dirty="0">
                <a:latin typeface="Times New Roman"/>
                <a:cs typeface="Times New Roman"/>
              </a:rPr>
              <a:t>database operations </a:t>
            </a:r>
            <a:r>
              <a:rPr sz="1200" spc="-5" dirty="0">
                <a:latin typeface="Times New Roman"/>
                <a:cs typeface="Times New Roman"/>
              </a:rPr>
              <a:t>as </a:t>
            </a:r>
            <a:r>
              <a:rPr sz="1200" dirty="0">
                <a:latin typeface="Times New Roman"/>
                <a:cs typeface="Times New Roman"/>
              </a:rPr>
              <a:t>a </a:t>
            </a:r>
            <a:r>
              <a:rPr sz="1200" spc="-10" dirty="0">
                <a:latin typeface="Times New Roman"/>
                <a:cs typeface="Times New Roman"/>
              </a:rPr>
              <a:t>block. </a:t>
            </a:r>
            <a:r>
              <a:rPr sz="1200" dirty="0">
                <a:latin typeface="Times New Roman"/>
                <a:cs typeface="Times New Roman"/>
              </a:rPr>
              <a:t>The </a:t>
            </a:r>
            <a:r>
              <a:rPr sz="1200" spc="-10" dirty="0">
                <a:latin typeface="Times New Roman"/>
                <a:cs typeface="Times New Roman"/>
              </a:rPr>
              <a:t>database </a:t>
            </a:r>
            <a:r>
              <a:rPr sz="1200" spc="-5" dirty="0">
                <a:latin typeface="Times New Roman"/>
                <a:cs typeface="Times New Roman"/>
              </a:rPr>
              <a:t>system </a:t>
            </a:r>
            <a:r>
              <a:rPr sz="1200" spc="-15" dirty="0">
                <a:latin typeface="Times New Roman"/>
                <a:cs typeface="Times New Roman"/>
              </a:rPr>
              <a:t>ensures </a:t>
            </a:r>
            <a:r>
              <a:rPr sz="1200" dirty="0">
                <a:latin typeface="Times New Roman"/>
                <a:cs typeface="Times New Roman"/>
              </a:rPr>
              <a:t>that either all of the </a:t>
            </a:r>
            <a:r>
              <a:rPr sz="1200" spc="-10" dirty="0">
                <a:latin typeface="Times New Roman"/>
                <a:cs typeface="Times New Roman"/>
              </a:rPr>
              <a:t>operations </a:t>
            </a:r>
            <a:r>
              <a:rPr sz="1200" spc="-15" dirty="0">
                <a:latin typeface="Times New Roman"/>
                <a:cs typeface="Times New Roman"/>
              </a:rPr>
              <a:t>are </a:t>
            </a:r>
            <a:r>
              <a:rPr sz="1200" spc="-285" dirty="0">
                <a:latin typeface="Times New Roman"/>
                <a:cs typeface="Times New Roman"/>
              </a:rPr>
              <a:t> </a:t>
            </a:r>
            <a:r>
              <a:rPr sz="1200" dirty="0">
                <a:latin typeface="Times New Roman"/>
                <a:cs typeface="Times New Roman"/>
              </a:rPr>
              <a:t>correctly executed or none of them. This holds even if in the middle of a transaction there </a:t>
            </a:r>
            <a:r>
              <a:rPr sz="1200" spc="-5" dirty="0">
                <a:latin typeface="Times New Roman"/>
                <a:cs typeface="Times New Roman"/>
              </a:rPr>
              <a:t>is </a:t>
            </a:r>
            <a:r>
              <a:rPr sz="1200" dirty="0">
                <a:latin typeface="Times New Roman"/>
                <a:cs typeface="Times New Roman"/>
              </a:rPr>
              <a:t>a </a:t>
            </a:r>
            <a:r>
              <a:rPr sz="1200" spc="-285" dirty="0">
                <a:latin typeface="Times New Roman"/>
                <a:cs typeface="Times New Roman"/>
              </a:rPr>
              <a:t> </a:t>
            </a:r>
            <a:r>
              <a:rPr sz="1200" spc="-10" dirty="0">
                <a:latin typeface="Times New Roman"/>
                <a:cs typeface="Times New Roman"/>
              </a:rPr>
              <a:t>power failure, </a:t>
            </a:r>
            <a:r>
              <a:rPr sz="1200" dirty="0">
                <a:latin typeface="Times New Roman"/>
                <a:cs typeface="Times New Roman"/>
              </a:rPr>
              <a:t>the </a:t>
            </a:r>
            <a:r>
              <a:rPr sz="1200" spc="-10" dirty="0">
                <a:latin typeface="Times New Roman"/>
                <a:cs typeface="Times New Roman"/>
              </a:rPr>
              <a:t>computer </a:t>
            </a:r>
            <a:r>
              <a:rPr sz="1200" spc="-15" dirty="0">
                <a:latin typeface="Times New Roman"/>
                <a:cs typeface="Times New Roman"/>
              </a:rPr>
              <a:t>crashes, </a:t>
            </a:r>
            <a:r>
              <a:rPr sz="1200" dirty="0">
                <a:latin typeface="Times New Roman"/>
                <a:cs typeface="Times New Roman"/>
              </a:rPr>
              <a:t>or </a:t>
            </a:r>
            <a:r>
              <a:rPr sz="1200" spc="-10" dirty="0">
                <a:latin typeface="Times New Roman"/>
                <a:cs typeface="Times New Roman"/>
              </a:rPr>
              <a:t>some </a:t>
            </a:r>
            <a:r>
              <a:rPr sz="1200" dirty="0">
                <a:latin typeface="Times New Roman"/>
                <a:cs typeface="Times New Roman"/>
              </a:rPr>
              <a:t>other </a:t>
            </a:r>
            <a:r>
              <a:rPr sz="1200" spc="-10" dirty="0">
                <a:latin typeface="Times New Roman"/>
                <a:cs typeface="Times New Roman"/>
              </a:rPr>
              <a:t>disaster occurs. </a:t>
            </a:r>
            <a:r>
              <a:rPr sz="1200" dirty="0">
                <a:latin typeface="Times New Roman"/>
                <a:cs typeface="Times New Roman"/>
              </a:rPr>
              <a:t>Thus, for </a:t>
            </a:r>
            <a:r>
              <a:rPr sz="1200" spc="-10" dirty="0">
                <a:latin typeface="Times New Roman"/>
                <a:cs typeface="Times New Roman"/>
              </a:rPr>
              <a:t>example, </a:t>
            </a:r>
            <a:r>
              <a:rPr sz="1200" dirty="0">
                <a:latin typeface="Times New Roman"/>
                <a:cs typeface="Times New Roman"/>
              </a:rPr>
              <a:t>it </a:t>
            </a:r>
            <a:r>
              <a:rPr sz="1200" spc="-15" dirty="0">
                <a:latin typeface="Times New Roman"/>
                <a:cs typeface="Times New Roman"/>
              </a:rPr>
              <a:t>cannot </a:t>
            </a:r>
            <a:r>
              <a:rPr sz="1200" spc="-285" dirty="0">
                <a:latin typeface="Times New Roman"/>
                <a:cs typeface="Times New Roman"/>
              </a:rPr>
              <a:t> </a:t>
            </a:r>
            <a:r>
              <a:rPr sz="1200" spc="-5" dirty="0">
                <a:latin typeface="Times New Roman"/>
                <a:cs typeface="Times New Roman"/>
              </a:rPr>
              <a:t>occur </a:t>
            </a:r>
            <a:r>
              <a:rPr sz="1200" dirty="0">
                <a:latin typeface="Times New Roman"/>
                <a:cs typeface="Times New Roman"/>
              </a:rPr>
              <a:t>that a sum </a:t>
            </a:r>
            <a:r>
              <a:rPr sz="1200" spc="-5" dirty="0">
                <a:latin typeface="Times New Roman"/>
                <a:cs typeface="Times New Roman"/>
              </a:rPr>
              <a:t>of </a:t>
            </a:r>
            <a:r>
              <a:rPr sz="1200" dirty="0">
                <a:latin typeface="Times New Roman"/>
                <a:cs typeface="Times New Roman"/>
              </a:rPr>
              <a:t>money is </a:t>
            </a:r>
            <a:r>
              <a:rPr sz="1200" spc="-5" dirty="0">
                <a:latin typeface="Times New Roman"/>
                <a:cs typeface="Times New Roman"/>
              </a:rPr>
              <a:t>withdrawn from </a:t>
            </a:r>
            <a:r>
              <a:rPr sz="1200" spc="-10" dirty="0">
                <a:latin typeface="Times New Roman"/>
                <a:cs typeface="Times New Roman"/>
              </a:rPr>
              <a:t>account </a:t>
            </a:r>
            <a:r>
              <a:rPr sz="1200" dirty="0">
                <a:latin typeface="Times New Roman"/>
                <a:cs typeface="Times New Roman"/>
              </a:rPr>
              <a:t>A </a:t>
            </a:r>
            <a:r>
              <a:rPr sz="1200" spc="-5" dirty="0">
                <a:latin typeface="Times New Roman"/>
                <a:cs typeface="Times New Roman"/>
              </a:rPr>
              <a:t>but fails </a:t>
            </a:r>
            <a:r>
              <a:rPr sz="1200" dirty="0">
                <a:latin typeface="Times New Roman"/>
                <a:cs typeface="Times New Roman"/>
              </a:rPr>
              <a:t>to </a:t>
            </a:r>
            <a:r>
              <a:rPr sz="1200" spc="5" dirty="0">
                <a:latin typeface="Times New Roman"/>
                <a:cs typeface="Times New Roman"/>
              </a:rPr>
              <a:t>be </a:t>
            </a:r>
            <a:r>
              <a:rPr sz="1200" spc="-5" dirty="0">
                <a:latin typeface="Times New Roman"/>
                <a:cs typeface="Times New Roman"/>
              </a:rPr>
              <a:t>deposited </a:t>
            </a:r>
            <a:r>
              <a:rPr sz="1200" dirty="0">
                <a:latin typeface="Times New Roman"/>
                <a:cs typeface="Times New Roman"/>
              </a:rPr>
              <a:t>in </a:t>
            </a:r>
            <a:r>
              <a:rPr sz="1200" spc="-5" dirty="0">
                <a:latin typeface="Times New Roman"/>
                <a:cs typeface="Times New Roman"/>
              </a:rPr>
              <a:t>account </a:t>
            </a:r>
            <a:r>
              <a:rPr sz="1200" dirty="0">
                <a:latin typeface="Times New Roman"/>
                <a:cs typeface="Times New Roman"/>
              </a:rPr>
              <a:t>B </a:t>
            </a:r>
            <a:r>
              <a:rPr sz="1200" spc="-285" dirty="0">
                <a:latin typeface="Times New Roman"/>
                <a:cs typeface="Times New Roman"/>
              </a:rPr>
              <a:t> </a:t>
            </a:r>
            <a:r>
              <a:rPr sz="1200" dirty="0">
                <a:latin typeface="Times New Roman"/>
                <a:cs typeface="Times New Roman"/>
              </a:rPr>
              <a:t>due</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some </a:t>
            </a:r>
            <a:r>
              <a:rPr sz="1200" spc="-10" dirty="0">
                <a:latin typeface="Times New Roman"/>
                <a:cs typeface="Times New Roman"/>
              </a:rPr>
              <a:t>type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20" dirty="0">
                <a:latin typeface="Times New Roman"/>
                <a:cs typeface="Times New Roman"/>
              </a:rPr>
              <a:t>error.</a:t>
            </a:r>
            <a:endParaRPr sz="1200">
              <a:latin typeface="Times New Roman"/>
              <a:cs typeface="Times New Roman"/>
            </a:endParaRPr>
          </a:p>
          <a:p>
            <a:pPr marL="18415" marR="12700" indent="-6350" algn="just">
              <a:lnSpc>
                <a:spcPct val="155000"/>
              </a:lnSpc>
              <a:spcBef>
                <a:spcPts val="790"/>
              </a:spcBef>
            </a:pPr>
            <a:r>
              <a:rPr sz="1200" spc="-10" dirty="0">
                <a:latin typeface="Times New Roman"/>
                <a:cs typeface="Times New Roman"/>
              </a:rPr>
              <a:t>Transactions </a:t>
            </a:r>
            <a:r>
              <a:rPr sz="1200" spc="-5" dirty="0">
                <a:latin typeface="Times New Roman"/>
                <a:cs typeface="Times New Roman"/>
              </a:rPr>
              <a:t>also give </a:t>
            </a:r>
            <a:r>
              <a:rPr sz="1200" spc="-10" dirty="0">
                <a:latin typeface="Times New Roman"/>
                <a:cs typeface="Times New Roman"/>
              </a:rPr>
              <a:t>programmers </a:t>
            </a:r>
            <a:r>
              <a:rPr sz="1200" dirty="0">
                <a:latin typeface="Times New Roman"/>
                <a:cs typeface="Times New Roman"/>
              </a:rPr>
              <a:t>the possibility of interrupting a </a:t>
            </a:r>
            <a:r>
              <a:rPr sz="1200" spc="-5" dirty="0">
                <a:latin typeface="Times New Roman"/>
                <a:cs typeface="Times New Roman"/>
              </a:rPr>
              <a:t>series </a:t>
            </a:r>
            <a:r>
              <a:rPr sz="1200" dirty="0">
                <a:latin typeface="Times New Roman"/>
                <a:cs typeface="Times New Roman"/>
              </a:rPr>
              <a:t>of </a:t>
            </a:r>
            <a:r>
              <a:rPr sz="1200" spc="5" dirty="0">
                <a:latin typeface="Times New Roman"/>
                <a:cs typeface="Times New Roman"/>
              </a:rPr>
              <a:t>already </a:t>
            </a:r>
            <a:r>
              <a:rPr sz="1200" spc="-10" dirty="0">
                <a:latin typeface="Times New Roman"/>
                <a:cs typeface="Times New Roman"/>
              </a:rPr>
              <a:t>executed </a:t>
            </a:r>
            <a:r>
              <a:rPr sz="1200" spc="-285" dirty="0">
                <a:latin typeface="Times New Roman"/>
                <a:cs typeface="Times New Roman"/>
              </a:rPr>
              <a:t> </a:t>
            </a:r>
            <a:r>
              <a:rPr sz="1200" spc="-5" dirty="0">
                <a:latin typeface="Times New Roman"/>
                <a:cs typeface="Times New Roman"/>
              </a:rPr>
              <a:t>commands</a:t>
            </a:r>
            <a:r>
              <a:rPr sz="1200" spc="-15" dirty="0">
                <a:latin typeface="Times New Roman"/>
                <a:cs typeface="Times New Roman"/>
              </a:rPr>
              <a:t> </a:t>
            </a:r>
            <a:r>
              <a:rPr sz="1200" spc="-5" dirty="0">
                <a:latin typeface="Times New Roman"/>
                <a:cs typeface="Times New Roman"/>
              </a:rPr>
              <a:t>(a</a:t>
            </a:r>
            <a:r>
              <a:rPr sz="1200" spc="-20" dirty="0">
                <a:latin typeface="Times New Roman"/>
                <a:cs typeface="Times New Roman"/>
              </a:rPr>
              <a:t> </a:t>
            </a:r>
            <a:r>
              <a:rPr sz="1200" dirty="0">
                <a:latin typeface="Times New Roman"/>
                <a:cs typeface="Times New Roman"/>
              </a:rPr>
              <a:t>sort</a:t>
            </a:r>
            <a:r>
              <a:rPr sz="1200" spc="-4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5" dirty="0">
                <a:latin typeface="Times New Roman"/>
                <a:cs typeface="Times New Roman"/>
              </a:rPr>
              <a:t>revocation).</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0405" cy="9135834"/>
          </a:xfrm>
          <a:prstGeom prst="rect">
            <a:avLst/>
          </a:prstGeom>
        </p:spPr>
        <p:txBody>
          <a:bodyPr vert="horz" wrap="square" lIns="0" tIns="12700" rIns="0" bIns="0" rtlCol="0">
            <a:spAutoFit/>
          </a:bodyPr>
          <a:lstStyle/>
          <a:p>
            <a:pPr marL="21590" algn="just">
              <a:spcBef>
                <a:spcPts val="100"/>
              </a:spcBef>
              <a:tabLst>
                <a:tab pos="4957445"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7445" algn="l"/>
              </a:tabLst>
            </a:pPr>
            <a:r>
              <a:rPr sz="1200" dirty="0">
                <a:latin typeface="Times New Roman"/>
                <a:cs typeface="Times New Roman"/>
              </a:rPr>
              <a:t>	11</a:t>
            </a:r>
            <a:r>
              <a:rPr sz="1200" spc="-40" dirty="0">
                <a:latin typeface="Times New Roman"/>
                <a:cs typeface="Times New Roman"/>
              </a:rPr>
              <a:t> </a:t>
            </a:r>
            <a:r>
              <a:rPr sz="1200" b="1" spc="-5" dirty="0">
                <a:latin typeface="Times New Roman"/>
                <a:cs typeface="Times New Roman"/>
              </a:rPr>
              <a:t>|</a:t>
            </a:r>
            <a:r>
              <a:rPr sz="1200" b="1" spc="-25" dirty="0">
                <a:latin typeface="Times New Roman"/>
                <a:cs typeface="Times New Roman"/>
              </a:rPr>
              <a:t> </a:t>
            </a:r>
            <a:r>
              <a:rPr sz="1200" spc="-25" dirty="0">
                <a:solidFill>
                  <a:srgbClr val="808080"/>
                </a:solidFill>
                <a:latin typeface="Times New Roman"/>
                <a:cs typeface="Times New Roman"/>
              </a:rPr>
              <a:t>P</a:t>
            </a:r>
            <a:r>
              <a:rPr sz="1200" spc="-30" dirty="0">
                <a:solidFill>
                  <a:srgbClr val="808080"/>
                </a:solidFill>
                <a:latin typeface="Times New Roman"/>
                <a:cs typeface="Times New Roman"/>
              </a:rPr>
              <a:t>a</a:t>
            </a:r>
            <a:r>
              <a:rPr sz="1200" spc="-40" dirty="0">
                <a:solidFill>
                  <a:srgbClr val="808080"/>
                </a:solidFill>
                <a:latin typeface="Times New Roman"/>
                <a:cs typeface="Times New Roman"/>
              </a:rPr>
              <a:t>g</a:t>
            </a:r>
            <a:r>
              <a:rPr sz="1200" dirty="0">
                <a:solidFill>
                  <a:srgbClr val="808080"/>
                </a:solidFill>
                <a:latin typeface="Times New Roman"/>
                <a:cs typeface="Times New Roman"/>
              </a:rPr>
              <a:t>e</a:t>
            </a:r>
            <a:endParaRPr sz="1200" dirty="0">
              <a:latin typeface="Times New Roman"/>
              <a:cs typeface="Times New Roman"/>
            </a:endParaRPr>
          </a:p>
          <a:p>
            <a:pPr marL="18415" marR="10795" indent="-6350" algn="just">
              <a:lnSpc>
                <a:spcPct val="155000"/>
              </a:lnSpc>
              <a:spcBef>
                <a:spcPts val="925"/>
              </a:spcBef>
            </a:pPr>
            <a:r>
              <a:rPr sz="1200" spc="-10" dirty="0">
                <a:latin typeface="Times New Roman"/>
                <a:cs typeface="Times New Roman"/>
              </a:rPr>
              <a:t>In </a:t>
            </a:r>
            <a:r>
              <a:rPr sz="1200" spc="5" dirty="0">
                <a:latin typeface="Times New Roman"/>
                <a:cs typeface="Times New Roman"/>
              </a:rPr>
              <a:t>many </a:t>
            </a:r>
            <a:r>
              <a:rPr sz="1200" dirty="0">
                <a:latin typeface="Times New Roman"/>
                <a:cs typeface="Times New Roman"/>
              </a:rPr>
              <a:t>situations this leads to a considerable </a:t>
            </a:r>
            <a:r>
              <a:rPr sz="1200" spc="-10" dirty="0">
                <a:latin typeface="Times New Roman"/>
                <a:cs typeface="Times New Roman"/>
              </a:rPr>
              <a:t>simplification </a:t>
            </a:r>
            <a:r>
              <a:rPr sz="1200" dirty="0">
                <a:latin typeface="Times New Roman"/>
                <a:cs typeface="Times New Roman"/>
              </a:rPr>
              <a:t>of the programming process. </a:t>
            </a:r>
            <a:r>
              <a:rPr sz="1200" spc="-20" dirty="0">
                <a:latin typeface="Times New Roman"/>
                <a:cs typeface="Times New Roman"/>
              </a:rPr>
              <a:t>In </a:t>
            </a:r>
            <a:r>
              <a:rPr sz="1200" spc="-15" dirty="0">
                <a:latin typeface="Times New Roman"/>
                <a:cs typeface="Times New Roman"/>
              </a:rPr>
              <a:t> </a:t>
            </a:r>
            <a:r>
              <a:rPr sz="1200" dirty="0">
                <a:latin typeface="Times New Roman"/>
                <a:cs typeface="Times New Roman"/>
              </a:rPr>
              <a:t>spite of popular opinion, </a:t>
            </a:r>
            <a:r>
              <a:rPr sz="1200" spc="-10" dirty="0">
                <a:latin typeface="Times New Roman"/>
                <a:cs typeface="Times New Roman"/>
              </a:rPr>
              <a:t>MySQL </a:t>
            </a:r>
            <a:r>
              <a:rPr sz="1200" dirty="0">
                <a:latin typeface="Times New Roman"/>
                <a:cs typeface="Times New Roman"/>
              </a:rPr>
              <a:t>has </a:t>
            </a:r>
            <a:r>
              <a:rPr sz="1200" spc="-5" dirty="0">
                <a:latin typeface="Times New Roman"/>
                <a:cs typeface="Times New Roman"/>
              </a:rPr>
              <a:t>supported </a:t>
            </a:r>
            <a:r>
              <a:rPr sz="1200" spc="-10" dirty="0">
                <a:latin typeface="Times New Roman"/>
                <a:cs typeface="Times New Roman"/>
              </a:rPr>
              <a:t>transactions </a:t>
            </a:r>
            <a:r>
              <a:rPr sz="1200" dirty="0">
                <a:latin typeface="Times New Roman"/>
                <a:cs typeface="Times New Roman"/>
              </a:rPr>
              <a:t>for a long time. One should </a:t>
            </a:r>
            <a:r>
              <a:rPr sz="1200" spc="-10" dirty="0">
                <a:latin typeface="Times New Roman"/>
                <a:cs typeface="Times New Roman"/>
              </a:rPr>
              <a:t>note </a:t>
            </a:r>
            <a:r>
              <a:rPr sz="1200" spc="-5" dirty="0">
                <a:latin typeface="Times New Roman"/>
                <a:cs typeface="Times New Roman"/>
              </a:rPr>
              <a:t> here</a:t>
            </a:r>
            <a:r>
              <a:rPr sz="1200" spc="-2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spc="-20" dirty="0">
                <a:latin typeface="Times New Roman"/>
                <a:cs typeface="Times New Roman"/>
              </a:rPr>
              <a:t>MySQL</a:t>
            </a:r>
            <a:r>
              <a:rPr sz="1200" spc="-60" dirty="0">
                <a:latin typeface="Times New Roman"/>
                <a:cs typeface="Times New Roman"/>
              </a:rPr>
              <a:t> </a:t>
            </a:r>
            <a:r>
              <a:rPr sz="1200" spc="-5" dirty="0">
                <a:latin typeface="Times New Roman"/>
                <a:cs typeface="Times New Roman"/>
              </a:rPr>
              <a:t>can</a:t>
            </a:r>
            <a:r>
              <a:rPr sz="1200" dirty="0">
                <a:latin typeface="Times New Roman"/>
                <a:cs typeface="Times New Roman"/>
              </a:rPr>
              <a:t> store</a:t>
            </a:r>
            <a:r>
              <a:rPr sz="1200" spc="-30" dirty="0">
                <a:latin typeface="Times New Roman"/>
                <a:cs typeface="Times New Roman"/>
              </a:rPr>
              <a:t> </a:t>
            </a:r>
            <a:r>
              <a:rPr sz="1200" spc="-5" dirty="0">
                <a:latin typeface="Times New Roman"/>
                <a:cs typeface="Times New Roman"/>
              </a:rPr>
              <a:t>tables</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variety</a:t>
            </a:r>
            <a:r>
              <a:rPr sz="1200" dirty="0">
                <a:latin typeface="Times New Roman"/>
                <a:cs typeface="Times New Roman"/>
              </a:rPr>
              <a:t> of</a:t>
            </a:r>
            <a:r>
              <a:rPr sz="1200" spc="-40" dirty="0">
                <a:latin typeface="Times New Roman"/>
                <a:cs typeface="Times New Roman"/>
              </a:rPr>
              <a:t> </a:t>
            </a:r>
            <a:r>
              <a:rPr sz="1200" spc="-5" dirty="0">
                <a:latin typeface="Times New Roman"/>
                <a:cs typeface="Times New Roman"/>
              </a:rPr>
              <a:t>formats.</a:t>
            </a:r>
            <a:endParaRPr sz="1200" dirty="0">
              <a:latin typeface="Times New Roman"/>
              <a:cs typeface="Times New Roman"/>
            </a:endParaRPr>
          </a:p>
          <a:p>
            <a:pPr>
              <a:lnSpc>
                <a:spcPct val="100000"/>
              </a:lnSpc>
              <a:spcBef>
                <a:spcPts val="50"/>
              </a:spcBef>
            </a:pPr>
            <a:endParaRPr sz="1000" dirty="0">
              <a:latin typeface="Times New Roman"/>
              <a:cs typeface="Times New Roman"/>
            </a:endParaRPr>
          </a:p>
          <a:p>
            <a:pPr marL="18415" marR="13335" indent="-6350" algn="just">
              <a:lnSpc>
                <a:spcPct val="155000"/>
              </a:lnSpc>
            </a:pPr>
            <a:r>
              <a:rPr sz="1200" spc="-20" dirty="0">
                <a:latin typeface="Times New Roman"/>
                <a:cs typeface="Times New Roman"/>
              </a:rPr>
              <a:t>The </a:t>
            </a:r>
            <a:r>
              <a:rPr sz="1200" spc="-10" dirty="0">
                <a:latin typeface="Times New Roman"/>
                <a:cs typeface="Times New Roman"/>
              </a:rPr>
              <a:t>default </a:t>
            </a:r>
            <a:r>
              <a:rPr sz="1200" spc="-5" dirty="0">
                <a:latin typeface="Times New Roman"/>
                <a:cs typeface="Times New Roman"/>
              </a:rPr>
              <a:t>table </a:t>
            </a:r>
            <a:r>
              <a:rPr sz="1200" spc="-10" dirty="0">
                <a:latin typeface="Times New Roman"/>
                <a:cs typeface="Times New Roman"/>
              </a:rPr>
              <a:t>format </a:t>
            </a:r>
            <a:r>
              <a:rPr sz="1200" dirty="0">
                <a:latin typeface="Times New Roman"/>
                <a:cs typeface="Times New Roman"/>
              </a:rPr>
              <a:t>is </a:t>
            </a:r>
            <a:r>
              <a:rPr sz="1200" spc="-10" dirty="0">
                <a:latin typeface="Times New Roman"/>
                <a:cs typeface="Times New Roman"/>
              </a:rPr>
              <a:t>called </a:t>
            </a:r>
            <a:r>
              <a:rPr sz="1200" spc="-5" dirty="0">
                <a:latin typeface="Times New Roman"/>
                <a:cs typeface="Times New Roman"/>
              </a:rPr>
              <a:t>MyISAM, and </a:t>
            </a:r>
            <a:r>
              <a:rPr sz="1200" dirty="0">
                <a:latin typeface="Times New Roman"/>
                <a:cs typeface="Times New Roman"/>
              </a:rPr>
              <a:t>this </a:t>
            </a:r>
            <a:r>
              <a:rPr sz="1200" spc="-15" dirty="0">
                <a:latin typeface="Times New Roman"/>
                <a:cs typeface="Times New Roman"/>
              </a:rPr>
              <a:t>format </a:t>
            </a:r>
            <a:r>
              <a:rPr sz="1200" dirty="0">
                <a:latin typeface="Times New Roman"/>
                <a:cs typeface="Times New Roman"/>
              </a:rPr>
              <a:t>does not support </a:t>
            </a:r>
            <a:r>
              <a:rPr sz="1200" spc="-15" dirty="0">
                <a:latin typeface="Times New Roman"/>
                <a:cs typeface="Times New Roman"/>
              </a:rPr>
              <a:t>transactions. </a:t>
            </a:r>
            <a:r>
              <a:rPr sz="1200" spc="-5" dirty="0">
                <a:latin typeface="Times New Roman"/>
                <a:cs typeface="Times New Roman"/>
              </a:rPr>
              <a:t>But </a:t>
            </a:r>
            <a:r>
              <a:rPr sz="1200" dirty="0">
                <a:latin typeface="Times New Roman"/>
                <a:cs typeface="Times New Roman"/>
              </a:rPr>
              <a:t> </a:t>
            </a:r>
            <a:r>
              <a:rPr sz="1200" spc="-10" dirty="0">
                <a:latin typeface="Times New Roman"/>
                <a:cs typeface="Times New Roman"/>
              </a:rPr>
              <a:t>there </a:t>
            </a:r>
            <a:r>
              <a:rPr sz="1200" dirty="0">
                <a:latin typeface="Times New Roman"/>
                <a:cs typeface="Times New Roman"/>
              </a:rPr>
              <a:t>are a number of additional </a:t>
            </a:r>
            <a:r>
              <a:rPr sz="1200" spc="-5" dirty="0">
                <a:latin typeface="Times New Roman"/>
                <a:cs typeface="Times New Roman"/>
              </a:rPr>
              <a:t>formats </a:t>
            </a:r>
            <a:r>
              <a:rPr sz="1200" dirty="0">
                <a:latin typeface="Times New Roman"/>
                <a:cs typeface="Times New Roman"/>
              </a:rPr>
              <a:t>that do support </a:t>
            </a:r>
            <a:r>
              <a:rPr sz="1200" spc="-5" dirty="0">
                <a:latin typeface="Times New Roman"/>
                <a:cs typeface="Times New Roman"/>
              </a:rPr>
              <a:t>transactions. </a:t>
            </a:r>
            <a:r>
              <a:rPr sz="1200" dirty="0">
                <a:latin typeface="Times New Roman"/>
                <a:cs typeface="Times New Roman"/>
              </a:rPr>
              <a:t>The most popular </a:t>
            </a:r>
            <a:r>
              <a:rPr sz="1200" spc="10" dirty="0">
                <a:latin typeface="Times New Roman"/>
                <a:cs typeface="Times New Roman"/>
              </a:rPr>
              <a:t>of </a:t>
            </a:r>
            <a:r>
              <a:rPr sz="1200" spc="15" dirty="0">
                <a:latin typeface="Times New Roman"/>
                <a:cs typeface="Times New Roman"/>
              </a:rPr>
              <a:t> </a:t>
            </a:r>
            <a:r>
              <a:rPr sz="1200" dirty="0">
                <a:latin typeface="Times New Roman"/>
                <a:cs typeface="Times New Roman"/>
              </a:rPr>
              <a:t>these</a:t>
            </a:r>
            <a:r>
              <a:rPr sz="1200" spc="30" dirty="0">
                <a:latin typeface="Times New Roman"/>
                <a:cs typeface="Times New Roman"/>
              </a:rPr>
              <a:t> </a:t>
            </a:r>
            <a:r>
              <a:rPr sz="1200" spc="-15" dirty="0">
                <a:latin typeface="Times New Roman"/>
                <a:cs typeface="Times New Roman"/>
              </a:rPr>
              <a:t>is</a:t>
            </a:r>
            <a:r>
              <a:rPr sz="1200" spc="-60" dirty="0">
                <a:latin typeface="Times New Roman"/>
                <a:cs typeface="Times New Roman"/>
              </a:rPr>
              <a:t> </a:t>
            </a:r>
            <a:r>
              <a:rPr sz="1200" spc="-10" dirty="0">
                <a:latin typeface="Times New Roman"/>
                <a:cs typeface="Times New Roman"/>
              </a:rPr>
              <a:t>InnoDB,</a:t>
            </a:r>
            <a:r>
              <a:rPr sz="1200" spc="10" dirty="0">
                <a:latin typeface="Times New Roman"/>
                <a:cs typeface="Times New Roman"/>
              </a:rPr>
              <a:t> </a:t>
            </a:r>
            <a:r>
              <a:rPr sz="1200" spc="-5" dirty="0">
                <a:latin typeface="Times New Roman"/>
                <a:cs typeface="Times New Roman"/>
              </a:rPr>
              <a:t>which</a:t>
            </a:r>
            <a:r>
              <a:rPr sz="1200" spc="-25" dirty="0">
                <a:latin typeface="Times New Roman"/>
                <a:cs typeface="Times New Roman"/>
              </a:rPr>
              <a:t> </a:t>
            </a:r>
            <a:r>
              <a:rPr sz="1200" spc="-5"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5" dirty="0">
                <a:latin typeface="Times New Roman"/>
                <a:cs typeface="Times New Roman"/>
              </a:rPr>
              <a:t>described</a:t>
            </a:r>
            <a:r>
              <a:rPr sz="1200" spc="15" dirty="0">
                <a:latin typeface="Times New Roman"/>
                <a:cs typeface="Times New Roman"/>
              </a:rPr>
              <a:t> </a:t>
            </a:r>
            <a:r>
              <a:rPr sz="1200" dirty="0">
                <a:latin typeface="Times New Roman"/>
                <a:cs typeface="Times New Roman"/>
              </a:rPr>
              <a:t>extensively</a:t>
            </a:r>
            <a:r>
              <a:rPr sz="1200" spc="-1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spc="-15" dirty="0">
                <a:latin typeface="Times New Roman"/>
                <a:cs typeface="Times New Roman"/>
              </a:rPr>
              <a:t>book.</a:t>
            </a:r>
            <a:endParaRPr sz="1200" dirty="0">
              <a:latin typeface="Times New Roman"/>
              <a:cs typeface="Times New Roman"/>
            </a:endParaRPr>
          </a:p>
          <a:p>
            <a:pPr>
              <a:lnSpc>
                <a:spcPct val="100000"/>
              </a:lnSpc>
            </a:pPr>
            <a:endParaRPr sz="1050" dirty="0">
              <a:latin typeface="Times New Roman"/>
              <a:cs typeface="Times New Roman"/>
            </a:endParaRPr>
          </a:p>
          <a:p>
            <a:pPr marL="18415" marR="386715" indent="-6350" algn="just">
              <a:lnSpc>
                <a:spcPct val="152900"/>
              </a:lnSpc>
            </a:pPr>
            <a:r>
              <a:rPr sz="1200" spc="-5" dirty="0">
                <a:latin typeface="Times New Roman"/>
                <a:cs typeface="Times New Roman"/>
              </a:rPr>
              <a:t>Foreign </a:t>
            </a:r>
            <a:r>
              <a:rPr sz="1200" spc="5" dirty="0">
                <a:latin typeface="Times New Roman"/>
                <a:cs typeface="Times New Roman"/>
              </a:rPr>
              <a:t>key </a:t>
            </a:r>
            <a:r>
              <a:rPr sz="1200" dirty="0">
                <a:latin typeface="Times New Roman"/>
                <a:cs typeface="Times New Roman"/>
              </a:rPr>
              <a:t>constraints: These are </a:t>
            </a:r>
            <a:r>
              <a:rPr sz="1200" spc="-5" dirty="0">
                <a:latin typeface="Times New Roman"/>
                <a:cs typeface="Times New Roman"/>
              </a:rPr>
              <a:t>rules </a:t>
            </a:r>
            <a:r>
              <a:rPr sz="1200" dirty="0">
                <a:latin typeface="Times New Roman"/>
                <a:cs typeface="Times New Roman"/>
              </a:rPr>
              <a:t>that </a:t>
            </a:r>
            <a:r>
              <a:rPr sz="1200" spc="-5" dirty="0">
                <a:latin typeface="Times New Roman"/>
                <a:cs typeface="Times New Roman"/>
              </a:rPr>
              <a:t>ensure </a:t>
            </a:r>
            <a:r>
              <a:rPr sz="1200" dirty="0">
                <a:latin typeface="Times New Roman"/>
                <a:cs typeface="Times New Roman"/>
              </a:rPr>
              <a:t>that there are no </a:t>
            </a:r>
            <a:r>
              <a:rPr sz="1200" spc="-5" dirty="0">
                <a:latin typeface="Times New Roman"/>
                <a:cs typeface="Times New Roman"/>
              </a:rPr>
              <a:t>cross </a:t>
            </a:r>
            <a:r>
              <a:rPr sz="1200" dirty="0">
                <a:latin typeface="Times New Roman"/>
                <a:cs typeface="Times New Roman"/>
              </a:rPr>
              <a:t>references </a:t>
            </a:r>
            <a:r>
              <a:rPr sz="1200" spc="-25" dirty="0">
                <a:latin typeface="Times New Roman"/>
                <a:cs typeface="Times New Roman"/>
              </a:rPr>
              <a:t>in </a:t>
            </a:r>
            <a:r>
              <a:rPr sz="1200" spc="-20" dirty="0">
                <a:latin typeface="Times New Roman"/>
                <a:cs typeface="Times New Roman"/>
              </a:rPr>
              <a:t> </a:t>
            </a:r>
            <a:r>
              <a:rPr sz="1200" spc="-5" dirty="0">
                <a:latin typeface="Times New Roman"/>
                <a:cs typeface="Times New Roman"/>
              </a:rPr>
              <a:t>linked </a:t>
            </a:r>
            <a:r>
              <a:rPr sz="1200" dirty="0">
                <a:latin typeface="Times New Roman"/>
                <a:cs typeface="Times New Roman"/>
              </a:rPr>
              <a:t>tables that lead to </a:t>
            </a:r>
            <a:r>
              <a:rPr sz="1200" spc="-5" dirty="0">
                <a:latin typeface="Times New Roman"/>
                <a:cs typeface="Times New Roman"/>
              </a:rPr>
              <a:t>nowhere. </a:t>
            </a:r>
            <a:r>
              <a:rPr sz="1200" spc="-10" dirty="0">
                <a:latin typeface="Times New Roman"/>
                <a:cs typeface="Times New Roman"/>
              </a:rPr>
              <a:t>MySQL </a:t>
            </a:r>
            <a:r>
              <a:rPr sz="1200" dirty="0">
                <a:latin typeface="Times New Roman"/>
                <a:cs typeface="Times New Roman"/>
              </a:rPr>
              <a:t>supports </a:t>
            </a:r>
            <a:r>
              <a:rPr sz="1200" spc="-5" dirty="0">
                <a:latin typeface="Times New Roman"/>
                <a:cs typeface="Times New Roman"/>
              </a:rPr>
              <a:t>foreign </a:t>
            </a:r>
            <a:r>
              <a:rPr sz="1200" spc="5" dirty="0">
                <a:latin typeface="Times New Roman"/>
                <a:cs typeface="Times New Roman"/>
              </a:rPr>
              <a:t>key </a:t>
            </a:r>
            <a:r>
              <a:rPr sz="1200" spc="-5" dirty="0">
                <a:latin typeface="Times New Roman"/>
                <a:cs typeface="Times New Roman"/>
              </a:rPr>
              <a:t>constraints </a:t>
            </a:r>
            <a:r>
              <a:rPr sz="1200" dirty="0">
                <a:latin typeface="Times New Roman"/>
                <a:cs typeface="Times New Roman"/>
              </a:rPr>
              <a:t>for </a:t>
            </a:r>
            <a:r>
              <a:rPr sz="1200" spc="-15" dirty="0">
                <a:latin typeface="Times New Roman"/>
                <a:cs typeface="Times New Roman"/>
              </a:rPr>
              <a:t>InnoDB </a:t>
            </a:r>
            <a:r>
              <a:rPr sz="1200" spc="-285" dirty="0">
                <a:latin typeface="Times New Roman"/>
                <a:cs typeface="Times New Roman"/>
              </a:rPr>
              <a:t> </a:t>
            </a:r>
            <a:r>
              <a:rPr sz="1200" spc="-15" dirty="0">
                <a:latin typeface="Times New Roman"/>
                <a:cs typeface="Times New Roman"/>
              </a:rPr>
              <a:t>tables.</a:t>
            </a:r>
            <a:endParaRPr sz="1200" dirty="0">
              <a:latin typeface="Times New Roman"/>
              <a:cs typeface="Times New Roman"/>
            </a:endParaRPr>
          </a:p>
          <a:p>
            <a:pPr marL="18415" marR="5080" indent="-6350" algn="just">
              <a:lnSpc>
                <a:spcPct val="155000"/>
              </a:lnSpc>
              <a:spcBef>
                <a:spcPts val="795"/>
              </a:spcBef>
            </a:pPr>
            <a:r>
              <a:rPr sz="1200" spc="-10" dirty="0">
                <a:latin typeface="Times New Roman"/>
                <a:cs typeface="Times New Roman"/>
              </a:rPr>
              <a:t>GIS </a:t>
            </a:r>
            <a:r>
              <a:rPr sz="1200" dirty="0">
                <a:latin typeface="Times New Roman"/>
                <a:cs typeface="Times New Roman"/>
              </a:rPr>
              <a:t>functions: Since version 4.1, </a:t>
            </a:r>
            <a:r>
              <a:rPr sz="1200" spc="-10" dirty="0">
                <a:latin typeface="Times New Roman"/>
                <a:cs typeface="Times New Roman"/>
              </a:rPr>
              <a:t>MySQL </a:t>
            </a:r>
            <a:r>
              <a:rPr sz="1200" dirty="0">
                <a:latin typeface="Times New Roman"/>
                <a:cs typeface="Times New Roman"/>
              </a:rPr>
              <a:t>has </a:t>
            </a:r>
            <a:r>
              <a:rPr sz="1200" spc="-5" dirty="0">
                <a:latin typeface="Times New Roman"/>
                <a:cs typeface="Times New Roman"/>
              </a:rPr>
              <a:t>supported </a:t>
            </a:r>
            <a:r>
              <a:rPr sz="1200" dirty="0">
                <a:latin typeface="Times New Roman"/>
                <a:cs typeface="Times New Roman"/>
              </a:rPr>
              <a:t>the storing </a:t>
            </a:r>
            <a:r>
              <a:rPr sz="1200" spc="-5" dirty="0">
                <a:latin typeface="Times New Roman"/>
                <a:cs typeface="Times New Roman"/>
              </a:rPr>
              <a:t>and processing </a:t>
            </a:r>
            <a:r>
              <a:rPr sz="1200" dirty="0">
                <a:latin typeface="Times New Roman"/>
                <a:cs typeface="Times New Roman"/>
              </a:rPr>
              <a:t>of </a:t>
            </a:r>
            <a:r>
              <a:rPr sz="1200" spc="-20" dirty="0">
                <a:latin typeface="Times New Roman"/>
                <a:cs typeface="Times New Roman"/>
              </a:rPr>
              <a:t>two- </a:t>
            </a:r>
            <a:r>
              <a:rPr sz="1200" spc="-15" dirty="0">
                <a:latin typeface="Times New Roman"/>
                <a:cs typeface="Times New Roman"/>
              </a:rPr>
              <a:t> </a:t>
            </a:r>
            <a:r>
              <a:rPr sz="1200" dirty="0">
                <a:latin typeface="Times New Roman"/>
                <a:cs typeface="Times New Roman"/>
              </a:rPr>
              <a:t>dimensional geographical data. Thus </a:t>
            </a:r>
            <a:r>
              <a:rPr sz="1200" spc="-5" dirty="0">
                <a:latin typeface="Times New Roman"/>
                <a:cs typeface="Times New Roman"/>
              </a:rPr>
              <a:t>MySQL is well </a:t>
            </a:r>
            <a:r>
              <a:rPr sz="1200" dirty="0">
                <a:latin typeface="Times New Roman"/>
                <a:cs typeface="Times New Roman"/>
              </a:rPr>
              <a:t>suited for </a:t>
            </a:r>
            <a:r>
              <a:rPr sz="1200" spc="-10" dirty="0">
                <a:latin typeface="Times New Roman"/>
                <a:cs typeface="Times New Roman"/>
              </a:rPr>
              <a:t>GIS </a:t>
            </a:r>
            <a:r>
              <a:rPr sz="1200" dirty="0">
                <a:latin typeface="Times New Roman"/>
                <a:cs typeface="Times New Roman"/>
              </a:rPr>
              <a:t>(geographic </a:t>
            </a:r>
            <a:r>
              <a:rPr sz="1200" spc="-10" dirty="0">
                <a:latin typeface="Times New Roman"/>
                <a:cs typeface="Times New Roman"/>
              </a:rPr>
              <a:t>information </a:t>
            </a:r>
            <a:r>
              <a:rPr sz="1200" spc="-5" dirty="0">
                <a:latin typeface="Times New Roman"/>
                <a:cs typeface="Times New Roman"/>
              </a:rPr>
              <a:t> systems)</a:t>
            </a:r>
            <a:r>
              <a:rPr sz="1200" spc="15" dirty="0">
                <a:latin typeface="Times New Roman"/>
                <a:cs typeface="Times New Roman"/>
              </a:rPr>
              <a:t> </a:t>
            </a:r>
            <a:r>
              <a:rPr sz="1200" spc="-15" dirty="0">
                <a:latin typeface="Times New Roman"/>
                <a:cs typeface="Times New Roman"/>
              </a:rPr>
              <a:t>applications.</a:t>
            </a:r>
            <a:endParaRPr sz="1200" dirty="0">
              <a:latin typeface="Times New Roman"/>
              <a:cs typeface="Times New Roman"/>
            </a:endParaRPr>
          </a:p>
          <a:p>
            <a:pPr marL="18415" marR="10160" indent="-6350" algn="just">
              <a:lnSpc>
                <a:spcPct val="155000"/>
              </a:lnSpc>
              <a:spcBef>
                <a:spcPts val="805"/>
              </a:spcBef>
            </a:pPr>
            <a:r>
              <a:rPr sz="1200" spc="-5" dirty="0">
                <a:latin typeface="Times New Roman"/>
                <a:cs typeface="Times New Roman"/>
              </a:rPr>
              <a:t>Programming</a:t>
            </a:r>
            <a:r>
              <a:rPr sz="1200" dirty="0">
                <a:latin typeface="Times New Roman"/>
                <a:cs typeface="Times New Roman"/>
              </a:rPr>
              <a:t> languages:</a:t>
            </a:r>
            <a:r>
              <a:rPr sz="1200" spc="5" dirty="0">
                <a:latin typeface="Times New Roman"/>
                <a:cs typeface="Times New Roman"/>
              </a:rPr>
              <a:t> </a:t>
            </a:r>
            <a:r>
              <a:rPr sz="1200" dirty="0">
                <a:latin typeface="Times New Roman"/>
                <a:cs typeface="Times New Roman"/>
              </a:rPr>
              <a:t>There</a:t>
            </a:r>
            <a:r>
              <a:rPr sz="1200" spc="5"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dirty="0">
                <a:latin typeface="Times New Roman"/>
                <a:cs typeface="Times New Roman"/>
              </a:rPr>
              <a:t>quite</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number</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10" dirty="0">
                <a:latin typeface="Times New Roman"/>
                <a:cs typeface="Times New Roman"/>
              </a:rPr>
              <a:t>APIs</a:t>
            </a:r>
            <a:r>
              <a:rPr sz="1200" spc="-5" dirty="0">
                <a:latin typeface="Times New Roman"/>
                <a:cs typeface="Times New Roman"/>
              </a:rPr>
              <a:t> </a:t>
            </a:r>
            <a:r>
              <a:rPr sz="1200" dirty="0">
                <a:latin typeface="Times New Roman"/>
                <a:cs typeface="Times New Roman"/>
              </a:rPr>
              <a:t>(application</a:t>
            </a:r>
            <a:r>
              <a:rPr sz="1200" spc="5" dirty="0">
                <a:latin typeface="Times New Roman"/>
                <a:cs typeface="Times New Roman"/>
              </a:rPr>
              <a:t> </a:t>
            </a:r>
            <a:r>
              <a:rPr sz="1200" spc="-10" dirty="0">
                <a:latin typeface="Times New Roman"/>
                <a:cs typeface="Times New Roman"/>
              </a:rPr>
              <a:t>programming </a:t>
            </a:r>
            <a:r>
              <a:rPr sz="1200" spc="-5" dirty="0">
                <a:latin typeface="Times New Roman"/>
                <a:cs typeface="Times New Roman"/>
              </a:rPr>
              <a:t> </a:t>
            </a:r>
            <a:r>
              <a:rPr sz="1200" dirty="0">
                <a:latin typeface="Times New Roman"/>
                <a:cs typeface="Times New Roman"/>
              </a:rPr>
              <a:t>interfaces) </a:t>
            </a:r>
            <a:r>
              <a:rPr sz="1200" spc="-5" dirty="0">
                <a:latin typeface="Times New Roman"/>
                <a:cs typeface="Times New Roman"/>
              </a:rPr>
              <a:t>and </a:t>
            </a:r>
            <a:r>
              <a:rPr sz="1200" dirty="0">
                <a:latin typeface="Times New Roman"/>
                <a:cs typeface="Times New Roman"/>
              </a:rPr>
              <a:t>libraries for the development of MySQL applications. </a:t>
            </a:r>
            <a:r>
              <a:rPr sz="1200" spc="-5" dirty="0">
                <a:latin typeface="Times New Roman"/>
                <a:cs typeface="Times New Roman"/>
              </a:rPr>
              <a:t>For </a:t>
            </a:r>
            <a:r>
              <a:rPr sz="1200" dirty="0">
                <a:latin typeface="Times New Roman"/>
                <a:cs typeface="Times New Roman"/>
              </a:rPr>
              <a:t>client </a:t>
            </a:r>
            <a:r>
              <a:rPr sz="1200" spc="-10" dirty="0">
                <a:latin typeface="Times New Roman"/>
                <a:cs typeface="Times New Roman"/>
              </a:rPr>
              <a:t>programming </a:t>
            </a:r>
            <a:r>
              <a:rPr sz="1200" spc="-5" dirty="0">
                <a:latin typeface="Times New Roman"/>
                <a:cs typeface="Times New Roman"/>
              </a:rPr>
              <a:t> </a:t>
            </a:r>
            <a:r>
              <a:rPr sz="1200" spc="-15" dirty="0">
                <a:latin typeface="Times New Roman"/>
                <a:cs typeface="Times New Roman"/>
              </a:rPr>
              <a:t>you</a:t>
            </a:r>
            <a:r>
              <a:rPr sz="1200" spc="10"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5" dirty="0">
                <a:latin typeface="Times New Roman"/>
                <a:cs typeface="Times New Roman"/>
              </a:rPr>
              <a:t>use,</a:t>
            </a:r>
            <a:r>
              <a:rPr sz="1200" spc="-20" dirty="0">
                <a:latin typeface="Times New Roman"/>
                <a:cs typeface="Times New Roman"/>
              </a:rPr>
              <a:t> </a:t>
            </a:r>
            <a:r>
              <a:rPr sz="1200" spc="-5" dirty="0">
                <a:latin typeface="Times New Roman"/>
                <a:cs typeface="Times New Roman"/>
              </a:rPr>
              <a:t>among</a:t>
            </a:r>
            <a:r>
              <a:rPr sz="1200" spc="-10" dirty="0">
                <a:latin typeface="Times New Roman"/>
                <a:cs typeface="Times New Roman"/>
              </a:rPr>
              <a:t> </a:t>
            </a:r>
            <a:r>
              <a:rPr sz="1200" spc="-5" dirty="0">
                <a:latin typeface="Times New Roman"/>
                <a:cs typeface="Times New Roman"/>
              </a:rPr>
              <a:t>others,</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languages</a:t>
            </a:r>
            <a:r>
              <a:rPr sz="1200" spc="30" dirty="0">
                <a:latin typeface="Times New Roman"/>
                <a:cs typeface="Times New Roman"/>
              </a:rPr>
              <a:t> </a:t>
            </a:r>
            <a:r>
              <a:rPr sz="1200" dirty="0">
                <a:latin typeface="Times New Roman"/>
                <a:cs typeface="Times New Roman"/>
              </a:rPr>
              <a:t>C,</a:t>
            </a:r>
            <a:r>
              <a:rPr sz="1200" spc="-25" dirty="0">
                <a:latin typeface="Times New Roman"/>
                <a:cs typeface="Times New Roman"/>
              </a:rPr>
              <a:t> </a:t>
            </a:r>
            <a:r>
              <a:rPr sz="1200" spc="-5" dirty="0">
                <a:latin typeface="Times New Roman"/>
                <a:cs typeface="Times New Roman"/>
              </a:rPr>
              <a:t>C++,</a:t>
            </a:r>
            <a:r>
              <a:rPr sz="1200" spc="-15" dirty="0">
                <a:latin typeface="Times New Roman"/>
                <a:cs typeface="Times New Roman"/>
              </a:rPr>
              <a:t> </a:t>
            </a:r>
            <a:r>
              <a:rPr sz="1200" dirty="0">
                <a:latin typeface="Times New Roman"/>
                <a:cs typeface="Times New Roman"/>
              </a:rPr>
              <a:t>Java,</a:t>
            </a:r>
            <a:r>
              <a:rPr sz="1200" spc="-20" dirty="0">
                <a:latin typeface="Times New Roman"/>
                <a:cs typeface="Times New Roman"/>
              </a:rPr>
              <a:t> </a:t>
            </a:r>
            <a:r>
              <a:rPr sz="1200" spc="-5" dirty="0">
                <a:latin typeface="Times New Roman"/>
                <a:cs typeface="Times New Roman"/>
              </a:rPr>
              <a:t>Perl,</a:t>
            </a:r>
            <a:r>
              <a:rPr sz="1200" spc="-15" dirty="0">
                <a:latin typeface="Times New Roman"/>
                <a:cs typeface="Times New Roman"/>
              </a:rPr>
              <a:t> </a:t>
            </a:r>
            <a:r>
              <a:rPr sz="1200" spc="-20" dirty="0">
                <a:latin typeface="Times New Roman"/>
                <a:cs typeface="Times New Roman"/>
              </a:rPr>
              <a:t>PHP,</a:t>
            </a:r>
            <a:r>
              <a:rPr sz="1200" spc="-75" dirty="0">
                <a:latin typeface="Times New Roman"/>
                <a:cs typeface="Times New Roman"/>
              </a:rPr>
              <a:t> </a:t>
            </a:r>
            <a:r>
              <a:rPr sz="1200" spc="-10" dirty="0">
                <a:latin typeface="Times New Roman"/>
                <a:cs typeface="Times New Roman"/>
              </a:rPr>
              <a:t>Python,</a:t>
            </a:r>
            <a:r>
              <a:rPr sz="1200" spc="20" dirty="0">
                <a:latin typeface="Times New Roman"/>
                <a:cs typeface="Times New Roman"/>
              </a:rPr>
              <a:t> </a:t>
            </a:r>
            <a:r>
              <a:rPr sz="1200" spc="-5" dirty="0">
                <a:latin typeface="Times New Roman"/>
                <a:cs typeface="Times New Roman"/>
              </a:rPr>
              <a:t>and</a:t>
            </a:r>
            <a:r>
              <a:rPr sz="1200" spc="-45" dirty="0">
                <a:latin typeface="Times New Roman"/>
                <a:cs typeface="Times New Roman"/>
              </a:rPr>
              <a:t> </a:t>
            </a:r>
            <a:r>
              <a:rPr sz="1200" spc="-25" dirty="0">
                <a:latin typeface="Times New Roman"/>
                <a:cs typeface="Times New Roman"/>
              </a:rPr>
              <a:t>Tcl.</a:t>
            </a:r>
            <a:endParaRPr sz="1200" dirty="0">
              <a:latin typeface="Times New Roman"/>
              <a:cs typeface="Times New Roman"/>
            </a:endParaRPr>
          </a:p>
          <a:p>
            <a:pPr marL="18415" marR="5080" indent="-6350" algn="just">
              <a:lnSpc>
                <a:spcPct val="155100"/>
              </a:lnSpc>
              <a:spcBef>
                <a:spcPts val="790"/>
              </a:spcBef>
            </a:pPr>
            <a:r>
              <a:rPr sz="1200" spc="-5" dirty="0">
                <a:latin typeface="Times New Roman"/>
                <a:cs typeface="Times New Roman"/>
              </a:rPr>
              <a:t>ODBC: MySQL </a:t>
            </a:r>
            <a:r>
              <a:rPr sz="1200" dirty="0">
                <a:latin typeface="Times New Roman"/>
                <a:cs typeface="Times New Roman"/>
              </a:rPr>
              <a:t>supports the </a:t>
            </a:r>
            <a:r>
              <a:rPr sz="1200" spc="-5" dirty="0">
                <a:latin typeface="Times New Roman"/>
                <a:cs typeface="Times New Roman"/>
              </a:rPr>
              <a:t>ODBC </a:t>
            </a:r>
            <a:r>
              <a:rPr sz="1200" dirty="0">
                <a:latin typeface="Times New Roman"/>
                <a:cs typeface="Times New Roman"/>
              </a:rPr>
              <a:t>interface Connector/ODBC. This </a:t>
            </a:r>
            <a:r>
              <a:rPr sz="1200" spc="-5" dirty="0">
                <a:latin typeface="Times New Roman"/>
                <a:cs typeface="Times New Roman"/>
              </a:rPr>
              <a:t>allows </a:t>
            </a:r>
            <a:r>
              <a:rPr sz="1200" spc="-10" dirty="0">
                <a:latin typeface="Times New Roman"/>
                <a:cs typeface="Times New Roman"/>
              </a:rPr>
              <a:t>MySQL </a:t>
            </a:r>
            <a:r>
              <a:rPr sz="1200" dirty="0">
                <a:latin typeface="Times New Roman"/>
                <a:cs typeface="Times New Roman"/>
              </a:rPr>
              <a:t>to </a:t>
            </a:r>
            <a:r>
              <a:rPr sz="1200" spc="-15" dirty="0">
                <a:latin typeface="Times New Roman"/>
                <a:cs typeface="Times New Roman"/>
              </a:rPr>
              <a:t>be </a:t>
            </a:r>
            <a:r>
              <a:rPr sz="1200" spc="-10" dirty="0">
                <a:latin typeface="Times New Roman"/>
                <a:cs typeface="Times New Roman"/>
              </a:rPr>
              <a:t> </a:t>
            </a:r>
            <a:r>
              <a:rPr sz="1200" spc="-5" dirty="0">
                <a:latin typeface="Times New Roman"/>
                <a:cs typeface="Times New Roman"/>
              </a:rPr>
              <a:t>addressed </a:t>
            </a:r>
            <a:r>
              <a:rPr sz="1200" spc="10" dirty="0">
                <a:latin typeface="Times New Roman"/>
                <a:cs typeface="Times New Roman"/>
              </a:rPr>
              <a:t>by </a:t>
            </a:r>
            <a:r>
              <a:rPr sz="1200" spc="-5" dirty="0">
                <a:latin typeface="Times New Roman"/>
                <a:cs typeface="Times New Roman"/>
              </a:rPr>
              <a:t>all </a:t>
            </a:r>
            <a:r>
              <a:rPr sz="1200" dirty="0">
                <a:latin typeface="Times New Roman"/>
                <a:cs typeface="Times New Roman"/>
              </a:rPr>
              <a:t>the usual </a:t>
            </a:r>
            <a:r>
              <a:rPr sz="1200" spc="-10" dirty="0">
                <a:latin typeface="Times New Roman"/>
                <a:cs typeface="Times New Roman"/>
              </a:rPr>
              <a:t>programming </a:t>
            </a:r>
            <a:r>
              <a:rPr sz="1200" dirty="0">
                <a:latin typeface="Times New Roman"/>
                <a:cs typeface="Times New Roman"/>
              </a:rPr>
              <a:t>languages that run under </a:t>
            </a:r>
            <a:r>
              <a:rPr sz="1200" spc="-5" dirty="0">
                <a:latin typeface="Times New Roman"/>
                <a:cs typeface="Times New Roman"/>
              </a:rPr>
              <a:t>Microsoft </a:t>
            </a:r>
            <a:r>
              <a:rPr sz="1200" spc="-10" dirty="0">
                <a:latin typeface="Times New Roman"/>
                <a:cs typeface="Times New Roman"/>
              </a:rPr>
              <a:t>Windows (Delphi, </a:t>
            </a:r>
            <a:r>
              <a:rPr sz="1200" spc="-285" dirty="0">
                <a:latin typeface="Times New Roman"/>
                <a:cs typeface="Times New Roman"/>
              </a:rPr>
              <a:t> </a:t>
            </a:r>
            <a:r>
              <a:rPr sz="1200" spc="-5" dirty="0">
                <a:latin typeface="Times New Roman"/>
                <a:cs typeface="Times New Roman"/>
              </a:rPr>
              <a:t>Visual Basic, </a:t>
            </a:r>
            <a:r>
              <a:rPr sz="1200" dirty="0">
                <a:latin typeface="Times New Roman"/>
                <a:cs typeface="Times New Roman"/>
              </a:rPr>
              <a:t>etc.). The </a:t>
            </a:r>
            <a:r>
              <a:rPr sz="1200" spc="-5" dirty="0">
                <a:latin typeface="Times New Roman"/>
                <a:cs typeface="Times New Roman"/>
              </a:rPr>
              <a:t>ODBC </a:t>
            </a:r>
            <a:r>
              <a:rPr sz="1200" dirty="0">
                <a:latin typeface="Times New Roman"/>
                <a:cs typeface="Times New Roman"/>
              </a:rPr>
              <a:t>interface can </a:t>
            </a:r>
            <a:r>
              <a:rPr sz="1200" spc="-5" dirty="0">
                <a:latin typeface="Times New Roman"/>
                <a:cs typeface="Times New Roman"/>
              </a:rPr>
              <a:t>also </a:t>
            </a:r>
            <a:r>
              <a:rPr sz="1200" dirty="0">
                <a:latin typeface="Times New Roman"/>
                <a:cs typeface="Times New Roman"/>
              </a:rPr>
              <a:t>be implemented under Unix, </a:t>
            </a:r>
            <a:r>
              <a:rPr sz="1200" spc="-5" dirty="0">
                <a:latin typeface="Times New Roman"/>
                <a:cs typeface="Times New Roman"/>
              </a:rPr>
              <a:t>though </a:t>
            </a:r>
            <a:r>
              <a:rPr sz="1200" dirty="0">
                <a:latin typeface="Times New Roman"/>
                <a:cs typeface="Times New Roman"/>
              </a:rPr>
              <a:t>that </a:t>
            </a:r>
            <a:r>
              <a:rPr sz="1200" spc="-30" dirty="0">
                <a:latin typeface="Times New Roman"/>
                <a:cs typeface="Times New Roman"/>
              </a:rPr>
              <a:t>is </a:t>
            </a:r>
            <a:r>
              <a:rPr sz="1200" spc="-25" dirty="0">
                <a:latin typeface="Times New Roman"/>
                <a:cs typeface="Times New Roman"/>
              </a:rPr>
              <a:t> </a:t>
            </a:r>
            <a:r>
              <a:rPr sz="1200" spc="-5" dirty="0">
                <a:latin typeface="Times New Roman"/>
                <a:cs typeface="Times New Roman"/>
              </a:rPr>
              <a:t>seldom</a:t>
            </a:r>
            <a:r>
              <a:rPr sz="1200" spc="-40" dirty="0">
                <a:latin typeface="Times New Roman"/>
                <a:cs typeface="Times New Roman"/>
              </a:rPr>
              <a:t> </a:t>
            </a:r>
            <a:r>
              <a:rPr sz="1200" spc="-20" dirty="0">
                <a:latin typeface="Times New Roman"/>
                <a:cs typeface="Times New Roman"/>
              </a:rPr>
              <a:t>necessary.</a:t>
            </a:r>
            <a:endParaRPr sz="1200" dirty="0">
              <a:latin typeface="Times New Roman"/>
              <a:cs typeface="Times New Roman"/>
            </a:endParaRPr>
          </a:p>
          <a:p>
            <a:pPr marL="18415" marR="8255" indent="-6350" algn="just">
              <a:lnSpc>
                <a:spcPct val="155000"/>
              </a:lnSpc>
              <a:spcBef>
                <a:spcPts val="805"/>
              </a:spcBef>
            </a:pPr>
            <a:r>
              <a:rPr sz="1200" spc="-25" dirty="0">
                <a:latin typeface="Times New Roman"/>
                <a:cs typeface="Times New Roman"/>
              </a:rPr>
              <a:t>Windows </a:t>
            </a:r>
            <a:r>
              <a:rPr sz="1200" spc="-10" dirty="0">
                <a:latin typeface="Times New Roman"/>
                <a:cs typeface="Times New Roman"/>
              </a:rPr>
              <a:t>programmers </a:t>
            </a:r>
            <a:r>
              <a:rPr sz="1200" dirty="0">
                <a:latin typeface="Times New Roman"/>
                <a:cs typeface="Times New Roman"/>
              </a:rPr>
              <a:t>who </a:t>
            </a:r>
            <a:r>
              <a:rPr sz="1200" spc="-10" dirty="0">
                <a:latin typeface="Times New Roman"/>
                <a:cs typeface="Times New Roman"/>
              </a:rPr>
              <a:t>have migrated </a:t>
            </a:r>
            <a:r>
              <a:rPr sz="1200" dirty="0">
                <a:latin typeface="Times New Roman"/>
                <a:cs typeface="Times New Roman"/>
              </a:rPr>
              <a:t>to </a:t>
            </a:r>
            <a:r>
              <a:rPr sz="1200" spc="-15" dirty="0">
                <a:latin typeface="Times New Roman"/>
                <a:cs typeface="Times New Roman"/>
              </a:rPr>
              <a:t>Microsoft's </a:t>
            </a:r>
            <a:r>
              <a:rPr sz="1200" dirty="0">
                <a:latin typeface="Times New Roman"/>
                <a:cs typeface="Times New Roman"/>
              </a:rPr>
              <a:t>new </a:t>
            </a:r>
            <a:r>
              <a:rPr sz="1200" spc="-15" dirty="0">
                <a:latin typeface="Times New Roman"/>
                <a:cs typeface="Times New Roman"/>
              </a:rPr>
              <a:t>.NET </a:t>
            </a:r>
            <a:r>
              <a:rPr sz="1200" spc="-10" dirty="0">
                <a:latin typeface="Times New Roman"/>
                <a:cs typeface="Times New Roman"/>
              </a:rPr>
              <a:t>platform </a:t>
            </a:r>
            <a:r>
              <a:rPr sz="1200" dirty="0">
                <a:latin typeface="Times New Roman"/>
                <a:cs typeface="Times New Roman"/>
              </a:rPr>
              <a:t>can, if </a:t>
            </a:r>
            <a:r>
              <a:rPr sz="1200" spc="-5" dirty="0">
                <a:latin typeface="Times New Roman"/>
                <a:cs typeface="Times New Roman"/>
              </a:rPr>
              <a:t>they </a:t>
            </a:r>
            <a:r>
              <a:rPr sz="1200" spc="-10" dirty="0">
                <a:latin typeface="Times New Roman"/>
                <a:cs typeface="Times New Roman"/>
              </a:rPr>
              <a:t>wish, </a:t>
            </a:r>
            <a:r>
              <a:rPr sz="1200" spc="-285" dirty="0">
                <a:latin typeface="Times New Roman"/>
                <a:cs typeface="Times New Roman"/>
              </a:rPr>
              <a:t> </a:t>
            </a:r>
            <a:r>
              <a:rPr sz="1200" spc="-5" dirty="0">
                <a:latin typeface="Times New Roman"/>
                <a:cs typeface="Times New Roman"/>
              </a:rPr>
              <a:t>use</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ODBC</a:t>
            </a:r>
            <a:r>
              <a:rPr sz="1200" spc="-20" dirty="0">
                <a:latin typeface="Times New Roman"/>
                <a:cs typeface="Times New Roman"/>
              </a:rPr>
              <a:t> </a:t>
            </a:r>
            <a:r>
              <a:rPr sz="1200" spc="-5" dirty="0">
                <a:latin typeface="Times New Roman"/>
                <a:cs typeface="Times New Roman"/>
              </a:rPr>
              <a:t>provider</a:t>
            </a:r>
            <a:r>
              <a:rPr sz="1200" spc="-1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.NET</a:t>
            </a:r>
            <a:r>
              <a:rPr sz="1200" spc="-50" dirty="0">
                <a:latin typeface="Times New Roman"/>
                <a:cs typeface="Times New Roman"/>
              </a:rPr>
              <a:t> </a:t>
            </a:r>
            <a:r>
              <a:rPr sz="1200" spc="-5" dirty="0">
                <a:latin typeface="Times New Roman"/>
                <a:cs typeface="Times New Roman"/>
              </a:rPr>
              <a:t>interface</a:t>
            </a:r>
            <a:r>
              <a:rPr sz="1200" spc="20" dirty="0">
                <a:latin typeface="Times New Roman"/>
                <a:cs typeface="Times New Roman"/>
              </a:rPr>
              <a:t> </a:t>
            </a:r>
            <a:r>
              <a:rPr sz="1200" spc="-15" dirty="0">
                <a:latin typeface="Times New Roman"/>
                <a:cs typeface="Times New Roman"/>
              </a:rPr>
              <a:t>Connector/NET.</a:t>
            </a:r>
            <a:endParaRPr sz="1200" dirty="0">
              <a:latin typeface="Times New Roman"/>
              <a:cs typeface="Times New Roman"/>
            </a:endParaRPr>
          </a:p>
          <a:p>
            <a:pPr marL="18415" marR="6985" indent="-6350" algn="just">
              <a:lnSpc>
                <a:spcPct val="155000"/>
              </a:lnSpc>
              <a:spcBef>
                <a:spcPts val="805"/>
              </a:spcBef>
            </a:pPr>
            <a:r>
              <a:rPr sz="1200" spc="-5" dirty="0">
                <a:latin typeface="Times New Roman"/>
                <a:cs typeface="Times New Roman"/>
              </a:rPr>
              <a:t>Platform </a:t>
            </a:r>
            <a:r>
              <a:rPr sz="1200" dirty="0">
                <a:latin typeface="Times New Roman"/>
                <a:cs typeface="Times New Roman"/>
              </a:rPr>
              <a:t>independence: </a:t>
            </a:r>
            <a:r>
              <a:rPr sz="1200" spc="-5" dirty="0">
                <a:latin typeface="Times New Roman"/>
                <a:cs typeface="Times New Roman"/>
              </a:rPr>
              <a:t>It is </a:t>
            </a:r>
            <a:r>
              <a:rPr sz="1200" dirty="0">
                <a:latin typeface="Times New Roman"/>
                <a:cs typeface="Times New Roman"/>
              </a:rPr>
              <a:t>not only client applications that run under a variety </a:t>
            </a:r>
            <a:r>
              <a:rPr sz="1200" spc="5" dirty="0">
                <a:latin typeface="Times New Roman"/>
                <a:cs typeface="Times New Roman"/>
              </a:rPr>
              <a:t>of </a:t>
            </a:r>
            <a:r>
              <a:rPr sz="1200" spc="-10" dirty="0">
                <a:latin typeface="Times New Roman"/>
                <a:cs typeface="Times New Roman"/>
              </a:rPr>
              <a:t>operating </a:t>
            </a:r>
            <a:r>
              <a:rPr sz="1200" spc="-5" dirty="0">
                <a:latin typeface="Times New Roman"/>
                <a:cs typeface="Times New Roman"/>
              </a:rPr>
              <a:t> systems; </a:t>
            </a:r>
            <a:r>
              <a:rPr sz="1200" dirty="0">
                <a:latin typeface="Times New Roman"/>
                <a:cs typeface="Times New Roman"/>
              </a:rPr>
              <a:t>MySQL itself </a:t>
            </a:r>
            <a:r>
              <a:rPr sz="1200" spc="-5" dirty="0">
                <a:latin typeface="Times New Roman"/>
                <a:cs typeface="Times New Roman"/>
              </a:rPr>
              <a:t>(that is, </a:t>
            </a:r>
            <a:r>
              <a:rPr sz="1200" dirty="0">
                <a:latin typeface="Times New Roman"/>
                <a:cs typeface="Times New Roman"/>
              </a:rPr>
              <a:t>the </a:t>
            </a:r>
            <a:r>
              <a:rPr sz="1200" spc="-5" dirty="0">
                <a:latin typeface="Times New Roman"/>
                <a:cs typeface="Times New Roman"/>
              </a:rPr>
              <a:t>server) </a:t>
            </a:r>
            <a:r>
              <a:rPr sz="1200" dirty="0">
                <a:latin typeface="Times New Roman"/>
                <a:cs typeface="Times New Roman"/>
              </a:rPr>
              <a:t>can be executed </a:t>
            </a:r>
            <a:r>
              <a:rPr sz="1200" spc="-5" dirty="0">
                <a:latin typeface="Times New Roman"/>
                <a:cs typeface="Times New Roman"/>
              </a:rPr>
              <a:t>under </a:t>
            </a:r>
            <a:r>
              <a:rPr sz="1200" dirty="0">
                <a:latin typeface="Times New Roman"/>
                <a:cs typeface="Times New Roman"/>
              </a:rPr>
              <a:t>a number of </a:t>
            </a:r>
            <a:r>
              <a:rPr sz="1200" spc="-10" dirty="0">
                <a:latin typeface="Times New Roman"/>
                <a:cs typeface="Times New Roman"/>
              </a:rPr>
              <a:t>operating </a:t>
            </a:r>
            <a:r>
              <a:rPr sz="1200" spc="-5" dirty="0">
                <a:latin typeface="Times New Roman"/>
                <a:cs typeface="Times New Roman"/>
              </a:rPr>
              <a:t> systems.</a:t>
            </a:r>
            <a:endParaRPr sz="1200" dirty="0">
              <a:latin typeface="Times New Roman"/>
              <a:cs typeface="Times New Roman"/>
            </a:endParaRPr>
          </a:p>
          <a:p>
            <a:pPr marL="18415" marR="6350" indent="362585" algn="just">
              <a:lnSpc>
                <a:spcPct val="155000"/>
              </a:lnSpc>
              <a:spcBef>
                <a:spcPts val="790"/>
              </a:spcBef>
            </a:pPr>
            <a:r>
              <a:rPr sz="1200" dirty="0">
                <a:latin typeface="Times New Roman"/>
                <a:cs typeface="Times New Roman"/>
              </a:rPr>
              <a:t>The most important </a:t>
            </a:r>
            <a:r>
              <a:rPr sz="1200" spc="-5" dirty="0">
                <a:latin typeface="Times New Roman"/>
                <a:cs typeface="Times New Roman"/>
              </a:rPr>
              <a:t>are </a:t>
            </a:r>
            <a:r>
              <a:rPr sz="1200" dirty="0">
                <a:latin typeface="Times New Roman"/>
                <a:cs typeface="Times New Roman"/>
              </a:rPr>
              <a:t>Apple Macintosh </a:t>
            </a:r>
            <a:r>
              <a:rPr sz="1200" spc="-5" dirty="0">
                <a:latin typeface="Times New Roman"/>
                <a:cs typeface="Times New Roman"/>
              </a:rPr>
              <a:t>OS X, Linux, Microsoft </a:t>
            </a:r>
            <a:r>
              <a:rPr sz="1200" dirty="0">
                <a:latin typeface="Times New Roman"/>
                <a:cs typeface="Times New Roman"/>
              </a:rPr>
              <a:t>Windows, </a:t>
            </a:r>
            <a:r>
              <a:rPr sz="1200" spc="-5" dirty="0">
                <a:latin typeface="Times New Roman"/>
                <a:cs typeface="Times New Roman"/>
              </a:rPr>
              <a:t>and </a:t>
            </a:r>
            <a:r>
              <a:rPr sz="1200" spc="-20" dirty="0">
                <a:latin typeface="Times New Roman"/>
                <a:cs typeface="Times New Roman"/>
              </a:rPr>
              <a:t>the </a:t>
            </a:r>
            <a:r>
              <a:rPr sz="1200" spc="-15" dirty="0">
                <a:latin typeface="Times New Roman"/>
                <a:cs typeface="Times New Roman"/>
              </a:rPr>
              <a:t> </a:t>
            </a:r>
            <a:r>
              <a:rPr sz="1200" spc="-10" dirty="0">
                <a:latin typeface="Times New Roman"/>
                <a:cs typeface="Times New Roman"/>
              </a:rPr>
              <a:t>countless </a:t>
            </a:r>
            <a:r>
              <a:rPr sz="1200" dirty="0">
                <a:latin typeface="Times New Roman"/>
                <a:cs typeface="Times New Roman"/>
              </a:rPr>
              <a:t>Unix </a:t>
            </a:r>
            <a:r>
              <a:rPr sz="1200" spc="-5" dirty="0">
                <a:latin typeface="Times New Roman"/>
                <a:cs typeface="Times New Roman"/>
              </a:rPr>
              <a:t>variants, such </a:t>
            </a:r>
            <a:r>
              <a:rPr sz="1200" spc="-25" dirty="0">
                <a:latin typeface="Times New Roman"/>
                <a:cs typeface="Times New Roman"/>
              </a:rPr>
              <a:t>as </a:t>
            </a:r>
            <a:r>
              <a:rPr sz="1200" spc="-5" dirty="0">
                <a:latin typeface="Times New Roman"/>
                <a:cs typeface="Times New Roman"/>
              </a:rPr>
              <a:t>AIX, </a:t>
            </a:r>
            <a:r>
              <a:rPr sz="1200" spc="-10" dirty="0">
                <a:latin typeface="Times New Roman"/>
                <a:cs typeface="Times New Roman"/>
              </a:rPr>
              <a:t>BSDI, </a:t>
            </a:r>
            <a:r>
              <a:rPr sz="1200" spc="-5" dirty="0">
                <a:latin typeface="Times New Roman"/>
                <a:cs typeface="Times New Roman"/>
              </a:rPr>
              <a:t>FreeBSD, </a:t>
            </a:r>
            <a:r>
              <a:rPr sz="1200" spc="-10" dirty="0">
                <a:latin typeface="Times New Roman"/>
                <a:cs typeface="Times New Roman"/>
              </a:rPr>
              <a:t>HP-UX, </a:t>
            </a:r>
            <a:r>
              <a:rPr sz="1200" spc="-5" dirty="0">
                <a:latin typeface="Times New Roman"/>
                <a:cs typeface="Times New Roman"/>
              </a:rPr>
              <a:t>OpenBSD, Net BSD, </a:t>
            </a:r>
            <a:r>
              <a:rPr sz="1200" dirty="0">
                <a:latin typeface="Times New Roman"/>
                <a:cs typeface="Times New Roman"/>
              </a:rPr>
              <a:t>SGI </a:t>
            </a:r>
            <a:r>
              <a:rPr sz="1200" spc="-15" dirty="0">
                <a:latin typeface="Times New Roman"/>
                <a:cs typeface="Times New Roman"/>
              </a:rPr>
              <a:t>Iris, </a:t>
            </a:r>
            <a:r>
              <a:rPr sz="1200" spc="-285" dirty="0">
                <a:latin typeface="Times New Roman"/>
                <a:cs typeface="Times New Roman"/>
              </a:rPr>
              <a:t> </a:t>
            </a:r>
            <a:r>
              <a:rPr sz="1200" spc="-5" dirty="0">
                <a:latin typeface="Times New Roman"/>
                <a:cs typeface="Times New Roman"/>
              </a:rPr>
              <a:t>and Sun</a:t>
            </a:r>
            <a:r>
              <a:rPr sz="1200" spc="-15" dirty="0">
                <a:latin typeface="Times New Roman"/>
                <a:cs typeface="Times New Roman"/>
              </a:rPr>
              <a:t> Solaris.</a:t>
            </a:r>
            <a:endParaRPr sz="1200" dirty="0">
              <a:latin typeface="Times New Roman"/>
              <a:cs typeface="Times New Roman"/>
            </a:endParaRPr>
          </a:p>
        </p:txBody>
      </p:sp>
      <p:sp>
        <p:nvSpPr>
          <p:cNvPr id="4" name="object 4"/>
          <p:cNvSpPr/>
          <p:nvPr/>
        </p:nvSpPr>
        <p:spPr>
          <a:xfrm>
            <a:off x="584454" y="467106"/>
            <a:ext cx="6265545" cy="9941560"/>
          </a:xfrm>
          <a:custGeom>
            <a:avLst/>
            <a:gdLst/>
            <a:ahLst/>
            <a:cxnLst/>
            <a:rect l="l" t="t" r="r" b="b"/>
            <a:pathLst>
              <a:path w="6265545" h="9941560">
                <a:moveTo>
                  <a:pt x="0" y="9941052"/>
                </a:moveTo>
                <a:lnTo>
                  <a:pt x="6265164" y="9941052"/>
                </a:lnTo>
                <a:lnTo>
                  <a:pt x="6265164" y="0"/>
                </a:lnTo>
                <a:lnTo>
                  <a:pt x="0" y="0"/>
                </a:lnTo>
                <a:lnTo>
                  <a:pt x="0" y="9941052"/>
                </a:lnTo>
                <a:close/>
              </a:path>
            </a:pathLst>
          </a:custGeom>
          <a:ln w="25399">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2945" cy="1282274"/>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12</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8415" marR="5080" indent="-6350" algn="just">
              <a:lnSpc>
                <a:spcPct val="155000"/>
              </a:lnSpc>
              <a:spcBef>
                <a:spcPts val="515"/>
              </a:spcBef>
            </a:pPr>
            <a:r>
              <a:rPr sz="1200" spc="-5" dirty="0">
                <a:latin typeface="Times New Roman"/>
                <a:cs typeface="Times New Roman"/>
              </a:rPr>
              <a:t>Speed: MySQL is </a:t>
            </a:r>
            <a:r>
              <a:rPr sz="1200" dirty="0">
                <a:latin typeface="Times New Roman"/>
                <a:cs typeface="Times New Roman"/>
              </a:rPr>
              <a:t>considered a </a:t>
            </a:r>
            <a:r>
              <a:rPr sz="1200" spc="5" dirty="0">
                <a:latin typeface="Times New Roman"/>
                <a:cs typeface="Times New Roman"/>
              </a:rPr>
              <a:t>very </a:t>
            </a:r>
            <a:r>
              <a:rPr sz="1200" dirty="0">
                <a:latin typeface="Times New Roman"/>
                <a:cs typeface="Times New Roman"/>
              </a:rPr>
              <a:t>fast database program. This </a:t>
            </a:r>
            <a:r>
              <a:rPr sz="1200" spc="-5" dirty="0">
                <a:latin typeface="Times New Roman"/>
                <a:cs typeface="Times New Roman"/>
              </a:rPr>
              <a:t>speed has </a:t>
            </a:r>
            <a:r>
              <a:rPr sz="1200" dirty="0">
                <a:latin typeface="Times New Roman"/>
                <a:cs typeface="Times New Roman"/>
              </a:rPr>
              <a:t>been backed up </a:t>
            </a:r>
            <a:r>
              <a:rPr sz="1200" spc="10" dirty="0">
                <a:latin typeface="Times New Roman"/>
                <a:cs typeface="Times New Roman"/>
              </a:rPr>
              <a:t>by </a:t>
            </a:r>
            <a:r>
              <a:rPr sz="1200" spc="-285" dirty="0">
                <a:latin typeface="Times New Roman"/>
                <a:cs typeface="Times New Roman"/>
              </a:rPr>
              <a:t> </a:t>
            </a:r>
            <a:r>
              <a:rPr sz="1200" dirty="0">
                <a:latin typeface="Times New Roman"/>
                <a:cs typeface="Times New Roman"/>
              </a:rPr>
              <a:t>a </a:t>
            </a:r>
            <a:r>
              <a:rPr sz="1200" spc="-5" dirty="0">
                <a:latin typeface="Times New Roman"/>
                <a:cs typeface="Times New Roman"/>
              </a:rPr>
              <a:t>large </a:t>
            </a:r>
            <a:r>
              <a:rPr sz="1200" dirty="0">
                <a:latin typeface="Times New Roman"/>
                <a:cs typeface="Times New Roman"/>
              </a:rPr>
              <a:t>number of benchmark tests </a:t>
            </a:r>
            <a:r>
              <a:rPr sz="1200" spc="-5" dirty="0">
                <a:latin typeface="Times New Roman"/>
                <a:cs typeface="Times New Roman"/>
              </a:rPr>
              <a:t>(though such tests </a:t>
            </a:r>
            <a:r>
              <a:rPr sz="1200" spc="-10" dirty="0">
                <a:latin typeface="Times New Roman"/>
                <a:cs typeface="Times New Roman"/>
              </a:rPr>
              <a:t>-- </a:t>
            </a:r>
            <a:r>
              <a:rPr sz="1200" dirty="0">
                <a:latin typeface="Times New Roman"/>
                <a:cs typeface="Times New Roman"/>
              </a:rPr>
              <a:t>regardless of the </a:t>
            </a:r>
            <a:r>
              <a:rPr sz="1200" spc="-5" dirty="0">
                <a:latin typeface="Times New Roman"/>
                <a:cs typeface="Times New Roman"/>
              </a:rPr>
              <a:t>source </a:t>
            </a:r>
            <a:r>
              <a:rPr sz="1200" spc="-10" dirty="0">
                <a:latin typeface="Times New Roman"/>
                <a:cs typeface="Times New Roman"/>
              </a:rPr>
              <a:t>-- </a:t>
            </a:r>
            <a:r>
              <a:rPr sz="1200" dirty="0">
                <a:latin typeface="Times New Roman"/>
                <a:cs typeface="Times New Roman"/>
              </a:rPr>
              <a:t>should </a:t>
            </a:r>
            <a:r>
              <a:rPr sz="1200" spc="-15" dirty="0">
                <a:latin typeface="Times New Roman"/>
                <a:cs typeface="Times New Roman"/>
              </a:rPr>
              <a:t>be </a:t>
            </a:r>
            <a:r>
              <a:rPr sz="1200" spc="-10" dirty="0">
                <a:latin typeface="Times New Roman"/>
                <a:cs typeface="Times New Roman"/>
              </a:rPr>
              <a:t> </a:t>
            </a:r>
            <a:r>
              <a:rPr sz="1200" spc="-5" dirty="0">
                <a:latin typeface="Times New Roman"/>
                <a:cs typeface="Times New Roman"/>
              </a:rPr>
              <a:t>considered</a:t>
            </a:r>
            <a:r>
              <a:rPr sz="1200" spc="10"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good</a:t>
            </a:r>
            <a:r>
              <a:rPr sz="1200" dirty="0">
                <a:latin typeface="Times New Roman"/>
                <a:cs typeface="Times New Roman"/>
              </a:rPr>
              <a:t> dose</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5" dirty="0">
                <a:latin typeface="Times New Roman"/>
                <a:cs typeface="Times New Roman"/>
              </a:rPr>
              <a:t>skepticism).</a:t>
            </a:r>
            <a:endParaRPr sz="1200" dirty="0">
              <a:latin typeface="Times New Roman"/>
              <a:cs typeface="Times New Roman"/>
            </a:endParaRPr>
          </a:p>
        </p:txBody>
      </p:sp>
      <p:sp>
        <p:nvSpPr>
          <p:cNvPr id="4" name="object 4"/>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815589" y="5034534"/>
            <a:ext cx="211201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3</a:t>
            </a:r>
            <a:r>
              <a:rPr sz="1600" b="1" spc="-5" dirty="0">
                <a:latin typeface="Times New Roman"/>
                <a:cs typeface="Times New Roman"/>
              </a:rPr>
              <a:t>.</a:t>
            </a:r>
            <a:r>
              <a:rPr sz="1600" b="1" spc="5" dirty="0">
                <a:latin typeface="Times New Roman"/>
                <a:cs typeface="Times New Roman"/>
              </a:rPr>
              <a:t> </a:t>
            </a:r>
            <a:r>
              <a:rPr sz="1600" b="1" spc="-20" dirty="0">
                <a:latin typeface="Times New Roman"/>
                <a:cs typeface="Times New Roman"/>
              </a:rPr>
              <a:t>SYS</a:t>
            </a:r>
            <a:r>
              <a:rPr sz="1600" b="1" spc="-15" dirty="0">
                <a:latin typeface="Times New Roman"/>
                <a:cs typeface="Times New Roman"/>
              </a:rPr>
              <a:t>TE</a:t>
            </a:r>
            <a:r>
              <a:rPr sz="1600" b="1" spc="-5" dirty="0">
                <a:latin typeface="Times New Roman"/>
                <a:cs typeface="Times New Roman"/>
              </a:rPr>
              <a:t>M</a:t>
            </a:r>
            <a:r>
              <a:rPr sz="1600" b="1" spc="-85" dirty="0">
                <a:latin typeface="Times New Roman"/>
                <a:cs typeface="Times New Roman"/>
              </a:rPr>
              <a:t> </a:t>
            </a:r>
            <a:r>
              <a:rPr sz="1600" b="1" spc="-20" dirty="0">
                <a:latin typeface="Times New Roman"/>
                <a:cs typeface="Times New Roman"/>
              </a:rPr>
              <a:t>ANA</a:t>
            </a:r>
            <a:r>
              <a:rPr sz="1600" b="1" spc="-15" dirty="0">
                <a:latin typeface="Times New Roman"/>
                <a:cs typeface="Times New Roman"/>
              </a:rPr>
              <a:t>L</a:t>
            </a:r>
            <a:r>
              <a:rPr sz="1600" b="1" spc="-20" dirty="0">
                <a:latin typeface="Times New Roman"/>
                <a:cs typeface="Times New Roman"/>
              </a:rPr>
              <a:t>YS</a:t>
            </a:r>
            <a:r>
              <a:rPr sz="1600" b="1" spc="-15" dirty="0">
                <a:latin typeface="Times New Roman"/>
                <a:cs typeface="Times New Roman"/>
              </a:rPr>
              <a:t>I</a:t>
            </a:r>
            <a:r>
              <a:rPr sz="1600" b="1" spc="-5" dirty="0">
                <a:latin typeface="Times New Roman"/>
                <a:cs typeface="Times New Roman"/>
              </a:rPr>
              <a:t>S</a:t>
            </a:r>
            <a:endParaRPr sz="1600">
              <a:latin typeface="Times New Roman"/>
              <a:cs typeface="Times New Roman"/>
            </a:endParaRPr>
          </a:p>
        </p:txBody>
      </p:sp>
      <p:sp>
        <p:nvSpPr>
          <p:cNvPr id="6" name="object 6"/>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9770" cy="8621395"/>
          </a:xfrm>
          <a:prstGeom prst="rect">
            <a:avLst/>
          </a:prstGeom>
        </p:spPr>
        <p:txBody>
          <a:bodyPr vert="horz" wrap="square" lIns="0" tIns="12700" rIns="0" bIns="0" rtlCol="0">
            <a:spAutoFit/>
          </a:bodyPr>
          <a:lstStyle/>
          <a:p>
            <a:pPr marL="279400" indent="-266700" algn="just">
              <a:lnSpc>
                <a:spcPct val="100000"/>
              </a:lnSpc>
              <a:spcBef>
                <a:spcPts val="100"/>
              </a:spcBef>
              <a:buAutoNum type="arabicPeriod"/>
              <a:tabLst>
                <a:tab pos="279400" algn="l"/>
              </a:tabLst>
            </a:pPr>
            <a:r>
              <a:rPr sz="1400" b="1" dirty="0">
                <a:latin typeface="Times New Roman"/>
                <a:cs typeface="Times New Roman"/>
              </a:rPr>
              <a:t>Intr</a:t>
            </a:r>
            <a:r>
              <a:rPr sz="1400" b="1" spc="5" dirty="0">
                <a:latin typeface="Times New Roman"/>
                <a:cs typeface="Times New Roman"/>
              </a:rPr>
              <a:t>o</a:t>
            </a:r>
            <a:r>
              <a:rPr sz="1400" b="1" dirty="0">
                <a:latin typeface="Times New Roman"/>
                <a:cs typeface="Times New Roman"/>
              </a:rPr>
              <a:t>duct</a:t>
            </a:r>
            <a:r>
              <a:rPr sz="1400" b="1" spc="-10" dirty="0">
                <a:latin typeface="Times New Roman"/>
                <a:cs typeface="Times New Roman"/>
              </a:rPr>
              <a:t>i</a:t>
            </a:r>
            <a:r>
              <a:rPr sz="1400" b="1" dirty="0">
                <a:latin typeface="Times New Roman"/>
                <a:cs typeface="Times New Roman"/>
              </a:rPr>
              <a:t>on</a:t>
            </a:r>
            <a:r>
              <a:rPr sz="1400" b="1" spc="-60" dirty="0">
                <a:latin typeface="Times New Roman"/>
                <a:cs typeface="Times New Roman"/>
              </a:rPr>
              <a:t> </a:t>
            </a:r>
            <a:r>
              <a:rPr sz="1400" b="1" dirty="0">
                <a:latin typeface="Times New Roman"/>
                <a:cs typeface="Times New Roman"/>
              </a:rPr>
              <a:t>to</a:t>
            </a:r>
            <a:r>
              <a:rPr sz="1400" b="1" spc="-35" dirty="0">
                <a:latin typeface="Times New Roman"/>
                <a:cs typeface="Times New Roman"/>
              </a:rPr>
              <a:t> </a:t>
            </a:r>
            <a:r>
              <a:rPr sz="1400" b="1" spc="-15" dirty="0">
                <a:latin typeface="Times New Roman"/>
                <a:cs typeface="Times New Roman"/>
              </a:rPr>
              <a:t>S</a:t>
            </a:r>
            <a:r>
              <a:rPr sz="1400" b="1" spc="-10" dirty="0">
                <a:latin typeface="Times New Roman"/>
                <a:cs typeface="Times New Roman"/>
              </a:rPr>
              <a:t>ys</a:t>
            </a:r>
            <a:r>
              <a:rPr sz="1400" b="1" spc="-15" dirty="0">
                <a:latin typeface="Times New Roman"/>
                <a:cs typeface="Times New Roman"/>
              </a:rPr>
              <a:t>te</a:t>
            </a:r>
            <a:r>
              <a:rPr sz="1400" b="1" dirty="0">
                <a:latin typeface="Times New Roman"/>
                <a:cs typeface="Times New Roman"/>
              </a:rPr>
              <a:t>m</a:t>
            </a:r>
            <a:r>
              <a:rPr sz="1400" b="1" spc="-105" dirty="0">
                <a:latin typeface="Times New Roman"/>
                <a:cs typeface="Times New Roman"/>
              </a:rPr>
              <a:t> </a:t>
            </a:r>
            <a:r>
              <a:rPr sz="1400" b="1" spc="-20" dirty="0">
                <a:latin typeface="Times New Roman"/>
                <a:cs typeface="Times New Roman"/>
              </a:rPr>
              <a:t>A</a:t>
            </a:r>
            <a:r>
              <a:rPr sz="1400" b="1" spc="-15" dirty="0">
                <a:latin typeface="Times New Roman"/>
                <a:cs typeface="Times New Roman"/>
              </a:rPr>
              <a:t>n</a:t>
            </a:r>
            <a:r>
              <a:rPr sz="1400" b="1" spc="-10" dirty="0">
                <a:latin typeface="Times New Roman"/>
                <a:cs typeface="Times New Roman"/>
              </a:rPr>
              <a:t>alysi</a:t>
            </a:r>
            <a:r>
              <a:rPr sz="1400" b="1" dirty="0">
                <a:latin typeface="Times New Roman"/>
                <a:cs typeface="Times New Roman"/>
              </a:rPr>
              <a:t>s</a:t>
            </a:r>
            <a:endParaRPr sz="1400">
              <a:latin typeface="Times New Roman"/>
              <a:cs typeface="Times New Roman"/>
            </a:endParaRPr>
          </a:p>
          <a:p>
            <a:pPr marL="12700" marR="5080" indent="457200" algn="just">
              <a:lnSpc>
                <a:spcPct val="155000"/>
              </a:lnSpc>
              <a:spcBef>
                <a:spcPts val="434"/>
              </a:spcBef>
            </a:pPr>
            <a:r>
              <a:rPr sz="1200" spc="-15" dirty="0">
                <a:latin typeface="Times New Roman"/>
                <a:cs typeface="Times New Roman"/>
              </a:rPr>
              <a:t>System</a:t>
            </a:r>
            <a:r>
              <a:rPr sz="1200" spc="-20" dirty="0">
                <a:latin typeface="Times New Roman"/>
                <a:cs typeface="Times New Roman"/>
              </a:rPr>
              <a:t> </a:t>
            </a:r>
            <a:r>
              <a:rPr sz="1200" spc="-5" dirty="0">
                <a:latin typeface="Times New Roman"/>
                <a:cs typeface="Times New Roman"/>
              </a:rPr>
              <a:t>Study</a:t>
            </a:r>
            <a:r>
              <a:rPr sz="1200" spc="-35" dirty="0">
                <a:latin typeface="Times New Roman"/>
                <a:cs typeface="Times New Roman"/>
              </a:rPr>
              <a:t> </a:t>
            </a:r>
            <a:r>
              <a:rPr sz="1200" spc="-10" dirty="0">
                <a:latin typeface="Times New Roman"/>
                <a:cs typeface="Times New Roman"/>
              </a:rPr>
              <a:t>refers</a:t>
            </a:r>
            <a:r>
              <a:rPr sz="1200" spc="-2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process</a:t>
            </a:r>
            <a:r>
              <a:rPr sz="1200" spc="-25" dirty="0">
                <a:latin typeface="Times New Roman"/>
                <a:cs typeface="Times New Roman"/>
              </a:rPr>
              <a:t> </a:t>
            </a:r>
            <a:r>
              <a:rPr sz="1200" dirty="0">
                <a:latin typeface="Times New Roman"/>
                <a:cs typeface="Times New Roman"/>
              </a:rPr>
              <a:t>of </a:t>
            </a:r>
            <a:r>
              <a:rPr sz="1200" spc="-10" dirty="0">
                <a:latin typeface="Times New Roman"/>
                <a:cs typeface="Times New Roman"/>
              </a:rPr>
              <a:t>examining</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situation</a:t>
            </a:r>
            <a:r>
              <a:rPr sz="1200" spc="-20" dirty="0">
                <a:latin typeface="Times New Roman"/>
                <a:cs typeface="Times New Roman"/>
              </a:rPr>
              <a:t> </a:t>
            </a:r>
            <a:r>
              <a:rPr sz="1200" spc="-1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intent</a:t>
            </a:r>
            <a:r>
              <a:rPr sz="1200" spc="-15"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spc="-10" dirty="0">
                <a:latin typeface="Times New Roman"/>
                <a:cs typeface="Times New Roman"/>
              </a:rPr>
              <a:t>improving </a:t>
            </a:r>
            <a:r>
              <a:rPr sz="1200" spc="-290" dirty="0">
                <a:latin typeface="Times New Roman"/>
                <a:cs typeface="Times New Roman"/>
              </a:rPr>
              <a:t> </a:t>
            </a:r>
            <a:r>
              <a:rPr sz="1200" dirty="0">
                <a:latin typeface="Times New Roman"/>
                <a:cs typeface="Times New Roman"/>
              </a:rPr>
              <a:t>it </a:t>
            </a:r>
            <a:r>
              <a:rPr sz="1200" spc="-5" dirty="0">
                <a:latin typeface="Times New Roman"/>
                <a:cs typeface="Times New Roman"/>
              </a:rPr>
              <a:t>through </a:t>
            </a:r>
            <a:r>
              <a:rPr sz="1200" dirty="0">
                <a:latin typeface="Times New Roman"/>
                <a:cs typeface="Times New Roman"/>
              </a:rPr>
              <a:t>better process </a:t>
            </a:r>
            <a:r>
              <a:rPr sz="1200" spc="-5" dirty="0">
                <a:latin typeface="Times New Roman"/>
                <a:cs typeface="Times New Roman"/>
              </a:rPr>
              <a:t>and </a:t>
            </a:r>
            <a:r>
              <a:rPr sz="1200" dirty="0">
                <a:latin typeface="Times New Roman"/>
                <a:cs typeface="Times New Roman"/>
              </a:rPr>
              <a:t>method. </a:t>
            </a:r>
            <a:r>
              <a:rPr sz="1200" spc="-5" dirty="0">
                <a:latin typeface="Times New Roman"/>
                <a:cs typeface="Times New Roman"/>
              </a:rPr>
              <a:t>System </a:t>
            </a:r>
            <a:r>
              <a:rPr sz="1200" dirty="0">
                <a:latin typeface="Times New Roman"/>
                <a:cs typeface="Times New Roman"/>
              </a:rPr>
              <a:t>study </a:t>
            </a:r>
            <a:r>
              <a:rPr sz="1200" spc="-5" dirty="0">
                <a:latin typeface="Times New Roman"/>
                <a:cs typeface="Times New Roman"/>
              </a:rPr>
              <a:t>is, </a:t>
            </a:r>
            <a:r>
              <a:rPr sz="1200" dirty="0">
                <a:latin typeface="Times New Roman"/>
                <a:cs typeface="Times New Roman"/>
              </a:rPr>
              <a:t>therefore the process of gathering </a:t>
            </a:r>
            <a:r>
              <a:rPr sz="1200" spc="-20" dirty="0">
                <a:latin typeface="Times New Roman"/>
                <a:cs typeface="Times New Roman"/>
              </a:rPr>
              <a:t>and </a:t>
            </a:r>
            <a:r>
              <a:rPr sz="1200" spc="-15" dirty="0">
                <a:latin typeface="Times New Roman"/>
                <a:cs typeface="Times New Roman"/>
              </a:rPr>
              <a:t> </a:t>
            </a:r>
            <a:r>
              <a:rPr sz="1200" spc="-10" dirty="0">
                <a:latin typeface="Times New Roman"/>
                <a:cs typeface="Times New Roman"/>
              </a:rPr>
              <a:t>interpreting </a:t>
            </a:r>
            <a:r>
              <a:rPr sz="1200" dirty="0">
                <a:latin typeface="Times New Roman"/>
                <a:cs typeface="Times New Roman"/>
              </a:rPr>
              <a:t>facts, diagnosing problem </a:t>
            </a:r>
            <a:r>
              <a:rPr sz="1200" spc="-5" dirty="0">
                <a:latin typeface="Times New Roman"/>
                <a:cs typeface="Times New Roman"/>
              </a:rPr>
              <a:t>and </a:t>
            </a:r>
            <a:r>
              <a:rPr sz="1200" dirty="0">
                <a:latin typeface="Times New Roman"/>
                <a:cs typeface="Times New Roman"/>
              </a:rPr>
              <a:t>using the information to </a:t>
            </a:r>
            <a:r>
              <a:rPr sz="1200" spc="-10" dirty="0">
                <a:latin typeface="Times New Roman"/>
                <a:cs typeface="Times New Roman"/>
              </a:rPr>
              <a:t>recommend </a:t>
            </a:r>
            <a:r>
              <a:rPr sz="1200" dirty="0">
                <a:latin typeface="Times New Roman"/>
                <a:cs typeface="Times New Roman"/>
              </a:rPr>
              <a:t>information </a:t>
            </a:r>
            <a:r>
              <a:rPr sz="1200" spc="-25" dirty="0">
                <a:latin typeface="Times New Roman"/>
                <a:cs typeface="Times New Roman"/>
              </a:rPr>
              <a:t>in </a:t>
            </a:r>
            <a:r>
              <a:rPr sz="1200" spc="-285" dirty="0">
                <a:latin typeface="Times New Roman"/>
                <a:cs typeface="Times New Roman"/>
              </a:rPr>
              <a:t> </a:t>
            </a:r>
            <a:r>
              <a:rPr sz="1200" spc="-5" dirty="0">
                <a:latin typeface="Times New Roman"/>
                <a:cs typeface="Times New Roman"/>
              </a:rPr>
              <a:t>system </a:t>
            </a:r>
            <a:r>
              <a:rPr sz="1200" spc="5" dirty="0">
                <a:latin typeface="Times New Roman"/>
                <a:cs typeface="Times New Roman"/>
              </a:rPr>
              <a:t>or </a:t>
            </a:r>
            <a:r>
              <a:rPr sz="1200" dirty="0">
                <a:latin typeface="Times New Roman"/>
                <a:cs typeface="Times New Roman"/>
              </a:rPr>
              <a:t>in other words, it means a detailed explanation </a:t>
            </a:r>
            <a:r>
              <a:rPr sz="1200" spc="5" dirty="0">
                <a:latin typeface="Times New Roman"/>
                <a:cs typeface="Times New Roman"/>
              </a:rPr>
              <a:t>or </a:t>
            </a:r>
            <a:r>
              <a:rPr sz="1200" dirty="0">
                <a:latin typeface="Times New Roman"/>
                <a:cs typeface="Times New Roman"/>
              </a:rPr>
              <a:t>description. Before </a:t>
            </a:r>
            <a:r>
              <a:rPr sz="1200" spc="-10" dirty="0">
                <a:latin typeface="Times New Roman"/>
                <a:cs typeface="Times New Roman"/>
              </a:rPr>
              <a:t>computerizing </a:t>
            </a:r>
            <a:r>
              <a:rPr sz="1200" spc="-29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under</a:t>
            </a:r>
            <a:r>
              <a:rPr sz="1200" spc="-30" dirty="0">
                <a:latin typeface="Times New Roman"/>
                <a:cs typeface="Times New Roman"/>
              </a:rPr>
              <a:t> </a:t>
            </a:r>
            <a:r>
              <a:rPr sz="1200" spc="-15" dirty="0">
                <a:latin typeface="Times New Roman"/>
                <a:cs typeface="Times New Roman"/>
              </a:rPr>
              <a:t>consideration,</a:t>
            </a:r>
            <a:r>
              <a:rPr sz="1200" spc="-3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spc="-10" dirty="0">
                <a:latin typeface="Times New Roman"/>
                <a:cs typeface="Times New Roman"/>
              </a:rPr>
              <a:t>has</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10" dirty="0">
                <a:latin typeface="Times New Roman"/>
                <a:cs typeface="Times New Roman"/>
              </a:rPr>
              <a:t>analyzed.</a:t>
            </a:r>
            <a:r>
              <a:rPr sz="1200" spc="-20" dirty="0">
                <a:latin typeface="Times New Roman"/>
                <a:cs typeface="Times New Roman"/>
              </a:rPr>
              <a:t> </a:t>
            </a:r>
            <a:r>
              <a:rPr sz="1200" spc="-55" dirty="0">
                <a:latin typeface="Times New Roman"/>
                <a:cs typeface="Times New Roman"/>
              </a:rPr>
              <a:t>We</a:t>
            </a:r>
            <a:r>
              <a:rPr sz="1200" spc="-80" dirty="0">
                <a:latin typeface="Times New Roman"/>
                <a:cs typeface="Times New Roman"/>
              </a:rPr>
              <a:t> </a:t>
            </a:r>
            <a:r>
              <a:rPr sz="1200" spc="-10" dirty="0">
                <a:latin typeface="Times New Roman"/>
                <a:cs typeface="Times New Roman"/>
              </a:rPr>
              <a:t>need</a:t>
            </a:r>
            <a:r>
              <a:rPr sz="1200" spc="-4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study</a:t>
            </a:r>
            <a:r>
              <a:rPr sz="1200" spc="-50" dirty="0">
                <a:latin typeface="Times New Roman"/>
                <a:cs typeface="Times New Roman"/>
              </a:rPr>
              <a:t> </a:t>
            </a:r>
            <a:r>
              <a:rPr sz="1200" dirty="0">
                <a:latin typeface="Times New Roman"/>
                <a:cs typeface="Times New Roman"/>
              </a:rPr>
              <a:t>how</a:t>
            </a:r>
            <a:r>
              <a:rPr sz="1200" spc="-25" dirty="0">
                <a:latin typeface="Times New Roman"/>
                <a:cs typeface="Times New Roman"/>
              </a:rPr>
              <a:t> </a:t>
            </a:r>
            <a:r>
              <a:rPr sz="1200" dirty="0">
                <a:latin typeface="Times New Roman"/>
                <a:cs typeface="Times New Roman"/>
              </a:rPr>
              <a:t>it</a:t>
            </a:r>
            <a:r>
              <a:rPr sz="1200" spc="-10" dirty="0">
                <a:latin typeface="Times New Roman"/>
                <a:cs typeface="Times New Roman"/>
              </a:rPr>
              <a:t> functions</a:t>
            </a:r>
            <a:r>
              <a:rPr sz="1200" spc="-15" dirty="0">
                <a:latin typeface="Times New Roman"/>
                <a:cs typeface="Times New Roman"/>
              </a:rPr>
              <a:t> currently, </a:t>
            </a:r>
            <a:r>
              <a:rPr sz="1200" spc="-290" dirty="0">
                <a:latin typeface="Times New Roman"/>
                <a:cs typeface="Times New Roman"/>
              </a:rPr>
              <a:t> </a:t>
            </a:r>
            <a:r>
              <a:rPr sz="1200" spc="-5" dirty="0">
                <a:latin typeface="Times New Roman"/>
                <a:cs typeface="Times New Roman"/>
              </a:rPr>
              <a:t>what</a:t>
            </a:r>
            <a:r>
              <a:rPr sz="1200" spc="-25" dirty="0">
                <a:latin typeface="Times New Roman"/>
                <a:cs typeface="Times New Roman"/>
              </a:rPr>
              <a:t> </a:t>
            </a:r>
            <a:r>
              <a:rPr sz="1200" spc="-5" dirty="0">
                <a:latin typeface="Times New Roman"/>
                <a:cs typeface="Times New Roman"/>
              </a:rPr>
              <a:t>are</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problems</a:t>
            </a:r>
            <a:r>
              <a:rPr sz="1200" spc="-1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what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requirements</a:t>
            </a:r>
            <a:r>
              <a:rPr sz="1200" spc="1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spc="-5" dirty="0">
                <a:latin typeface="Times New Roman"/>
                <a:cs typeface="Times New Roman"/>
              </a:rPr>
              <a:t>proposed</a:t>
            </a:r>
            <a:r>
              <a:rPr sz="1200" spc="-10" dirty="0">
                <a:latin typeface="Times New Roman"/>
                <a:cs typeface="Times New Roman"/>
              </a:rPr>
              <a:t> </a:t>
            </a:r>
            <a:r>
              <a:rPr sz="1200" spc="-5" dirty="0">
                <a:latin typeface="Times New Roman"/>
                <a:cs typeface="Times New Roman"/>
              </a:rPr>
              <a:t>software</a:t>
            </a:r>
            <a:r>
              <a:rPr sz="1200" spc="-15" dirty="0">
                <a:latin typeface="Times New Roman"/>
                <a:cs typeface="Times New Roman"/>
              </a:rPr>
              <a:t> </a:t>
            </a:r>
            <a:r>
              <a:rPr sz="1200" dirty="0">
                <a:latin typeface="Times New Roman"/>
                <a:cs typeface="Times New Roman"/>
              </a:rPr>
              <a:t>should</a:t>
            </a:r>
            <a:r>
              <a:rPr sz="1200" spc="-40" dirty="0">
                <a:latin typeface="Times New Roman"/>
                <a:cs typeface="Times New Roman"/>
              </a:rPr>
              <a:t> </a:t>
            </a:r>
            <a:r>
              <a:rPr sz="1200" spc="-15" dirty="0">
                <a:latin typeface="Times New Roman"/>
                <a:cs typeface="Times New Roman"/>
              </a:rPr>
              <a:t>meet.</a:t>
            </a:r>
            <a:endParaRPr sz="1200">
              <a:latin typeface="Times New Roman"/>
              <a:cs typeface="Times New Roman"/>
            </a:endParaRPr>
          </a:p>
          <a:p>
            <a:pPr>
              <a:lnSpc>
                <a:spcPct val="100000"/>
              </a:lnSpc>
              <a:spcBef>
                <a:spcPts val="20"/>
              </a:spcBef>
            </a:pPr>
            <a:endParaRPr sz="1650">
              <a:latin typeface="Times New Roman"/>
              <a:cs typeface="Times New Roman"/>
            </a:endParaRPr>
          </a:p>
          <a:p>
            <a:pPr marL="12700">
              <a:lnSpc>
                <a:spcPct val="100000"/>
              </a:lnSpc>
              <a:spcBef>
                <a:spcPts val="5"/>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main</a:t>
            </a:r>
            <a:r>
              <a:rPr sz="1200" spc="-25" dirty="0">
                <a:latin typeface="Times New Roman"/>
                <a:cs typeface="Times New Roman"/>
              </a:rPr>
              <a:t> </a:t>
            </a:r>
            <a:r>
              <a:rPr sz="1200" spc="-10" dirty="0">
                <a:latin typeface="Times New Roman"/>
                <a:cs typeface="Times New Roman"/>
              </a:rPr>
              <a:t>components</a:t>
            </a:r>
            <a:r>
              <a:rPr sz="1200" spc="-2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making</a:t>
            </a:r>
            <a:r>
              <a:rPr sz="1200" spc="-10" dirty="0">
                <a:latin typeface="Times New Roman"/>
                <a:cs typeface="Times New Roman"/>
              </a:rPr>
              <a:t> </a:t>
            </a:r>
            <a:r>
              <a:rPr sz="1200" spc="-5" dirty="0">
                <a:latin typeface="Times New Roman"/>
                <a:cs typeface="Times New Roman"/>
              </a:rPr>
              <a:t>software</a:t>
            </a:r>
            <a:r>
              <a:rPr sz="1200" spc="-15" dirty="0">
                <a:latin typeface="Times New Roman"/>
                <a:cs typeface="Times New Roman"/>
              </a:rPr>
              <a:t> </a:t>
            </a:r>
            <a:r>
              <a:rPr sz="1200" spc="-25" dirty="0">
                <a:latin typeface="Times New Roman"/>
                <a:cs typeface="Times New Roman"/>
              </a:rPr>
              <a:t>are:</a:t>
            </a:r>
            <a:endParaRPr sz="1200">
              <a:latin typeface="Times New Roman"/>
              <a:cs typeface="Times New Roman"/>
            </a:endParaRPr>
          </a:p>
          <a:p>
            <a:pPr>
              <a:lnSpc>
                <a:spcPct val="100000"/>
              </a:lnSpc>
              <a:spcBef>
                <a:spcPts val="20"/>
              </a:spcBef>
            </a:pPr>
            <a:endParaRPr sz="1400">
              <a:latin typeface="Times New Roman"/>
              <a:cs typeface="Times New Roman"/>
            </a:endParaRPr>
          </a:p>
          <a:p>
            <a:pPr marL="478790" lvl="1" indent="-229235">
              <a:lnSpc>
                <a:spcPct val="100000"/>
              </a:lnSpc>
              <a:buFont typeface="Arial MT"/>
              <a:buChar char="●"/>
              <a:tabLst>
                <a:tab pos="478790" algn="l"/>
                <a:tab pos="479425" algn="l"/>
              </a:tabLst>
            </a:pPr>
            <a:r>
              <a:rPr sz="1200" spc="-10" dirty="0">
                <a:latin typeface="Times New Roman"/>
                <a:cs typeface="Times New Roman"/>
              </a:rPr>
              <a:t>System</a:t>
            </a:r>
            <a:r>
              <a:rPr sz="1200" spc="2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software</a:t>
            </a:r>
            <a:r>
              <a:rPr sz="1200" dirty="0">
                <a:latin typeface="Times New Roman"/>
                <a:cs typeface="Times New Roman"/>
              </a:rPr>
              <a:t> </a:t>
            </a:r>
            <a:r>
              <a:rPr sz="1200" spc="-15" dirty="0">
                <a:latin typeface="Times New Roman"/>
                <a:cs typeface="Times New Roman"/>
              </a:rPr>
              <a:t>requirements</a:t>
            </a:r>
            <a:r>
              <a:rPr sz="1200" spc="20" dirty="0">
                <a:latin typeface="Times New Roman"/>
                <a:cs typeface="Times New Roman"/>
              </a:rPr>
              <a:t> </a:t>
            </a:r>
            <a:r>
              <a:rPr sz="1200" spc="-20" dirty="0">
                <a:latin typeface="Times New Roman"/>
                <a:cs typeface="Times New Roman"/>
              </a:rPr>
              <a:t>analysis</a:t>
            </a:r>
            <a:endParaRPr sz="1200">
              <a:latin typeface="Times New Roman"/>
              <a:cs typeface="Times New Roman"/>
            </a:endParaRPr>
          </a:p>
          <a:p>
            <a:pPr marL="478790" lvl="1" indent="-229235">
              <a:lnSpc>
                <a:spcPct val="100000"/>
              </a:lnSpc>
              <a:spcBef>
                <a:spcPts val="900"/>
              </a:spcBef>
              <a:buFont typeface="Arial MT"/>
              <a:buChar char="●"/>
              <a:tabLst>
                <a:tab pos="478790" algn="l"/>
                <a:tab pos="479425" algn="l"/>
              </a:tabLst>
            </a:pPr>
            <a:r>
              <a:rPr sz="1200" spc="-5" dirty="0">
                <a:latin typeface="Times New Roman"/>
                <a:cs typeface="Times New Roman"/>
              </a:rPr>
              <a:t>Design</a:t>
            </a:r>
            <a:r>
              <a:rPr sz="1200" spc="-2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implement</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5" dirty="0">
                <a:latin typeface="Times New Roman"/>
                <a:cs typeface="Times New Roman"/>
              </a:rPr>
              <a:t>software</a:t>
            </a:r>
            <a:endParaRPr sz="1200">
              <a:latin typeface="Times New Roman"/>
              <a:cs typeface="Times New Roman"/>
            </a:endParaRPr>
          </a:p>
          <a:p>
            <a:pPr marL="480059" lvl="1" indent="-230504" algn="just">
              <a:lnSpc>
                <a:spcPct val="100000"/>
              </a:lnSpc>
              <a:spcBef>
                <a:spcPts val="900"/>
              </a:spcBef>
              <a:buFont typeface="Arial MT"/>
              <a:buChar char="●"/>
              <a:tabLst>
                <a:tab pos="480695" algn="l"/>
              </a:tabLst>
            </a:pPr>
            <a:r>
              <a:rPr sz="1200" spc="-5" dirty="0">
                <a:latin typeface="Times New Roman"/>
                <a:cs typeface="Times New Roman"/>
              </a:rPr>
              <a:t>Ensuring,</a:t>
            </a:r>
            <a:r>
              <a:rPr sz="1200" spc="-20" dirty="0">
                <a:latin typeface="Times New Roman"/>
                <a:cs typeface="Times New Roman"/>
              </a:rPr>
              <a:t> </a:t>
            </a:r>
            <a:r>
              <a:rPr sz="1200" spc="-10" dirty="0">
                <a:latin typeface="Times New Roman"/>
                <a:cs typeface="Times New Roman"/>
              </a:rPr>
              <a:t>verifying</a:t>
            </a:r>
            <a:r>
              <a:rPr sz="1200" spc="1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dirty="0">
                <a:latin typeface="Times New Roman"/>
                <a:cs typeface="Times New Roman"/>
              </a:rPr>
              <a:t>maintaining</a:t>
            </a:r>
            <a:r>
              <a:rPr sz="1200" spc="-35" dirty="0">
                <a:latin typeface="Times New Roman"/>
                <a:cs typeface="Times New Roman"/>
              </a:rPr>
              <a:t> </a:t>
            </a:r>
            <a:r>
              <a:rPr sz="1200" spc="-5" dirty="0">
                <a:latin typeface="Times New Roman"/>
                <a:cs typeface="Times New Roman"/>
              </a:rPr>
              <a:t>software</a:t>
            </a:r>
            <a:r>
              <a:rPr sz="1200" spc="-30" dirty="0">
                <a:latin typeface="Times New Roman"/>
                <a:cs typeface="Times New Roman"/>
              </a:rPr>
              <a:t> </a:t>
            </a:r>
            <a:r>
              <a:rPr sz="1200" spc="-15" dirty="0">
                <a:latin typeface="Times New Roman"/>
                <a:cs typeface="Times New Roman"/>
              </a:rPr>
              <a:t>integrity</a:t>
            </a:r>
            <a:endParaRPr sz="1200">
              <a:latin typeface="Times New Roman"/>
              <a:cs typeface="Times New Roman"/>
            </a:endParaRPr>
          </a:p>
          <a:p>
            <a:pPr marL="12700" marR="8255" indent="457200" algn="just">
              <a:lnSpc>
                <a:spcPct val="155000"/>
              </a:lnSpc>
              <a:spcBef>
                <a:spcPts val="530"/>
              </a:spcBef>
            </a:pPr>
            <a:r>
              <a:rPr sz="1200" dirty="0">
                <a:latin typeface="Times New Roman"/>
                <a:cs typeface="Times New Roman"/>
              </a:rPr>
              <a:t>The </a:t>
            </a:r>
            <a:r>
              <a:rPr sz="1200" spc="-5" dirty="0">
                <a:latin typeface="Times New Roman"/>
                <a:cs typeface="Times New Roman"/>
              </a:rPr>
              <a:t>first </a:t>
            </a:r>
            <a:r>
              <a:rPr sz="1200" dirty="0">
                <a:latin typeface="Times New Roman"/>
                <a:cs typeface="Times New Roman"/>
              </a:rPr>
              <a:t>step in the </a:t>
            </a:r>
            <a:r>
              <a:rPr sz="1200" spc="-5" dirty="0">
                <a:latin typeface="Times New Roman"/>
                <a:cs typeface="Times New Roman"/>
              </a:rPr>
              <a:t>system </a:t>
            </a:r>
            <a:r>
              <a:rPr sz="1200" spc="5" dirty="0">
                <a:latin typeface="Times New Roman"/>
                <a:cs typeface="Times New Roman"/>
              </a:rPr>
              <a:t>study </a:t>
            </a:r>
            <a:r>
              <a:rPr sz="1200" dirty="0">
                <a:latin typeface="Times New Roman"/>
                <a:cs typeface="Times New Roman"/>
              </a:rPr>
              <a:t>includes </a:t>
            </a:r>
            <a:r>
              <a:rPr sz="1200" spc="-5" dirty="0">
                <a:latin typeface="Times New Roman"/>
                <a:cs typeface="Times New Roman"/>
              </a:rPr>
              <a:t>analysis </a:t>
            </a:r>
            <a:r>
              <a:rPr sz="1200" dirty="0">
                <a:latin typeface="Times New Roman"/>
                <a:cs typeface="Times New Roman"/>
              </a:rPr>
              <a:t>of the </a:t>
            </a:r>
            <a:r>
              <a:rPr sz="1200" spc="-5" dirty="0">
                <a:latin typeface="Times New Roman"/>
                <a:cs typeface="Times New Roman"/>
              </a:rPr>
              <a:t>system. System </a:t>
            </a:r>
            <a:r>
              <a:rPr sz="1200" spc="-15" dirty="0">
                <a:latin typeface="Times New Roman"/>
                <a:cs typeface="Times New Roman"/>
              </a:rPr>
              <a:t>analysis </a:t>
            </a:r>
            <a:r>
              <a:rPr sz="1200" spc="-10" dirty="0">
                <a:latin typeface="Times New Roman"/>
                <a:cs typeface="Times New Roman"/>
              </a:rPr>
              <a:t> </a:t>
            </a:r>
            <a:r>
              <a:rPr sz="1200" spc="-5" dirty="0">
                <a:latin typeface="Times New Roman"/>
                <a:cs typeface="Times New Roman"/>
              </a:rPr>
              <a:t>involves </a:t>
            </a:r>
            <a:r>
              <a:rPr sz="1200" dirty="0">
                <a:latin typeface="Times New Roman"/>
                <a:cs typeface="Times New Roman"/>
              </a:rPr>
              <a:t>studying the </a:t>
            </a:r>
            <a:r>
              <a:rPr sz="1200" spc="5" dirty="0">
                <a:latin typeface="Times New Roman"/>
                <a:cs typeface="Times New Roman"/>
              </a:rPr>
              <a:t>way </a:t>
            </a:r>
            <a:r>
              <a:rPr sz="1200" spc="-5" dirty="0">
                <a:latin typeface="Times New Roman"/>
                <a:cs typeface="Times New Roman"/>
              </a:rPr>
              <a:t>an </a:t>
            </a:r>
            <a:r>
              <a:rPr sz="1200" dirty="0">
                <a:latin typeface="Times New Roman"/>
                <a:cs typeface="Times New Roman"/>
              </a:rPr>
              <a:t>organization currently receives </a:t>
            </a:r>
            <a:r>
              <a:rPr sz="1200" spc="-5" dirty="0">
                <a:latin typeface="Times New Roman"/>
                <a:cs typeface="Times New Roman"/>
              </a:rPr>
              <a:t>and </a:t>
            </a:r>
            <a:r>
              <a:rPr sz="1200" dirty="0">
                <a:latin typeface="Times New Roman"/>
                <a:cs typeface="Times New Roman"/>
              </a:rPr>
              <a:t>processes </a:t>
            </a:r>
            <a:r>
              <a:rPr sz="1200" spc="-5" dirty="0">
                <a:latin typeface="Times New Roman"/>
                <a:cs typeface="Times New Roman"/>
              </a:rPr>
              <a:t>data </a:t>
            </a:r>
            <a:r>
              <a:rPr sz="1200" dirty="0">
                <a:latin typeface="Times New Roman"/>
                <a:cs typeface="Times New Roman"/>
              </a:rPr>
              <a:t>to </a:t>
            </a:r>
            <a:r>
              <a:rPr sz="1200" spc="-10" dirty="0">
                <a:latin typeface="Times New Roman"/>
                <a:cs typeface="Times New Roman"/>
              </a:rPr>
              <a:t>produce </a:t>
            </a:r>
            <a:r>
              <a:rPr sz="1200" spc="-5" dirty="0">
                <a:latin typeface="Times New Roman"/>
                <a:cs typeface="Times New Roman"/>
              </a:rPr>
              <a:t> </a:t>
            </a:r>
            <a:r>
              <a:rPr sz="1200" dirty="0">
                <a:latin typeface="Times New Roman"/>
                <a:cs typeface="Times New Roman"/>
              </a:rPr>
              <a:t>information with the </a:t>
            </a:r>
            <a:r>
              <a:rPr sz="1200" spc="-5" dirty="0">
                <a:latin typeface="Times New Roman"/>
                <a:cs typeface="Times New Roman"/>
              </a:rPr>
              <a:t>goal </a:t>
            </a:r>
            <a:r>
              <a:rPr sz="1200" dirty="0">
                <a:latin typeface="Times New Roman"/>
                <a:cs typeface="Times New Roman"/>
              </a:rPr>
              <a:t>of </a:t>
            </a:r>
            <a:r>
              <a:rPr sz="1200" spc="-10" dirty="0">
                <a:latin typeface="Times New Roman"/>
                <a:cs typeface="Times New Roman"/>
              </a:rPr>
              <a:t>determining </a:t>
            </a:r>
            <a:r>
              <a:rPr sz="1200" dirty="0">
                <a:latin typeface="Times New Roman"/>
                <a:cs typeface="Times New Roman"/>
              </a:rPr>
              <a:t>how to make it </a:t>
            </a:r>
            <a:r>
              <a:rPr sz="1200" spc="-5" dirty="0">
                <a:latin typeface="Times New Roman"/>
                <a:cs typeface="Times New Roman"/>
              </a:rPr>
              <a:t>work </a:t>
            </a:r>
            <a:r>
              <a:rPr sz="1200" spc="-10" dirty="0">
                <a:latin typeface="Times New Roman"/>
                <a:cs typeface="Times New Roman"/>
              </a:rPr>
              <a:t>better. </a:t>
            </a:r>
            <a:r>
              <a:rPr sz="1200" dirty="0">
                <a:latin typeface="Times New Roman"/>
                <a:cs typeface="Times New Roman"/>
              </a:rPr>
              <a:t>System analysis </a:t>
            </a:r>
            <a:r>
              <a:rPr sz="1200" spc="-10" dirty="0">
                <a:latin typeface="Times New Roman"/>
                <a:cs typeface="Times New Roman"/>
              </a:rPr>
              <a:t>includes </a:t>
            </a:r>
            <a:r>
              <a:rPr sz="1200" spc="-285" dirty="0">
                <a:latin typeface="Times New Roman"/>
                <a:cs typeface="Times New Roman"/>
              </a:rPr>
              <a:t> </a:t>
            </a:r>
            <a:r>
              <a:rPr sz="1200" dirty="0">
                <a:latin typeface="Times New Roman"/>
                <a:cs typeface="Times New Roman"/>
              </a:rPr>
              <a:t>both a </a:t>
            </a:r>
            <a:r>
              <a:rPr sz="1200" spc="-5" dirty="0">
                <a:latin typeface="Times New Roman"/>
                <a:cs typeface="Times New Roman"/>
              </a:rPr>
              <a:t>preliminary and </a:t>
            </a:r>
            <a:r>
              <a:rPr sz="1200" dirty="0">
                <a:latin typeface="Times New Roman"/>
                <a:cs typeface="Times New Roman"/>
              </a:rPr>
              <a:t>a detailed stage. During preliminary </a:t>
            </a:r>
            <a:r>
              <a:rPr sz="1200" spc="-5" dirty="0">
                <a:latin typeface="Times New Roman"/>
                <a:cs typeface="Times New Roman"/>
              </a:rPr>
              <a:t>analysis </a:t>
            </a:r>
            <a:r>
              <a:rPr sz="1200" dirty="0">
                <a:latin typeface="Times New Roman"/>
                <a:cs typeface="Times New Roman"/>
              </a:rPr>
              <a:t>the </a:t>
            </a:r>
            <a:r>
              <a:rPr sz="1200" spc="-5" dirty="0">
                <a:latin typeface="Times New Roman"/>
                <a:cs typeface="Times New Roman"/>
              </a:rPr>
              <a:t>analysts takes </a:t>
            </a:r>
            <a:r>
              <a:rPr sz="1200" dirty="0">
                <a:latin typeface="Times New Roman"/>
                <a:cs typeface="Times New Roman"/>
              </a:rPr>
              <a:t>a </a:t>
            </a:r>
            <a:r>
              <a:rPr sz="1200" spc="-10" dirty="0">
                <a:latin typeface="Times New Roman"/>
                <a:cs typeface="Times New Roman"/>
              </a:rPr>
              <a:t>quick </a:t>
            </a:r>
            <a:r>
              <a:rPr sz="1200" spc="-5" dirty="0">
                <a:latin typeface="Times New Roman"/>
                <a:cs typeface="Times New Roman"/>
              </a:rPr>
              <a:t> </a:t>
            </a:r>
            <a:r>
              <a:rPr sz="1200" dirty="0">
                <a:latin typeface="Times New Roman"/>
                <a:cs typeface="Times New Roman"/>
              </a:rPr>
              <a:t>look </a:t>
            </a:r>
            <a:r>
              <a:rPr sz="1200" spc="-5" dirty="0">
                <a:latin typeface="Times New Roman"/>
                <a:cs typeface="Times New Roman"/>
              </a:rPr>
              <a:t>at what is </a:t>
            </a:r>
            <a:r>
              <a:rPr sz="1200" dirty="0">
                <a:latin typeface="Times New Roman"/>
                <a:cs typeface="Times New Roman"/>
              </a:rPr>
              <a:t>needed and </a:t>
            </a:r>
            <a:r>
              <a:rPr sz="1200" spc="-5" dirty="0">
                <a:latin typeface="Times New Roman"/>
                <a:cs typeface="Times New Roman"/>
              </a:rPr>
              <a:t>whether </a:t>
            </a:r>
            <a:r>
              <a:rPr sz="1200" dirty="0">
                <a:latin typeface="Times New Roman"/>
                <a:cs typeface="Times New Roman"/>
              </a:rPr>
              <a:t>it benefits the perceived want. Detailed analysis </a:t>
            </a:r>
            <a:r>
              <a:rPr sz="1200" spc="-10" dirty="0">
                <a:latin typeface="Times New Roman"/>
                <a:cs typeface="Times New Roman"/>
              </a:rPr>
              <a:t>includes </a:t>
            </a:r>
            <a:r>
              <a:rPr sz="1200" spc="-5" dirty="0">
                <a:latin typeface="Times New Roman"/>
                <a:cs typeface="Times New Roman"/>
              </a:rPr>
              <a:t> an</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5" dirty="0">
                <a:latin typeface="Times New Roman"/>
                <a:cs typeface="Times New Roman"/>
              </a:rPr>
              <a:t>depth</a:t>
            </a:r>
            <a:r>
              <a:rPr sz="1200" spc="-10" dirty="0">
                <a:latin typeface="Times New Roman"/>
                <a:cs typeface="Times New Roman"/>
              </a:rPr>
              <a:t> </a:t>
            </a:r>
            <a:r>
              <a:rPr sz="1200" dirty="0">
                <a:latin typeface="Times New Roman"/>
                <a:cs typeface="Times New Roman"/>
              </a:rPr>
              <a:t>look</a:t>
            </a:r>
            <a:r>
              <a:rPr sz="1200" spc="-5" dirty="0">
                <a:latin typeface="Times New Roman"/>
                <a:cs typeface="Times New Roman"/>
              </a:rPr>
              <a:t> at</a:t>
            </a:r>
            <a:r>
              <a:rPr sz="1200" spc="-10" dirty="0">
                <a:latin typeface="Times New Roman"/>
                <a:cs typeface="Times New Roman"/>
              </a:rPr>
              <a:t> </a:t>
            </a:r>
            <a:r>
              <a:rPr sz="1200" spc="-5" dirty="0">
                <a:latin typeface="Times New Roman"/>
                <a:cs typeface="Times New Roman"/>
              </a:rPr>
              <a:t>what is</a:t>
            </a:r>
            <a:r>
              <a:rPr sz="1200" spc="-25" dirty="0">
                <a:latin typeface="Times New Roman"/>
                <a:cs typeface="Times New Roman"/>
              </a:rPr>
              <a:t> </a:t>
            </a:r>
            <a:r>
              <a:rPr sz="1200" spc="-5" dirty="0">
                <a:latin typeface="Times New Roman"/>
                <a:cs typeface="Times New Roman"/>
              </a:rPr>
              <a:t>wanted</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15" dirty="0">
                <a:latin typeface="Times New Roman"/>
                <a:cs typeface="Times New Roman"/>
              </a:rPr>
              <a:t>contains </a:t>
            </a:r>
            <a:r>
              <a:rPr sz="1200" dirty="0">
                <a:latin typeface="Times New Roman"/>
                <a:cs typeface="Times New Roman"/>
              </a:rPr>
              <a:t>more</a:t>
            </a:r>
            <a:r>
              <a:rPr sz="1200" spc="-15" dirty="0">
                <a:latin typeface="Times New Roman"/>
                <a:cs typeface="Times New Roman"/>
              </a:rPr>
              <a:t> </a:t>
            </a:r>
            <a:r>
              <a:rPr sz="1200" spc="-5" dirty="0">
                <a:latin typeface="Times New Roman"/>
                <a:cs typeface="Times New Roman"/>
              </a:rPr>
              <a:t>refined</a:t>
            </a:r>
            <a:r>
              <a:rPr sz="1200" spc="10" dirty="0">
                <a:latin typeface="Times New Roman"/>
                <a:cs typeface="Times New Roman"/>
              </a:rPr>
              <a:t> </a:t>
            </a:r>
            <a:r>
              <a:rPr sz="1200" spc="-5" dirty="0">
                <a:latin typeface="Times New Roman"/>
                <a:cs typeface="Times New Roman"/>
              </a:rPr>
              <a:t>cost and</a:t>
            </a:r>
            <a:r>
              <a:rPr sz="1200" spc="-15" dirty="0">
                <a:latin typeface="Times New Roman"/>
                <a:cs typeface="Times New Roman"/>
              </a:rPr>
              <a:t> </a:t>
            </a:r>
            <a:r>
              <a:rPr sz="1200" spc="-5" dirty="0">
                <a:latin typeface="Times New Roman"/>
                <a:cs typeface="Times New Roman"/>
              </a:rPr>
              <a:t>benefits </a:t>
            </a:r>
            <a:r>
              <a:rPr sz="1200" spc="-15" dirty="0">
                <a:latin typeface="Times New Roman"/>
                <a:cs typeface="Times New Roman"/>
              </a:rPr>
              <a:t>studies.</a:t>
            </a:r>
            <a:endParaRPr sz="1200">
              <a:latin typeface="Times New Roman"/>
              <a:cs typeface="Times New Roman"/>
            </a:endParaRPr>
          </a:p>
          <a:p>
            <a:pPr marL="12700" marR="5715" indent="457200" algn="just">
              <a:lnSpc>
                <a:spcPct val="152900"/>
              </a:lnSpc>
              <a:spcBef>
                <a:spcPts val="810"/>
              </a:spcBef>
            </a:pPr>
            <a:r>
              <a:rPr sz="1200" dirty="0">
                <a:latin typeface="Times New Roman"/>
                <a:cs typeface="Times New Roman"/>
              </a:rPr>
              <a:t>The preliminary </a:t>
            </a:r>
            <a:r>
              <a:rPr sz="1200" spc="-5" dirty="0">
                <a:latin typeface="Times New Roman"/>
                <a:cs typeface="Times New Roman"/>
              </a:rPr>
              <a:t>analysis begins when </a:t>
            </a:r>
            <a:r>
              <a:rPr sz="1200" dirty="0">
                <a:latin typeface="Times New Roman"/>
                <a:cs typeface="Times New Roman"/>
              </a:rPr>
              <a:t>someone perceives a problem, modification </a:t>
            </a:r>
            <a:r>
              <a:rPr sz="1200" spc="-10" dirty="0">
                <a:latin typeface="Times New Roman"/>
                <a:cs typeface="Times New Roman"/>
              </a:rPr>
              <a:t>to </a:t>
            </a:r>
            <a:r>
              <a:rPr sz="1200" spc="-5" dirty="0">
                <a:latin typeface="Times New Roman"/>
                <a:cs typeface="Times New Roman"/>
              </a:rPr>
              <a:t> an </a:t>
            </a:r>
            <a:r>
              <a:rPr sz="1200" dirty="0">
                <a:latin typeface="Times New Roman"/>
                <a:cs typeface="Times New Roman"/>
              </a:rPr>
              <a:t>existing </a:t>
            </a:r>
            <a:r>
              <a:rPr sz="1200" spc="-5" dirty="0">
                <a:latin typeface="Times New Roman"/>
                <a:cs typeface="Times New Roman"/>
              </a:rPr>
              <a:t>system, </a:t>
            </a:r>
            <a:r>
              <a:rPr sz="1200" dirty="0">
                <a:latin typeface="Times New Roman"/>
                <a:cs typeface="Times New Roman"/>
              </a:rPr>
              <a:t>repairs to </a:t>
            </a:r>
            <a:r>
              <a:rPr sz="1200" spc="-5" dirty="0">
                <a:latin typeface="Times New Roman"/>
                <a:cs typeface="Times New Roman"/>
              </a:rPr>
              <a:t>an </a:t>
            </a:r>
            <a:r>
              <a:rPr sz="1200" dirty="0">
                <a:latin typeface="Times New Roman"/>
                <a:cs typeface="Times New Roman"/>
              </a:rPr>
              <a:t>existing </a:t>
            </a:r>
            <a:r>
              <a:rPr sz="1200" spc="-5" dirty="0">
                <a:latin typeface="Times New Roman"/>
                <a:cs typeface="Times New Roman"/>
              </a:rPr>
              <a:t>system </a:t>
            </a:r>
            <a:r>
              <a:rPr sz="1200" dirty="0">
                <a:latin typeface="Times New Roman"/>
                <a:cs typeface="Times New Roman"/>
              </a:rPr>
              <a:t>or demands </a:t>
            </a:r>
            <a:r>
              <a:rPr sz="1200" spc="-5" dirty="0">
                <a:latin typeface="Times New Roman"/>
                <a:cs typeface="Times New Roman"/>
              </a:rPr>
              <a:t>an </a:t>
            </a:r>
            <a:r>
              <a:rPr sz="1200" dirty="0">
                <a:latin typeface="Times New Roman"/>
                <a:cs typeface="Times New Roman"/>
              </a:rPr>
              <a:t>entirely </a:t>
            </a:r>
            <a:r>
              <a:rPr sz="1200" spc="-5" dirty="0">
                <a:latin typeface="Times New Roman"/>
                <a:cs typeface="Times New Roman"/>
              </a:rPr>
              <a:t>new system.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analyst </a:t>
            </a:r>
            <a:r>
              <a:rPr sz="1200" dirty="0">
                <a:latin typeface="Times New Roman"/>
                <a:cs typeface="Times New Roman"/>
              </a:rPr>
              <a:t>summarizes the </a:t>
            </a:r>
            <a:r>
              <a:rPr sz="1200" spc="-5" dirty="0">
                <a:latin typeface="Times New Roman"/>
                <a:cs typeface="Times New Roman"/>
              </a:rPr>
              <a:t>gained </a:t>
            </a:r>
            <a:r>
              <a:rPr sz="1200" dirty="0">
                <a:latin typeface="Times New Roman"/>
                <a:cs typeface="Times New Roman"/>
              </a:rPr>
              <a:t>information, including </a:t>
            </a:r>
            <a:r>
              <a:rPr sz="1200" spc="-5" dirty="0">
                <a:latin typeface="Times New Roman"/>
                <a:cs typeface="Times New Roman"/>
              </a:rPr>
              <a:t>personal </a:t>
            </a:r>
            <a:r>
              <a:rPr sz="1200" dirty="0">
                <a:latin typeface="Times New Roman"/>
                <a:cs typeface="Times New Roman"/>
              </a:rPr>
              <a:t>requirements </a:t>
            </a:r>
            <a:r>
              <a:rPr sz="1200" spc="-5" dirty="0">
                <a:latin typeface="Times New Roman"/>
                <a:cs typeface="Times New Roman"/>
              </a:rPr>
              <a:t>and </a:t>
            </a:r>
            <a:r>
              <a:rPr sz="1200" spc="-10" dirty="0">
                <a:latin typeface="Times New Roman"/>
                <a:cs typeface="Times New Roman"/>
              </a:rPr>
              <a:t>potential </a:t>
            </a:r>
            <a:r>
              <a:rPr sz="1200" spc="-5" dirty="0">
                <a:latin typeface="Times New Roman"/>
                <a:cs typeface="Times New Roman"/>
              </a:rPr>
              <a:t> </a:t>
            </a:r>
            <a:r>
              <a:rPr sz="1200" dirty="0">
                <a:latin typeface="Times New Roman"/>
                <a:cs typeface="Times New Roman"/>
              </a:rPr>
              <a:t>benefits of the new </a:t>
            </a:r>
            <a:r>
              <a:rPr sz="1200" spc="-5" dirty="0">
                <a:latin typeface="Times New Roman"/>
                <a:cs typeface="Times New Roman"/>
              </a:rPr>
              <a:t>system </a:t>
            </a:r>
            <a:r>
              <a:rPr sz="1200" dirty="0">
                <a:latin typeface="Times New Roman"/>
                <a:cs typeface="Times New Roman"/>
              </a:rPr>
              <a:t>in formal report called the preliminary report. Detailed </a:t>
            </a:r>
            <a:r>
              <a:rPr sz="1200" spc="-10" dirty="0">
                <a:latin typeface="Times New Roman"/>
                <a:cs typeface="Times New Roman"/>
              </a:rPr>
              <a:t>analysis </a:t>
            </a:r>
            <a:r>
              <a:rPr sz="1200" spc="-5" dirty="0">
                <a:latin typeface="Times New Roman"/>
                <a:cs typeface="Times New Roman"/>
              </a:rPr>
              <a:t> </a:t>
            </a:r>
            <a:r>
              <a:rPr sz="1200" dirty="0">
                <a:latin typeface="Times New Roman"/>
                <a:cs typeface="Times New Roman"/>
              </a:rPr>
              <a:t>expands the preliminary </a:t>
            </a:r>
            <a:r>
              <a:rPr sz="1200" spc="-5" dirty="0">
                <a:latin typeface="Times New Roman"/>
                <a:cs typeface="Times New Roman"/>
              </a:rPr>
              <a:t>efforts </a:t>
            </a:r>
            <a:r>
              <a:rPr sz="1200" dirty="0">
                <a:latin typeface="Times New Roman"/>
                <a:cs typeface="Times New Roman"/>
              </a:rPr>
              <a:t>to include the complete analysis of </a:t>
            </a:r>
            <a:r>
              <a:rPr sz="1200" spc="-5" dirty="0">
                <a:latin typeface="Times New Roman"/>
                <a:cs typeface="Times New Roman"/>
              </a:rPr>
              <a:t>all </a:t>
            </a:r>
            <a:r>
              <a:rPr sz="1200" dirty="0">
                <a:latin typeface="Times New Roman"/>
                <a:cs typeface="Times New Roman"/>
              </a:rPr>
              <a:t>possible </a:t>
            </a:r>
            <a:r>
              <a:rPr sz="1200" spc="-10" dirty="0">
                <a:latin typeface="Times New Roman"/>
                <a:cs typeface="Times New Roman"/>
              </a:rPr>
              <a:t>alternative </a:t>
            </a:r>
            <a:r>
              <a:rPr sz="1200" spc="-5" dirty="0">
                <a:latin typeface="Times New Roman"/>
                <a:cs typeface="Times New Roman"/>
              </a:rPr>
              <a:t> </a:t>
            </a:r>
            <a:r>
              <a:rPr sz="1200" dirty="0">
                <a:latin typeface="Times New Roman"/>
                <a:cs typeface="Times New Roman"/>
              </a:rPr>
              <a:t>solutions to the problem </a:t>
            </a:r>
            <a:r>
              <a:rPr sz="1200" spc="-5" dirty="0">
                <a:latin typeface="Times New Roman"/>
                <a:cs typeface="Times New Roman"/>
              </a:rPr>
              <a:t>and </a:t>
            </a:r>
            <a:r>
              <a:rPr sz="1200" dirty="0">
                <a:latin typeface="Times New Roman"/>
                <a:cs typeface="Times New Roman"/>
              </a:rPr>
              <a:t>complete expansion of what appears to </a:t>
            </a:r>
            <a:r>
              <a:rPr sz="1200" spc="5" dirty="0">
                <a:latin typeface="Times New Roman"/>
                <a:cs typeface="Times New Roman"/>
              </a:rPr>
              <a:t>be </a:t>
            </a:r>
            <a:r>
              <a:rPr sz="1200" dirty="0">
                <a:latin typeface="Times New Roman"/>
                <a:cs typeface="Times New Roman"/>
              </a:rPr>
              <a:t>the most </a:t>
            </a:r>
            <a:r>
              <a:rPr sz="1200" spc="-10" dirty="0">
                <a:latin typeface="Times New Roman"/>
                <a:cs typeface="Times New Roman"/>
              </a:rPr>
              <a:t>practical </a:t>
            </a:r>
            <a:r>
              <a:rPr sz="1200" spc="-5" dirty="0">
                <a:latin typeface="Times New Roman"/>
                <a:cs typeface="Times New Roman"/>
              </a:rPr>
              <a:t> </a:t>
            </a:r>
            <a:r>
              <a:rPr sz="1200" spc="-15" dirty="0">
                <a:latin typeface="Times New Roman"/>
                <a:cs typeface="Times New Roman"/>
              </a:rPr>
              <a:t>solution.</a:t>
            </a:r>
            <a:endParaRPr sz="1200">
              <a:latin typeface="Times New Roman"/>
              <a:cs typeface="Times New Roman"/>
            </a:endParaRPr>
          </a:p>
          <a:p>
            <a:pPr>
              <a:lnSpc>
                <a:spcPct val="100000"/>
              </a:lnSpc>
              <a:spcBef>
                <a:spcPts val="30"/>
              </a:spcBef>
            </a:pPr>
            <a:endParaRPr sz="1800">
              <a:latin typeface="Times New Roman"/>
              <a:cs typeface="Times New Roman"/>
            </a:endParaRPr>
          </a:p>
          <a:p>
            <a:pPr marL="280670" indent="-268605" algn="just">
              <a:lnSpc>
                <a:spcPct val="100000"/>
              </a:lnSpc>
              <a:spcBef>
                <a:spcPts val="5"/>
              </a:spcBef>
              <a:buAutoNum type="arabicPeriod" startAt="2"/>
              <a:tabLst>
                <a:tab pos="281305" algn="l"/>
              </a:tabLst>
            </a:pPr>
            <a:r>
              <a:rPr sz="1400" b="1" dirty="0">
                <a:latin typeface="Times New Roman"/>
                <a:cs typeface="Times New Roman"/>
              </a:rPr>
              <a:t>Existing</a:t>
            </a:r>
            <a:r>
              <a:rPr sz="1400" b="1" spc="-100" dirty="0">
                <a:latin typeface="Times New Roman"/>
                <a:cs typeface="Times New Roman"/>
              </a:rPr>
              <a:t> </a:t>
            </a:r>
            <a:r>
              <a:rPr sz="1400" b="1" spc="-15" dirty="0">
                <a:latin typeface="Times New Roman"/>
                <a:cs typeface="Times New Roman"/>
              </a:rPr>
              <a:t>S</a:t>
            </a:r>
            <a:r>
              <a:rPr sz="1400" b="1" spc="-10" dirty="0">
                <a:latin typeface="Times New Roman"/>
                <a:cs typeface="Times New Roman"/>
              </a:rPr>
              <a:t>ys</a:t>
            </a:r>
            <a:r>
              <a:rPr sz="1400" b="1" spc="-15" dirty="0">
                <a:latin typeface="Times New Roman"/>
                <a:cs typeface="Times New Roman"/>
              </a:rPr>
              <a:t>te</a:t>
            </a:r>
            <a:r>
              <a:rPr sz="1400" b="1" dirty="0">
                <a:latin typeface="Times New Roman"/>
                <a:cs typeface="Times New Roman"/>
              </a:rPr>
              <a:t>m</a:t>
            </a:r>
            <a:endParaRPr sz="1400">
              <a:latin typeface="Times New Roman"/>
              <a:cs typeface="Times New Roman"/>
            </a:endParaRPr>
          </a:p>
          <a:p>
            <a:pPr marL="12700" marR="5715" indent="457200" algn="just">
              <a:lnSpc>
                <a:spcPct val="155100"/>
              </a:lnSpc>
              <a:spcBef>
                <a:spcPts val="425"/>
              </a:spcBef>
            </a:pPr>
            <a:r>
              <a:rPr sz="1200" spc="-5" dirty="0">
                <a:latin typeface="Times New Roman"/>
                <a:cs typeface="Times New Roman"/>
              </a:rPr>
              <a:t>The</a:t>
            </a:r>
            <a:r>
              <a:rPr sz="1200" spc="25" dirty="0">
                <a:latin typeface="Times New Roman"/>
                <a:cs typeface="Times New Roman"/>
              </a:rPr>
              <a:t> </a:t>
            </a:r>
            <a:r>
              <a:rPr sz="1200" dirty="0">
                <a:latin typeface="Times New Roman"/>
                <a:cs typeface="Times New Roman"/>
              </a:rPr>
              <a:t>existing</a:t>
            </a:r>
            <a:r>
              <a:rPr sz="1200" spc="5" dirty="0">
                <a:latin typeface="Times New Roman"/>
                <a:cs typeface="Times New Roman"/>
              </a:rPr>
              <a:t> </a:t>
            </a:r>
            <a:r>
              <a:rPr sz="1200" spc="-5" dirty="0">
                <a:latin typeface="Times New Roman"/>
                <a:cs typeface="Times New Roman"/>
              </a:rPr>
              <a:t>system</a:t>
            </a:r>
            <a:r>
              <a:rPr sz="1200" spc="20" dirty="0">
                <a:latin typeface="Times New Roman"/>
                <a:cs typeface="Times New Roman"/>
              </a:rPr>
              <a:t> </a:t>
            </a:r>
            <a:r>
              <a:rPr sz="1200" spc="-5" dirty="0">
                <a:latin typeface="Times New Roman"/>
                <a:cs typeface="Times New Roman"/>
              </a:rPr>
              <a:t>uses</a:t>
            </a:r>
            <a:r>
              <a:rPr sz="1200" spc="30" dirty="0">
                <a:latin typeface="Times New Roman"/>
                <a:cs typeface="Times New Roman"/>
              </a:rPr>
              <a:t> </a:t>
            </a:r>
            <a:r>
              <a:rPr sz="1200" spc="-5" dirty="0">
                <a:latin typeface="Times New Roman"/>
                <a:cs typeface="Times New Roman"/>
              </a:rPr>
              <a:t>manual</a:t>
            </a:r>
            <a:r>
              <a:rPr sz="1200" spc="20" dirty="0">
                <a:latin typeface="Times New Roman"/>
                <a:cs typeface="Times New Roman"/>
              </a:rPr>
              <a:t> </a:t>
            </a:r>
            <a:r>
              <a:rPr sz="1200" dirty="0">
                <a:latin typeface="Times New Roman"/>
                <a:cs typeface="Times New Roman"/>
              </a:rPr>
              <a:t>methods</a:t>
            </a:r>
            <a:r>
              <a:rPr sz="1200" spc="15" dirty="0">
                <a:latin typeface="Times New Roman"/>
                <a:cs typeface="Times New Roman"/>
              </a:rPr>
              <a:t> </a:t>
            </a:r>
            <a:r>
              <a:rPr sz="1200" spc="-5" dirty="0">
                <a:latin typeface="Times New Roman"/>
                <a:cs typeface="Times New Roman"/>
              </a:rPr>
              <a:t>for</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whole </a:t>
            </a:r>
            <a:r>
              <a:rPr sz="1200" spc="-5" dirty="0">
                <a:latin typeface="Times New Roman"/>
                <a:cs typeface="Times New Roman"/>
              </a:rPr>
              <a:t>process.</a:t>
            </a:r>
            <a:r>
              <a:rPr sz="1200" spc="25" dirty="0">
                <a:latin typeface="Times New Roman"/>
                <a:cs typeface="Times New Roman"/>
              </a:rPr>
              <a:t> </a:t>
            </a:r>
            <a:r>
              <a:rPr sz="1200" spc="-15"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present</a:t>
            </a:r>
            <a:r>
              <a:rPr sz="1200" spc="20" dirty="0">
                <a:latin typeface="Times New Roman"/>
                <a:cs typeface="Times New Roman"/>
              </a:rPr>
              <a:t> </a:t>
            </a:r>
            <a:r>
              <a:rPr sz="1200" spc="-15" dirty="0">
                <a:latin typeface="Times New Roman"/>
                <a:cs typeface="Times New Roman"/>
              </a:rPr>
              <a:t>system </a:t>
            </a:r>
            <a:r>
              <a:rPr sz="1200" spc="-285" dirty="0">
                <a:latin typeface="Times New Roman"/>
                <a:cs typeface="Times New Roman"/>
              </a:rPr>
              <a:t> </a:t>
            </a:r>
            <a:r>
              <a:rPr sz="1200" dirty="0">
                <a:latin typeface="Times New Roman"/>
                <a:cs typeface="Times New Roman"/>
              </a:rPr>
              <a:t>a patient wants to take appointment directly from the hospital </a:t>
            </a:r>
            <a:r>
              <a:rPr sz="1200" spc="-5" dirty="0">
                <a:latin typeface="Times New Roman"/>
                <a:cs typeface="Times New Roman"/>
              </a:rPr>
              <a:t>and </a:t>
            </a:r>
            <a:r>
              <a:rPr sz="1200" dirty="0">
                <a:latin typeface="Times New Roman"/>
                <a:cs typeface="Times New Roman"/>
              </a:rPr>
              <a:t>patient can’t request for a </a:t>
            </a:r>
            <a:r>
              <a:rPr sz="1200" spc="5" dirty="0">
                <a:latin typeface="Times New Roman"/>
                <a:cs typeface="Times New Roman"/>
              </a:rPr>
              <a:t> </a:t>
            </a:r>
            <a:r>
              <a:rPr sz="1200" dirty="0">
                <a:latin typeface="Times New Roman"/>
                <a:cs typeface="Times New Roman"/>
              </a:rPr>
              <a:t>home</a:t>
            </a:r>
            <a:r>
              <a:rPr sz="1200" spc="-35" dirty="0">
                <a:latin typeface="Times New Roman"/>
                <a:cs typeface="Times New Roman"/>
              </a:rPr>
              <a:t> </a:t>
            </a:r>
            <a:r>
              <a:rPr sz="1200" spc="-5" dirty="0">
                <a:latin typeface="Times New Roman"/>
                <a:cs typeface="Times New Roman"/>
              </a:rPr>
              <a:t>delivery</a:t>
            </a:r>
            <a:r>
              <a:rPr sz="1200" dirty="0">
                <a:latin typeface="Times New Roman"/>
                <a:cs typeface="Times New Roman"/>
              </a:rPr>
              <a:t> for</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5" dirty="0">
                <a:latin typeface="Times New Roman"/>
                <a:cs typeface="Times New Roman"/>
              </a:rPr>
              <a:t>prescription.</a:t>
            </a:r>
            <a:endParaRPr sz="1200">
              <a:latin typeface="Times New Roman"/>
              <a:cs typeface="Times New Roman"/>
            </a:endParaRPr>
          </a:p>
        </p:txBody>
      </p:sp>
      <p:sp>
        <p:nvSpPr>
          <p:cNvPr id="6" name="object 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2310" cy="8744060"/>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15</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indent="457200" algn="just">
              <a:lnSpc>
                <a:spcPct val="155000"/>
              </a:lnSpc>
              <a:spcBef>
                <a:spcPts val="925"/>
              </a:spcBef>
            </a:pPr>
            <a:r>
              <a:rPr sz="1200" dirty="0">
                <a:latin typeface="Times New Roman"/>
                <a:cs typeface="Times New Roman"/>
              </a:rPr>
              <a:t>The chance </a:t>
            </a:r>
            <a:r>
              <a:rPr sz="1200" spc="5" dirty="0">
                <a:latin typeface="Times New Roman"/>
                <a:cs typeface="Times New Roman"/>
              </a:rPr>
              <a:t>of </a:t>
            </a:r>
            <a:r>
              <a:rPr sz="1200" spc="-5" dirty="0">
                <a:latin typeface="Times New Roman"/>
                <a:cs typeface="Times New Roman"/>
              </a:rPr>
              <a:t>error and </a:t>
            </a:r>
            <a:r>
              <a:rPr sz="1200" dirty="0">
                <a:latin typeface="Times New Roman"/>
                <a:cs typeface="Times New Roman"/>
              </a:rPr>
              <a:t>inaccurate data are </a:t>
            </a:r>
            <a:r>
              <a:rPr sz="1200" spc="5" dirty="0">
                <a:latin typeface="Times New Roman"/>
                <a:cs typeface="Times New Roman"/>
              </a:rPr>
              <a:t>very </a:t>
            </a:r>
            <a:r>
              <a:rPr sz="1200" dirty="0">
                <a:latin typeface="Times New Roman"/>
                <a:cs typeface="Times New Roman"/>
              </a:rPr>
              <a:t>high. This </a:t>
            </a:r>
            <a:r>
              <a:rPr sz="1200" spc="-5" dirty="0">
                <a:latin typeface="Times New Roman"/>
                <a:cs typeface="Times New Roman"/>
              </a:rPr>
              <a:t>often </a:t>
            </a:r>
            <a:r>
              <a:rPr sz="1200" dirty="0">
                <a:latin typeface="Times New Roman"/>
                <a:cs typeface="Times New Roman"/>
              </a:rPr>
              <a:t>requires a lot of </a:t>
            </a:r>
            <a:r>
              <a:rPr sz="1200" spc="-15" dirty="0">
                <a:latin typeface="Times New Roman"/>
                <a:cs typeface="Times New Roman"/>
              </a:rPr>
              <a:t>time </a:t>
            </a:r>
            <a:r>
              <a:rPr sz="1200" spc="-10" dirty="0">
                <a:latin typeface="Times New Roman"/>
                <a:cs typeface="Times New Roman"/>
              </a:rPr>
              <a:t> </a:t>
            </a:r>
            <a:r>
              <a:rPr sz="1200" spc="-5" dirty="0">
                <a:latin typeface="Times New Roman"/>
                <a:cs typeface="Times New Roman"/>
              </a:rPr>
              <a:t>and effort. </a:t>
            </a:r>
            <a:r>
              <a:rPr sz="1200" dirty="0">
                <a:latin typeface="Times New Roman"/>
                <a:cs typeface="Times New Roman"/>
              </a:rPr>
              <a:t>Moreover data are to be maintained in </a:t>
            </a:r>
            <a:r>
              <a:rPr sz="1200" spc="-5" dirty="0">
                <a:latin typeface="Times New Roman"/>
                <a:cs typeface="Times New Roman"/>
              </a:rPr>
              <a:t>separate </a:t>
            </a:r>
            <a:r>
              <a:rPr sz="1200" dirty="0">
                <a:latin typeface="Times New Roman"/>
                <a:cs typeface="Times New Roman"/>
              </a:rPr>
              <a:t>files. The existing </a:t>
            </a:r>
            <a:r>
              <a:rPr sz="1200" spc="-5" dirty="0">
                <a:latin typeface="Times New Roman"/>
                <a:cs typeface="Times New Roman"/>
              </a:rPr>
              <a:t>system is </a:t>
            </a:r>
            <a:r>
              <a:rPr sz="1200" spc="-20" dirty="0">
                <a:latin typeface="Times New Roman"/>
                <a:cs typeface="Times New Roman"/>
              </a:rPr>
              <a:t>slow </a:t>
            </a:r>
            <a:r>
              <a:rPr sz="1200" spc="-15" dirty="0">
                <a:latin typeface="Times New Roman"/>
                <a:cs typeface="Times New Roman"/>
              </a:rPr>
              <a:t> </a:t>
            </a:r>
            <a:r>
              <a:rPr sz="1200" dirty="0">
                <a:latin typeface="Times New Roman"/>
                <a:cs typeface="Times New Roman"/>
              </a:rPr>
              <a:t>since it involves a lot </a:t>
            </a:r>
            <a:r>
              <a:rPr sz="1200" spc="5" dirty="0">
                <a:latin typeface="Times New Roman"/>
                <a:cs typeface="Times New Roman"/>
              </a:rPr>
              <a:t>of </a:t>
            </a:r>
            <a:r>
              <a:rPr sz="1200" dirty="0">
                <a:latin typeface="Times New Roman"/>
                <a:cs typeface="Times New Roman"/>
              </a:rPr>
              <a:t>paper </a:t>
            </a:r>
            <a:r>
              <a:rPr sz="1200" spc="-5" dirty="0">
                <a:latin typeface="Times New Roman"/>
                <a:cs typeface="Times New Roman"/>
              </a:rPr>
              <a:t>work and </a:t>
            </a:r>
            <a:r>
              <a:rPr sz="1200" dirty="0">
                <a:latin typeface="Times New Roman"/>
                <a:cs typeface="Times New Roman"/>
              </a:rPr>
              <a:t>calculation. Hence, in order </a:t>
            </a:r>
            <a:r>
              <a:rPr sz="1200" spc="5" dirty="0">
                <a:latin typeface="Times New Roman"/>
                <a:cs typeface="Times New Roman"/>
              </a:rPr>
              <a:t>to </a:t>
            </a:r>
            <a:r>
              <a:rPr sz="1200" dirty="0">
                <a:latin typeface="Times New Roman"/>
                <a:cs typeface="Times New Roman"/>
              </a:rPr>
              <a:t>keep up with </a:t>
            </a:r>
            <a:r>
              <a:rPr sz="1200" spc="-15" dirty="0">
                <a:latin typeface="Times New Roman"/>
                <a:cs typeface="Times New Roman"/>
              </a:rPr>
              <a:t>the </a:t>
            </a:r>
            <a:r>
              <a:rPr sz="1200" spc="-10" dirty="0">
                <a:latin typeface="Times New Roman"/>
                <a:cs typeface="Times New Roman"/>
              </a:rPr>
              <a:t> </a:t>
            </a:r>
            <a:r>
              <a:rPr sz="1200" dirty="0">
                <a:latin typeface="Times New Roman"/>
                <a:cs typeface="Times New Roman"/>
              </a:rPr>
              <a:t>changing environment </a:t>
            </a:r>
            <a:r>
              <a:rPr sz="1200" spc="-5" dirty="0">
                <a:latin typeface="Times New Roman"/>
                <a:cs typeface="Times New Roman"/>
              </a:rPr>
              <a:t>as well as </a:t>
            </a:r>
            <a:r>
              <a:rPr sz="1200" dirty="0">
                <a:latin typeface="Times New Roman"/>
                <a:cs typeface="Times New Roman"/>
              </a:rPr>
              <a:t>provide solution to the above problem, we need to develop a </a:t>
            </a:r>
            <a:r>
              <a:rPr sz="1200" spc="-285" dirty="0">
                <a:latin typeface="Times New Roman"/>
                <a:cs typeface="Times New Roman"/>
              </a:rPr>
              <a:t> </a:t>
            </a:r>
            <a:r>
              <a:rPr sz="1200" spc="-5" dirty="0">
                <a:latin typeface="Times New Roman"/>
                <a:cs typeface="Times New Roman"/>
              </a:rPr>
              <a:t>new system </a:t>
            </a:r>
            <a:r>
              <a:rPr sz="1200" dirty="0">
                <a:latin typeface="Times New Roman"/>
                <a:cs typeface="Times New Roman"/>
              </a:rPr>
              <a:t>that overcome </a:t>
            </a:r>
            <a:r>
              <a:rPr sz="1200" spc="-5" dirty="0">
                <a:latin typeface="Times New Roman"/>
                <a:cs typeface="Times New Roman"/>
              </a:rPr>
              <a:t>all </a:t>
            </a:r>
            <a:r>
              <a:rPr sz="1200" dirty="0">
                <a:latin typeface="Times New Roman"/>
                <a:cs typeface="Times New Roman"/>
              </a:rPr>
              <a:t>the present drawbacks. </a:t>
            </a:r>
            <a:r>
              <a:rPr sz="1200" spc="-5" dirty="0">
                <a:latin typeface="Times New Roman"/>
                <a:cs typeface="Times New Roman"/>
              </a:rPr>
              <a:t>To </a:t>
            </a:r>
            <a:r>
              <a:rPr sz="1200" dirty="0">
                <a:latin typeface="Times New Roman"/>
                <a:cs typeface="Times New Roman"/>
              </a:rPr>
              <a:t>overcome these problems </a:t>
            </a:r>
            <a:r>
              <a:rPr sz="1200" spc="-5" dirty="0">
                <a:latin typeface="Times New Roman"/>
                <a:cs typeface="Times New Roman"/>
              </a:rPr>
              <a:t>we </a:t>
            </a:r>
            <a:r>
              <a:rPr sz="1200" spc="-20" dirty="0">
                <a:latin typeface="Times New Roman"/>
                <a:cs typeface="Times New Roman"/>
              </a:rPr>
              <a:t>are </a:t>
            </a:r>
            <a:r>
              <a:rPr sz="1200" spc="-15" dirty="0">
                <a:latin typeface="Times New Roman"/>
                <a:cs typeface="Times New Roman"/>
              </a:rPr>
              <a:t> </a:t>
            </a:r>
            <a:r>
              <a:rPr sz="1200" spc="-5" dirty="0">
                <a:latin typeface="Times New Roman"/>
                <a:cs typeface="Times New Roman"/>
              </a:rPr>
              <a:t>implementing</a:t>
            </a:r>
            <a:r>
              <a:rPr sz="1200" spc="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5" dirty="0">
                <a:latin typeface="Times New Roman"/>
                <a:cs typeface="Times New Roman"/>
              </a:rPr>
              <a:t>computerized</a:t>
            </a:r>
            <a:r>
              <a:rPr sz="1200" spc="20"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spc="-5" dirty="0">
                <a:latin typeface="Times New Roman"/>
                <a:cs typeface="Times New Roman"/>
              </a:rPr>
              <a:t>combination</a:t>
            </a:r>
            <a:r>
              <a:rPr sz="1200" spc="5" dirty="0">
                <a:latin typeface="Times New Roman"/>
                <a:cs typeface="Times New Roman"/>
              </a:rPr>
              <a:t> </a:t>
            </a:r>
            <a:r>
              <a:rPr sz="1200" spc="-25" dirty="0">
                <a:latin typeface="Times New Roman"/>
                <a:cs typeface="Times New Roman"/>
              </a:rPr>
              <a:t>of</a:t>
            </a:r>
            <a:endParaRPr sz="1200" dirty="0">
              <a:latin typeface="Times New Roman"/>
              <a:cs typeface="Times New Roman"/>
            </a:endParaRPr>
          </a:p>
          <a:p>
            <a:pPr marL="12700" algn="just">
              <a:lnSpc>
                <a:spcPct val="100000"/>
              </a:lnSpc>
              <a:spcBef>
                <a:spcPts val="1070"/>
              </a:spcBef>
            </a:pPr>
            <a:r>
              <a:rPr sz="1200" dirty="0">
                <a:latin typeface="Times New Roman"/>
                <a:cs typeface="Times New Roman"/>
              </a:rPr>
              <a:t>PHP</a:t>
            </a:r>
            <a:r>
              <a:rPr sz="1200" spc="-85" dirty="0">
                <a:latin typeface="Times New Roman"/>
                <a:cs typeface="Times New Roman"/>
              </a:rPr>
              <a:t> </a:t>
            </a:r>
            <a:r>
              <a:rPr sz="1200" spc="-10" dirty="0">
                <a:latin typeface="Times New Roman"/>
                <a:cs typeface="Times New Roman"/>
              </a:rPr>
              <a:t>a</a:t>
            </a:r>
            <a:r>
              <a:rPr sz="1200" dirty="0">
                <a:latin typeface="Times New Roman"/>
                <a:cs typeface="Times New Roman"/>
              </a:rPr>
              <a:t>nd</a:t>
            </a:r>
            <a:r>
              <a:rPr sz="1200" spc="-5" dirty="0">
                <a:latin typeface="Times New Roman"/>
                <a:cs typeface="Times New Roman"/>
              </a:rPr>
              <a:t> </a:t>
            </a:r>
            <a:r>
              <a:rPr sz="1200" spc="-15" dirty="0">
                <a:latin typeface="Times New Roman"/>
                <a:cs typeface="Times New Roman"/>
              </a:rPr>
              <a:t>M</a:t>
            </a:r>
            <a:r>
              <a:rPr sz="1200" spc="-50" dirty="0">
                <a:latin typeface="Times New Roman"/>
                <a:cs typeface="Times New Roman"/>
              </a:rPr>
              <a:t>y</a:t>
            </a:r>
            <a:r>
              <a:rPr sz="1200" spc="-10" dirty="0">
                <a:latin typeface="Times New Roman"/>
                <a:cs typeface="Times New Roman"/>
              </a:rPr>
              <a:t>S</a:t>
            </a:r>
            <a:r>
              <a:rPr sz="1200" spc="-15" dirty="0">
                <a:latin typeface="Times New Roman"/>
                <a:cs typeface="Times New Roman"/>
              </a:rPr>
              <a:t>Q</a:t>
            </a:r>
            <a:r>
              <a:rPr sz="1200" dirty="0">
                <a:latin typeface="Times New Roman"/>
                <a:cs typeface="Times New Roman"/>
              </a:rPr>
              <a:t>L</a:t>
            </a:r>
          </a:p>
          <a:p>
            <a:pPr>
              <a:lnSpc>
                <a:spcPct val="100000"/>
              </a:lnSpc>
              <a:spcBef>
                <a:spcPts val="20"/>
              </a:spcBef>
            </a:pPr>
            <a:endParaRPr sz="1750" dirty="0">
              <a:latin typeface="Times New Roman"/>
              <a:cs typeface="Times New Roman"/>
            </a:endParaRPr>
          </a:p>
          <a:p>
            <a:pPr marL="274320" lvl="1" indent="-262255">
              <a:lnSpc>
                <a:spcPct val="100000"/>
              </a:lnSpc>
              <a:buAutoNum type="arabicPeriod" startAt="3"/>
              <a:tabLst>
                <a:tab pos="274955" algn="l"/>
              </a:tabLst>
            </a:pPr>
            <a:r>
              <a:rPr sz="1400" b="1" dirty="0">
                <a:latin typeface="Times New Roman"/>
                <a:cs typeface="Times New Roman"/>
              </a:rPr>
              <a:t>Li</a:t>
            </a:r>
            <a:r>
              <a:rPr sz="1400" b="1" spc="-20" dirty="0">
                <a:latin typeface="Times New Roman"/>
                <a:cs typeface="Times New Roman"/>
              </a:rPr>
              <a:t>m</a:t>
            </a:r>
            <a:r>
              <a:rPr sz="1400" b="1" dirty="0">
                <a:latin typeface="Times New Roman"/>
                <a:cs typeface="Times New Roman"/>
              </a:rPr>
              <a:t>it</a:t>
            </a:r>
            <a:r>
              <a:rPr sz="1400" b="1" spc="5" dirty="0">
                <a:latin typeface="Times New Roman"/>
                <a:cs typeface="Times New Roman"/>
              </a:rPr>
              <a:t>a</a:t>
            </a:r>
            <a:r>
              <a:rPr sz="1400" b="1" dirty="0">
                <a:latin typeface="Times New Roman"/>
                <a:cs typeface="Times New Roman"/>
              </a:rPr>
              <a:t>tion</a:t>
            </a:r>
            <a:r>
              <a:rPr sz="1400" b="1" spc="-80" dirty="0">
                <a:latin typeface="Times New Roman"/>
                <a:cs typeface="Times New Roman"/>
              </a:rPr>
              <a:t> </a:t>
            </a:r>
            <a:r>
              <a:rPr sz="1400" b="1" spc="5" dirty="0">
                <a:latin typeface="Times New Roman"/>
                <a:cs typeface="Times New Roman"/>
              </a:rPr>
              <a:t>o</a:t>
            </a:r>
            <a:r>
              <a:rPr sz="1400" b="1" dirty="0">
                <a:latin typeface="Times New Roman"/>
                <a:cs typeface="Times New Roman"/>
              </a:rPr>
              <a:t>f</a:t>
            </a:r>
            <a:r>
              <a:rPr sz="1400" b="1" spc="-40" dirty="0">
                <a:latin typeface="Times New Roman"/>
                <a:cs typeface="Times New Roman"/>
              </a:rPr>
              <a:t> </a:t>
            </a:r>
            <a:r>
              <a:rPr sz="1400" b="1" dirty="0">
                <a:latin typeface="Times New Roman"/>
                <a:cs typeface="Times New Roman"/>
              </a:rPr>
              <a:t>Existing</a:t>
            </a:r>
            <a:r>
              <a:rPr sz="1400" b="1" spc="-40" dirty="0">
                <a:latin typeface="Times New Roman"/>
                <a:cs typeface="Times New Roman"/>
              </a:rPr>
              <a:t> </a:t>
            </a:r>
            <a:r>
              <a:rPr sz="1400" b="1" spc="-10" dirty="0">
                <a:latin typeface="Times New Roman"/>
                <a:cs typeface="Times New Roman"/>
              </a:rPr>
              <a:t>S</a:t>
            </a:r>
            <a:r>
              <a:rPr sz="1400" b="1" dirty="0">
                <a:latin typeface="Times New Roman"/>
                <a:cs typeface="Times New Roman"/>
              </a:rPr>
              <a:t>y</a:t>
            </a:r>
            <a:r>
              <a:rPr sz="1400" b="1" spc="-10" dirty="0">
                <a:latin typeface="Times New Roman"/>
                <a:cs typeface="Times New Roman"/>
              </a:rPr>
              <a:t>ste</a:t>
            </a:r>
            <a:r>
              <a:rPr sz="1400" b="1" dirty="0">
                <a:latin typeface="Times New Roman"/>
                <a:cs typeface="Times New Roman"/>
              </a:rPr>
              <a:t>m</a:t>
            </a:r>
            <a:endParaRPr sz="1400" dirty="0">
              <a:latin typeface="Times New Roman"/>
              <a:cs typeface="Times New Roman"/>
            </a:endParaRPr>
          </a:p>
          <a:p>
            <a:pPr lvl="1">
              <a:lnSpc>
                <a:spcPct val="100000"/>
              </a:lnSpc>
              <a:spcBef>
                <a:spcPts val="10"/>
              </a:spcBef>
              <a:buFont typeface="Times New Roman"/>
              <a:buAutoNum type="arabicPeriod" startAt="3"/>
            </a:pPr>
            <a:endParaRPr sz="1300" dirty="0">
              <a:latin typeface="Times New Roman"/>
              <a:cs typeface="Times New Roman"/>
            </a:endParaRPr>
          </a:p>
          <a:p>
            <a:pPr marL="12700" algn="just">
              <a:lnSpc>
                <a:spcPct val="100000"/>
              </a:lnSpc>
              <a:spcBef>
                <a:spcPts val="5"/>
              </a:spcBef>
            </a:pPr>
            <a:r>
              <a:rPr sz="1200" dirty="0">
                <a:latin typeface="Times New Roman"/>
                <a:cs typeface="Times New Roman"/>
              </a:rPr>
              <a:t>The</a:t>
            </a:r>
            <a:r>
              <a:rPr sz="1200" spc="-25" dirty="0">
                <a:latin typeface="Times New Roman"/>
                <a:cs typeface="Times New Roman"/>
              </a:rPr>
              <a:t> </a:t>
            </a:r>
            <a:r>
              <a:rPr sz="1200" spc="-15" dirty="0">
                <a:latin typeface="Times New Roman"/>
                <a:cs typeface="Times New Roman"/>
              </a:rPr>
              <a:t>limitations</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existing</a:t>
            </a:r>
            <a:r>
              <a:rPr sz="1200" spc="-20"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dirty="0">
                <a:latin typeface="Times New Roman"/>
                <a:cs typeface="Times New Roman"/>
              </a:rPr>
              <a:t>listed</a:t>
            </a:r>
            <a:r>
              <a:rPr sz="1200" spc="-15" dirty="0">
                <a:latin typeface="Times New Roman"/>
                <a:cs typeface="Times New Roman"/>
              </a:rPr>
              <a:t> below,</a:t>
            </a:r>
            <a:endParaRPr sz="1200" dirty="0">
              <a:latin typeface="Times New Roman"/>
              <a:cs typeface="Times New Roman"/>
            </a:endParaRPr>
          </a:p>
          <a:p>
            <a:pPr>
              <a:lnSpc>
                <a:spcPct val="100000"/>
              </a:lnSpc>
              <a:spcBef>
                <a:spcPts val="30"/>
              </a:spcBef>
            </a:pPr>
            <a:endParaRPr sz="1400" dirty="0">
              <a:latin typeface="Times New Roman"/>
              <a:cs typeface="Times New Roman"/>
            </a:endParaRPr>
          </a:p>
          <a:p>
            <a:pPr marL="478790" lvl="2" indent="-227965" algn="just">
              <a:lnSpc>
                <a:spcPct val="100000"/>
              </a:lnSpc>
              <a:buAutoNum type="arabicPeriod"/>
              <a:tabLst>
                <a:tab pos="479425" algn="l"/>
              </a:tabLst>
            </a:pPr>
            <a:r>
              <a:rPr sz="1200" b="1" spc="-5" dirty="0">
                <a:latin typeface="Times New Roman"/>
                <a:cs typeface="Times New Roman"/>
              </a:rPr>
              <a:t>Data</a:t>
            </a:r>
            <a:r>
              <a:rPr sz="1200" b="1" spc="-45" dirty="0">
                <a:latin typeface="Times New Roman"/>
                <a:cs typeface="Times New Roman"/>
              </a:rPr>
              <a:t> </a:t>
            </a:r>
            <a:r>
              <a:rPr sz="1200" b="1" spc="-15" dirty="0">
                <a:latin typeface="Times New Roman"/>
                <a:cs typeface="Times New Roman"/>
              </a:rPr>
              <a:t>Storage</a:t>
            </a:r>
            <a:endParaRPr sz="1200" dirty="0">
              <a:latin typeface="Times New Roman"/>
              <a:cs typeface="Times New Roman"/>
            </a:endParaRPr>
          </a:p>
          <a:p>
            <a:pPr marL="12700" marR="12700" indent="523875" algn="just">
              <a:lnSpc>
                <a:spcPct val="150800"/>
              </a:lnSpc>
              <a:spcBef>
                <a:spcPts val="545"/>
              </a:spcBef>
            </a:pPr>
            <a:r>
              <a:rPr sz="1200" spc="-10" dirty="0">
                <a:latin typeface="Times New Roman"/>
                <a:cs typeface="Times New Roman"/>
              </a:rPr>
              <a:t>In </a:t>
            </a:r>
            <a:r>
              <a:rPr sz="1200" dirty="0">
                <a:latin typeface="Times New Roman"/>
                <a:cs typeface="Times New Roman"/>
              </a:rPr>
              <a:t>the manual </a:t>
            </a:r>
            <a:r>
              <a:rPr sz="1200" spc="-5" dirty="0">
                <a:latin typeface="Times New Roman"/>
                <a:cs typeface="Times New Roman"/>
              </a:rPr>
              <a:t>system, </a:t>
            </a:r>
            <a:r>
              <a:rPr sz="1200" dirty="0">
                <a:latin typeface="Times New Roman"/>
                <a:cs typeface="Times New Roman"/>
              </a:rPr>
              <a:t>paper files </a:t>
            </a:r>
            <a:r>
              <a:rPr sz="1200" spc="-5" dirty="0">
                <a:latin typeface="Times New Roman"/>
                <a:cs typeface="Times New Roman"/>
              </a:rPr>
              <a:t>require </a:t>
            </a:r>
            <a:r>
              <a:rPr sz="1200" dirty="0">
                <a:latin typeface="Times New Roman"/>
                <a:cs typeface="Times New Roman"/>
              </a:rPr>
              <a:t>a huge amount of storage space </a:t>
            </a:r>
            <a:r>
              <a:rPr sz="1200" spc="-5" dirty="0">
                <a:latin typeface="Times New Roman"/>
                <a:cs typeface="Times New Roman"/>
              </a:rPr>
              <a:t>and paper </a:t>
            </a:r>
            <a:r>
              <a:rPr sz="1200" dirty="0">
                <a:latin typeface="Times New Roman"/>
                <a:cs typeface="Times New Roman"/>
              </a:rPr>
              <a:t> </a:t>
            </a:r>
            <a:r>
              <a:rPr sz="1200" spc="-5" dirty="0">
                <a:latin typeface="Times New Roman"/>
                <a:cs typeface="Times New Roman"/>
              </a:rPr>
              <a:t>storage creates</a:t>
            </a:r>
            <a:r>
              <a:rPr sz="1200" spc="15" dirty="0">
                <a:latin typeface="Times New Roman"/>
                <a:cs typeface="Times New Roman"/>
              </a:rPr>
              <a:t> </a:t>
            </a:r>
            <a:r>
              <a:rPr sz="1200" spc="-5" dirty="0">
                <a:latin typeface="Times New Roman"/>
                <a:cs typeface="Times New Roman"/>
              </a:rPr>
              <a:t>several</a:t>
            </a:r>
            <a:r>
              <a:rPr sz="1200" dirty="0">
                <a:latin typeface="Times New Roman"/>
                <a:cs typeface="Times New Roman"/>
              </a:rPr>
              <a:t> </a:t>
            </a:r>
            <a:r>
              <a:rPr sz="1200" spc="-5" dirty="0">
                <a:latin typeface="Times New Roman"/>
                <a:cs typeface="Times New Roman"/>
              </a:rPr>
              <a:t>problems</a:t>
            </a:r>
            <a:r>
              <a:rPr sz="1200" spc="-15" dirty="0">
                <a:latin typeface="Times New Roman"/>
                <a:cs typeface="Times New Roman"/>
              </a:rPr>
              <a:t> </a:t>
            </a:r>
            <a:r>
              <a:rPr sz="1200" dirty="0">
                <a:latin typeface="Times New Roman"/>
                <a:cs typeface="Times New Roman"/>
              </a:rPr>
              <a:t>like</a:t>
            </a:r>
            <a:r>
              <a:rPr sz="1200" spc="-20" dirty="0">
                <a:latin typeface="Times New Roman"/>
                <a:cs typeface="Times New Roman"/>
              </a:rPr>
              <a:t> </a:t>
            </a:r>
            <a:r>
              <a:rPr sz="1200" spc="-5" dirty="0">
                <a:latin typeface="Times New Roman"/>
                <a:cs typeface="Times New Roman"/>
              </a:rPr>
              <a:t>spoilage</a:t>
            </a:r>
            <a:r>
              <a:rPr sz="1200" dirty="0">
                <a:latin typeface="Times New Roman"/>
                <a:cs typeface="Times New Roman"/>
              </a:rPr>
              <a:t> the</a:t>
            </a:r>
            <a:r>
              <a:rPr sz="1200" spc="-15" dirty="0">
                <a:latin typeface="Times New Roman"/>
                <a:cs typeface="Times New Roman"/>
              </a:rPr>
              <a:t> deterioration</a:t>
            </a:r>
            <a:r>
              <a:rPr sz="1200" spc="3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spc="-5" dirty="0">
                <a:latin typeface="Times New Roman"/>
                <a:cs typeface="Times New Roman"/>
              </a:rPr>
              <a:t>way</a:t>
            </a:r>
            <a:r>
              <a:rPr sz="1200"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aging,</a:t>
            </a:r>
            <a:r>
              <a:rPr sz="1200" spc="20" dirty="0">
                <a:latin typeface="Times New Roman"/>
                <a:cs typeface="Times New Roman"/>
              </a:rPr>
              <a:t> </a:t>
            </a:r>
            <a:r>
              <a:rPr sz="1200" dirty="0">
                <a:latin typeface="Times New Roman"/>
                <a:cs typeface="Times New Roman"/>
              </a:rPr>
              <a:t>humidity</a:t>
            </a:r>
            <a:r>
              <a:rPr sz="1200" spc="-25" dirty="0">
                <a:latin typeface="Times New Roman"/>
                <a:cs typeface="Times New Roman"/>
              </a:rPr>
              <a:t> etc.</a:t>
            </a:r>
            <a:endParaRPr sz="1200" dirty="0">
              <a:latin typeface="Times New Roman"/>
              <a:cs typeface="Times New Roman"/>
            </a:endParaRPr>
          </a:p>
          <a:p>
            <a:pPr>
              <a:lnSpc>
                <a:spcPct val="100000"/>
              </a:lnSpc>
              <a:spcBef>
                <a:spcPts val="15"/>
              </a:spcBef>
            </a:pPr>
            <a:endParaRPr sz="1550" dirty="0">
              <a:latin typeface="Times New Roman"/>
              <a:cs typeface="Times New Roman"/>
            </a:endParaRPr>
          </a:p>
          <a:p>
            <a:pPr marL="478790" lvl="2" indent="-227965" algn="just">
              <a:lnSpc>
                <a:spcPct val="100000"/>
              </a:lnSpc>
              <a:spcBef>
                <a:spcPts val="5"/>
              </a:spcBef>
              <a:buAutoNum type="arabicPeriod" startAt="2"/>
              <a:tabLst>
                <a:tab pos="479425" algn="l"/>
              </a:tabLst>
            </a:pPr>
            <a:r>
              <a:rPr sz="1200" b="1" spc="-5" dirty="0">
                <a:latin typeface="Times New Roman"/>
                <a:cs typeface="Times New Roman"/>
              </a:rPr>
              <a:t>Speed</a:t>
            </a:r>
            <a:r>
              <a:rPr sz="1200" b="1" spc="-40"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spc="-5" dirty="0">
                <a:latin typeface="Times New Roman"/>
                <a:cs typeface="Times New Roman"/>
              </a:rPr>
              <a:t>Retrieval</a:t>
            </a:r>
            <a:r>
              <a:rPr sz="1200" b="1" dirty="0">
                <a:latin typeface="Times New Roman"/>
                <a:cs typeface="Times New Roman"/>
              </a:rPr>
              <a:t> of</a:t>
            </a:r>
            <a:r>
              <a:rPr sz="1200" b="1" spc="-40" dirty="0">
                <a:latin typeface="Times New Roman"/>
                <a:cs typeface="Times New Roman"/>
              </a:rPr>
              <a:t> </a:t>
            </a:r>
            <a:r>
              <a:rPr sz="1200" b="1" spc="-15" dirty="0">
                <a:latin typeface="Times New Roman"/>
                <a:cs typeface="Times New Roman"/>
              </a:rPr>
              <a:t>Information</a:t>
            </a:r>
            <a:endParaRPr sz="1200" dirty="0">
              <a:latin typeface="Times New Roman"/>
              <a:cs typeface="Times New Roman"/>
            </a:endParaRPr>
          </a:p>
          <a:p>
            <a:pPr marL="12700" marR="12700" indent="865505" algn="just">
              <a:lnSpc>
                <a:spcPct val="150000"/>
              </a:lnSpc>
              <a:spcBef>
                <a:spcPts val="645"/>
              </a:spcBef>
            </a:pPr>
            <a:r>
              <a:rPr sz="1200" spc="-5" dirty="0">
                <a:latin typeface="Times New Roman"/>
                <a:cs typeface="Times New Roman"/>
              </a:rPr>
              <a:t>Speed </a:t>
            </a:r>
            <a:r>
              <a:rPr sz="1200" spc="5" dirty="0">
                <a:latin typeface="Times New Roman"/>
                <a:cs typeface="Times New Roman"/>
              </a:rPr>
              <a:t>of </a:t>
            </a:r>
            <a:r>
              <a:rPr sz="1200" dirty="0">
                <a:latin typeface="Times New Roman"/>
                <a:cs typeface="Times New Roman"/>
              </a:rPr>
              <a:t>retrieval the data </a:t>
            </a:r>
            <a:r>
              <a:rPr sz="1200" spc="-5" dirty="0">
                <a:latin typeface="Times New Roman"/>
                <a:cs typeface="Times New Roman"/>
              </a:rPr>
              <a:t>is less and is </a:t>
            </a:r>
            <a:r>
              <a:rPr sz="1200" spc="5" dirty="0">
                <a:latin typeface="Times New Roman"/>
                <a:cs typeface="Times New Roman"/>
              </a:rPr>
              <a:t>relatively </a:t>
            </a:r>
            <a:r>
              <a:rPr sz="1200" dirty="0">
                <a:latin typeface="Times New Roman"/>
                <a:cs typeface="Times New Roman"/>
              </a:rPr>
              <a:t>inaccurate. Similarly speed </a:t>
            </a:r>
            <a:r>
              <a:rPr sz="1200" spc="-15" dirty="0">
                <a:latin typeface="Times New Roman"/>
                <a:cs typeface="Times New Roman"/>
              </a:rPr>
              <a:t>of </a:t>
            </a:r>
            <a:r>
              <a:rPr sz="1200" spc="-285" dirty="0">
                <a:latin typeface="Times New Roman"/>
                <a:cs typeface="Times New Roman"/>
              </a:rPr>
              <a:t> </a:t>
            </a:r>
            <a:r>
              <a:rPr sz="1200" dirty="0">
                <a:latin typeface="Times New Roman"/>
                <a:cs typeface="Times New Roman"/>
              </a:rPr>
              <a:t>execution </a:t>
            </a:r>
            <a:r>
              <a:rPr sz="1200" spc="-5" dirty="0">
                <a:latin typeface="Times New Roman"/>
                <a:cs typeface="Times New Roman"/>
              </a:rPr>
              <a:t>is </a:t>
            </a:r>
            <a:r>
              <a:rPr sz="1200" dirty="0">
                <a:latin typeface="Times New Roman"/>
                <a:cs typeface="Times New Roman"/>
              </a:rPr>
              <a:t>low. </a:t>
            </a:r>
            <a:r>
              <a:rPr sz="1200" spc="-10" dirty="0">
                <a:latin typeface="Times New Roman"/>
                <a:cs typeface="Times New Roman"/>
              </a:rPr>
              <a:t>It </a:t>
            </a:r>
            <a:r>
              <a:rPr sz="1200" spc="-5" dirty="0">
                <a:latin typeface="Times New Roman"/>
                <a:cs typeface="Times New Roman"/>
              </a:rPr>
              <a:t>is </a:t>
            </a:r>
            <a:r>
              <a:rPr sz="1200" dirty="0">
                <a:latin typeface="Times New Roman"/>
                <a:cs typeface="Times New Roman"/>
              </a:rPr>
              <a:t>impossible to maintain the speed </a:t>
            </a:r>
            <a:r>
              <a:rPr sz="1200" spc="-5" dirty="0">
                <a:latin typeface="Times New Roman"/>
                <a:cs typeface="Times New Roman"/>
              </a:rPr>
              <a:t>and </a:t>
            </a:r>
            <a:r>
              <a:rPr sz="1200" dirty="0">
                <a:latin typeface="Times New Roman"/>
                <a:cs typeface="Times New Roman"/>
              </a:rPr>
              <a:t>accuracy together in the </a:t>
            </a:r>
            <a:r>
              <a:rPr sz="1200" spc="-10" dirty="0">
                <a:latin typeface="Times New Roman"/>
                <a:cs typeface="Times New Roman"/>
              </a:rPr>
              <a:t>manual </a:t>
            </a:r>
            <a:r>
              <a:rPr sz="1200" spc="-5" dirty="0">
                <a:latin typeface="Times New Roman"/>
                <a:cs typeface="Times New Roman"/>
              </a:rPr>
              <a:t> </a:t>
            </a:r>
            <a:r>
              <a:rPr sz="1200" spc="-20" dirty="0">
                <a:latin typeface="Times New Roman"/>
                <a:cs typeface="Times New Roman"/>
              </a:rPr>
              <a:t>system.</a:t>
            </a:r>
            <a:endParaRPr sz="1200" dirty="0">
              <a:latin typeface="Times New Roman"/>
              <a:cs typeface="Times New Roman"/>
            </a:endParaRPr>
          </a:p>
          <a:p>
            <a:pPr>
              <a:lnSpc>
                <a:spcPct val="100000"/>
              </a:lnSpc>
            </a:pPr>
            <a:endParaRPr sz="1650" dirty="0">
              <a:latin typeface="Times New Roman"/>
              <a:cs typeface="Times New Roman"/>
            </a:endParaRPr>
          </a:p>
          <a:p>
            <a:pPr marL="480059" lvl="2" indent="-229235" algn="just">
              <a:lnSpc>
                <a:spcPct val="100000"/>
              </a:lnSpc>
              <a:buAutoNum type="arabicPeriod" startAt="3"/>
              <a:tabLst>
                <a:tab pos="480695" algn="l"/>
              </a:tabLst>
            </a:pPr>
            <a:r>
              <a:rPr sz="1200" b="1" spc="-15" dirty="0">
                <a:latin typeface="Times New Roman"/>
                <a:cs typeface="Times New Roman"/>
              </a:rPr>
              <a:t>Accuracy</a:t>
            </a:r>
            <a:endParaRPr sz="1200" dirty="0">
              <a:latin typeface="Times New Roman"/>
              <a:cs typeface="Times New Roman"/>
            </a:endParaRPr>
          </a:p>
          <a:p>
            <a:pPr lvl="2">
              <a:lnSpc>
                <a:spcPct val="100000"/>
              </a:lnSpc>
              <a:spcBef>
                <a:spcPts val="35"/>
              </a:spcBef>
              <a:buFont typeface="Times New Roman"/>
              <a:buAutoNum type="arabicPeriod" startAt="3"/>
            </a:pPr>
            <a:endParaRPr sz="1400" dirty="0">
              <a:latin typeface="Times New Roman"/>
              <a:cs typeface="Times New Roman"/>
            </a:endParaRPr>
          </a:p>
          <a:p>
            <a:pPr marR="63500" algn="r">
              <a:lnSpc>
                <a:spcPct val="100000"/>
              </a:lnSpc>
            </a:pPr>
            <a:r>
              <a:rPr sz="1200" spc="-15"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existing</a:t>
            </a:r>
            <a:r>
              <a:rPr sz="1200" spc="-25" dirty="0">
                <a:latin typeface="Times New Roman"/>
                <a:cs typeface="Times New Roman"/>
              </a:rPr>
              <a:t> </a:t>
            </a:r>
            <a:r>
              <a:rPr sz="1200" spc="-10" dirty="0">
                <a:latin typeface="Times New Roman"/>
                <a:cs typeface="Times New Roman"/>
              </a:rPr>
              <a:t>system </a:t>
            </a:r>
            <a:r>
              <a:rPr sz="1200" dirty="0">
                <a:latin typeface="Times New Roman"/>
                <a:cs typeface="Times New Roman"/>
              </a:rPr>
              <a:t>the</a:t>
            </a:r>
            <a:r>
              <a:rPr sz="1200" spc="-35" dirty="0">
                <a:latin typeface="Times New Roman"/>
                <a:cs typeface="Times New Roman"/>
              </a:rPr>
              <a:t> </a:t>
            </a:r>
            <a:r>
              <a:rPr sz="1200" spc="-5" dirty="0">
                <a:latin typeface="Times New Roman"/>
                <a:cs typeface="Times New Roman"/>
              </a:rPr>
              <a:t>error</a:t>
            </a:r>
            <a:r>
              <a:rPr sz="1200" spc="-30" dirty="0">
                <a:latin typeface="Times New Roman"/>
                <a:cs typeface="Times New Roman"/>
              </a:rPr>
              <a:t> </a:t>
            </a:r>
            <a:r>
              <a:rPr sz="1200" spc="-5" dirty="0">
                <a:latin typeface="Times New Roman"/>
                <a:cs typeface="Times New Roman"/>
              </a:rPr>
              <a:t>rate</a:t>
            </a:r>
            <a:r>
              <a:rPr sz="1200" spc="-20"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spc="-5" dirty="0">
                <a:latin typeface="Times New Roman"/>
                <a:cs typeface="Times New Roman"/>
              </a:rPr>
              <a:t>high</a:t>
            </a:r>
            <a:r>
              <a:rPr sz="1200" spc="-3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is</a:t>
            </a:r>
            <a:r>
              <a:rPr sz="1200" spc="-45" dirty="0">
                <a:latin typeface="Times New Roman"/>
                <a:cs typeface="Times New Roman"/>
              </a:rPr>
              <a:t> </a:t>
            </a:r>
            <a:r>
              <a:rPr sz="1200" spc="-15" dirty="0">
                <a:latin typeface="Times New Roman"/>
                <a:cs typeface="Times New Roman"/>
              </a:rPr>
              <a:t>difficult</a:t>
            </a:r>
            <a:r>
              <a:rPr sz="1200" spc="-1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15" dirty="0">
                <a:latin typeface="Times New Roman"/>
                <a:cs typeface="Times New Roman"/>
              </a:rPr>
              <a:t>locate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errors</a:t>
            </a:r>
            <a:r>
              <a:rPr sz="1200" spc="-2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20" dirty="0">
                <a:latin typeface="Times New Roman"/>
                <a:cs typeface="Times New Roman"/>
              </a:rPr>
              <a:t>correct</a:t>
            </a:r>
            <a:r>
              <a:rPr sz="1200" dirty="0">
                <a:latin typeface="Times New Roman"/>
                <a:cs typeface="Times New Roman"/>
              </a:rPr>
              <a:t> </a:t>
            </a:r>
            <a:r>
              <a:rPr sz="1200" spc="-15" dirty="0">
                <a:latin typeface="Times New Roman"/>
                <a:cs typeface="Times New Roman"/>
              </a:rPr>
              <a:t>them.</a:t>
            </a:r>
            <a:endParaRPr sz="1200" dirty="0">
              <a:latin typeface="Times New Roman"/>
              <a:cs typeface="Times New Roman"/>
            </a:endParaRPr>
          </a:p>
          <a:p>
            <a:pPr>
              <a:lnSpc>
                <a:spcPct val="100000"/>
              </a:lnSpc>
              <a:spcBef>
                <a:spcPts val="25"/>
              </a:spcBef>
            </a:pPr>
            <a:endParaRPr sz="1400" dirty="0">
              <a:latin typeface="Times New Roman"/>
              <a:cs typeface="Times New Roman"/>
            </a:endParaRPr>
          </a:p>
          <a:p>
            <a:pPr marL="478790" lvl="2" indent="-227965" algn="just">
              <a:lnSpc>
                <a:spcPct val="100000"/>
              </a:lnSpc>
              <a:buAutoNum type="arabicPeriod" startAt="4"/>
              <a:tabLst>
                <a:tab pos="479425" algn="l"/>
              </a:tabLst>
            </a:pPr>
            <a:r>
              <a:rPr sz="1200" b="1" dirty="0">
                <a:latin typeface="Times New Roman"/>
                <a:cs typeface="Times New Roman"/>
              </a:rPr>
              <a:t>Ti</a:t>
            </a:r>
            <a:r>
              <a:rPr sz="1200" b="1" spc="-15" dirty="0">
                <a:latin typeface="Times New Roman"/>
                <a:cs typeface="Times New Roman"/>
              </a:rPr>
              <a:t>m</a:t>
            </a:r>
            <a:r>
              <a:rPr sz="1200" b="1" dirty="0">
                <a:latin typeface="Times New Roman"/>
                <a:cs typeface="Times New Roman"/>
              </a:rPr>
              <a:t>e</a:t>
            </a:r>
            <a:r>
              <a:rPr sz="1200" b="1" spc="-40" dirty="0">
                <a:latin typeface="Times New Roman"/>
                <a:cs typeface="Times New Roman"/>
              </a:rPr>
              <a:t> </a:t>
            </a:r>
            <a:r>
              <a:rPr sz="1200" b="1" spc="-20" dirty="0">
                <a:latin typeface="Times New Roman"/>
                <a:cs typeface="Times New Roman"/>
              </a:rPr>
              <a:t>c</a:t>
            </a:r>
            <a:r>
              <a:rPr sz="1200" b="1" spc="-15" dirty="0">
                <a:latin typeface="Times New Roman"/>
                <a:cs typeface="Times New Roman"/>
              </a:rPr>
              <a:t>on</a:t>
            </a:r>
            <a:r>
              <a:rPr sz="1200" b="1" spc="-20" dirty="0">
                <a:latin typeface="Times New Roman"/>
                <a:cs typeface="Times New Roman"/>
              </a:rPr>
              <a:t>s</a:t>
            </a:r>
            <a:r>
              <a:rPr sz="1200" b="1" spc="-15" dirty="0">
                <a:latin typeface="Times New Roman"/>
                <a:cs typeface="Times New Roman"/>
              </a:rPr>
              <a:t>u</a:t>
            </a:r>
            <a:r>
              <a:rPr sz="1200" b="1" spc="-30" dirty="0">
                <a:latin typeface="Times New Roman"/>
                <a:cs typeface="Times New Roman"/>
              </a:rPr>
              <a:t>m</a:t>
            </a:r>
            <a:r>
              <a:rPr sz="1200" b="1" spc="-10" dirty="0">
                <a:latin typeface="Times New Roman"/>
                <a:cs typeface="Times New Roman"/>
              </a:rPr>
              <a:t>i</a:t>
            </a:r>
            <a:r>
              <a:rPr sz="1200" b="1" spc="-15" dirty="0">
                <a:latin typeface="Times New Roman"/>
                <a:cs typeface="Times New Roman"/>
              </a:rPr>
              <a:t>n</a:t>
            </a:r>
            <a:r>
              <a:rPr sz="1200" b="1" dirty="0">
                <a:latin typeface="Times New Roman"/>
                <a:cs typeface="Times New Roman"/>
              </a:rPr>
              <a:t>g</a:t>
            </a:r>
            <a:endParaRPr sz="1200" dirty="0">
              <a:latin typeface="Times New Roman"/>
              <a:cs typeface="Times New Roman"/>
            </a:endParaRPr>
          </a:p>
          <a:p>
            <a:pPr marL="478790" marR="61594" indent="257810" algn="just">
              <a:lnSpc>
                <a:spcPct val="145400"/>
              </a:lnSpc>
              <a:spcBef>
                <a:spcPts val="150"/>
              </a:spcBef>
            </a:pPr>
            <a:r>
              <a:rPr sz="1200" spc="-5" dirty="0">
                <a:latin typeface="Times New Roman"/>
                <a:cs typeface="Times New Roman"/>
              </a:rPr>
              <a:t>A considerable amount </a:t>
            </a:r>
            <a:r>
              <a:rPr sz="1200" dirty="0">
                <a:latin typeface="Times New Roman"/>
                <a:cs typeface="Times New Roman"/>
              </a:rPr>
              <a:t>of time </a:t>
            </a:r>
            <a:r>
              <a:rPr sz="1200" spc="-5" dirty="0">
                <a:latin typeface="Times New Roman"/>
                <a:cs typeface="Times New Roman"/>
              </a:rPr>
              <a:t>is required </a:t>
            </a:r>
            <a:r>
              <a:rPr sz="1200" dirty="0">
                <a:latin typeface="Times New Roman"/>
                <a:cs typeface="Times New Roman"/>
              </a:rPr>
              <a:t>for </a:t>
            </a:r>
            <a:r>
              <a:rPr sz="1200" spc="-5" dirty="0">
                <a:latin typeface="Times New Roman"/>
                <a:cs typeface="Times New Roman"/>
              </a:rPr>
              <a:t>recording claims </a:t>
            </a:r>
            <a:r>
              <a:rPr sz="1200" dirty="0">
                <a:latin typeface="Times New Roman"/>
                <a:cs typeface="Times New Roman"/>
              </a:rPr>
              <a:t>in to the </a:t>
            </a:r>
            <a:r>
              <a:rPr sz="1200" spc="-20" dirty="0">
                <a:latin typeface="Times New Roman"/>
                <a:cs typeface="Times New Roman"/>
              </a:rPr>
              <a:t>system. </a:t>
            </a:r>
            <a:r>
              <a:rPr sz="1200" spc="-15" dirty="0">
                <a:latin typeface="Times New Roman"/>
                <a:cs typeface="Times New Roman"/>
              </a:rPr>
              <a:t> </a:t>
            </a:r>
            <a:r>
              <a:rPr sz="1200" spc="-5" dirty="0">
                <a:latin typeface="Times New Roman"/>
                <a:cs typeface="Times New Roman"/>
              </a:rPr>
              <a:t>Preparing reports is </a:t>
            </a:r>
            <a:r>
              <a:rPr sz="1200" dirty="0">
                <a:latin typeface="Times New Roman"/>
                <a:cs typeface="Times New Roman"/>
              </a:rPr>
              <a:t>a tedious task in the existing </a:t>
            </a:r>
            <a:r>
              <a:rPr sz="1200" spc="-10" dirty="0">
                <a:latin typeface="Times New Roman"/>
                <a:cs typeface="Times New Roman"/>
              </a:rPr>
              <a:t>system. </a:t>
            </a:r>
            <a:r>
              <a:rPr sz="1200" dirty="0">
                <a:latin typeface="Times New Roman"/>
                <a:cs typeface="Times New Roman"/>
              </a:rPr>
              <a:t>Thus </a:t>
            </a:r>
            <a:r>
              <a:rPr sz="1200" spc="-5" dirty="0">
                <a:latin typeface="Times New Roman"/>
                <a:cs typeface="Times New Roman"/>
              </a:rPr>
              <a:t>each </a:t>
            </a:r>
            <a:r>
              <a:rPr sz="1200" dirty="0">
                <a:latin typeface="Times New Roman"/>
                <a:cs typeface="Times New Roman"/>
              </a:rPr>
              <a:t>customer </a:t>
            </a:r>
            <a:r>
              <a:rPr sz="1200" spc="-5" dirty="0">
                <a:latin typeface="Times New Roman"/>
                <a:cs typeface="Times New Roman"/>
              </a:rPr>
              <a:t>has </a:t>
            </a:r>
            <a:r>
              <a:rPr sz="1200" spc="-15" dirty="0">
                <a:latin typeface="Times New Roman"/>
                <a:cs typeface="Times New Roman"/>
              </a:rPr>
              <a:t>to </a:t>
            </a:r>
            <a:r>
              <a:rPr sz="1200" spc="-10" dirty="0">
                <a:latin typeface="Times New Roman"/>
                <a:cs typeface="Times New Roman"/>
              </a:rPr>
              <a:t> </a:t>
            </a:r>
            <a:r>
              <a:rPr sz="1200" spc="-5" dirty="0">
                <a:latin typeface="Times New Roman"/>
                <a:cs typeface="Times New Roman"/>
              </a:rPr>
              <a:t>wait</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time.</a:t>
            </a:r>
            <a:endParaRPr sz="1200" dirty="0">
              <a:latin typeface="Times New Roman"/>
              <a:cs typeface="Times New Roman"/>
            </a:endParaRPr>
          </a:p>
          <a:p>
            <a:pPr marL="481965" lvl="2" indent="-231140" algn="just">
              <a:lnSpc>
                <a:spcPct val="100000"/>
              </a:lnSpc>
              <a:spcBef>
                <a:spcPts val="1080"/>
              </a:spcBef>
              <a:buAutoNum type="arabicPeriod" startAt="5"/>
              <a:tabLst>
                <a:tab pos="482600" algn="l"/>
              </a:tabLst>
            </a:pPr>
            <a:r>
              <a:rPr sz="1200" b="1" spc="-5" dirty="0">
                <a:latin typeface="Times New Roman"/>
                <a:cs typeface="Times New Roman"/>
              </a:rPr>
              <a:t>User</a:t>
            </a:r>
            <a:r>
              <a:rPr sz="1200" b="1" spc="-65" dirty="0">
                <a:latin typeface="Times New Roman"/>
                <a:cs typeface="Times New Roman"/>
              </a:rPr>
              <a:t> </a:t>
            </a:r>
            <a:r>
              <a:rPr sz="1200" b="1" spc="-15" dirty="0">
                <a:latin typeface="Times New Roman"/>
                <a:cs typeface="Times New Roman"/>
              </a:rPr>
              <a:t>Friendliness</a:t>
            </a:r>
            <a:endParaRPr sz="1200" dirty="0">
              <a:latin typeface="Times New Roman"/>
              <a:cs typeface="Times New Roman"/>
            </a:endParaRPr>
          </a:p>
          <a:p>
            <a:pPr marR="72390" algn="r">
              <a:lnSpc>
                <a:spcPct val="100000"/>
              </a:lnSpc>
              <a:spcBef>
                <a:spcPts val="790"/>
              </a:spcBef>
            </a:pPr>
            <a:r>
              <a:rPr sz="1200" spc="-15" dirty="0">
                <a:latin typeface="Times New Roman"/>
                <a:cs typeface="Times New Roman"/>
              </a:rPr>
              <a:t>In</a:t>
            </a:r>
            <a:r>
              <a:rPr sz="1200" spc="-1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existing</a:t>
            </a:r>
            <a:r>
              <a:rPr sz="1200" spc="-30"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10" dirty="0">
                <a:latin typeface="Times New Roman"/>
                <a:cs typeface="Times New Roman"/>
              </a:rPr>
              <a:t>degree</a:t>
            </a:r>
            <a:r>
              <a:rPr sz="1200" dirty="0">
                <a:latin typeface="Times New Roman"/>
                <a:cs typeface="Times New Roman"/>
              </a:rPr>
              <a:t> </a:t>
            </a:r>
            <a:r>
              <a:rPr sz="1200" spc="-5" dirty="0">
                <a:latin typeface="Times New Roman"/>
                <a:cs typeface="Times New Roman"/>
              </a:rPr>
              <a:t>at</a:t>
            </a:r>
            <a:r>
              <a:rPr sz="1200" spc="-15" dirty="0">
                <a:latin typeface="Times New Roman"/>
                <a:cs typeface="Times New Roman"/>
              </a:rPr>
              <a:t> </a:t>
            </a:r>
            <a:r>
              <a:rPr sz="1200" spc="-5" dirty="0">
                <a:latin typeface="Times New Roman"/>
                <a:cs typeface="Times New Roman"/>
              </a:rPr>
              <a:t>user</a:t>
            </a:r>
            <a:r>
              <a:rPr sz="1200" spc="-25" dirty="0">
                <a:latin typeface="Times New Roman"/>
                <a:cs typeface="Times New Roman"/>
              </a:rPr>
              <a:t> </a:t>
            </a:r>
            <a:r>
              <a:rPr sz="1200" spc="-5" dirty="0">
                <a:latin typeface="Times New Roman"/>
                <a:cs typeface="Times New Roman"/>
              </a:rPr>
              <a:t>friendliness </a:t>
            </a:r>
            <a:r>
              <a:rPr sz="1200" dirty="0">
                <a:latin typeface="Times New Roman"/>
                <a:cs typeface="Times New Roman"/>
              </a:rPr>
              <a:t>is</a:t>
            </a:r>
            <a:r>
              <a:rPr sz="1200" spc="-30" dirty="0">
                <a:latin typeface="Times New Roman"/>
                <a:cs typeface="Times New Roman"/>
              </a:rPr>
              <a:t> </a:t>
            </a:r>
            <a:r>
              <a:rPr sz="1200" spc="-5" dirty="0">
                <a:latin typeface="Times New Roman"/>
                <a:cs typeface="Times New Roman"/>
              </a:rPr>
              <a:t>considerably</a:t>
            </a:r>
            <a:r>
              <a:rPr sz="1200" spc="5" dirty="0">
                <a:latin typeface="Times New Roman"/>
                <a:cs typeface="Times New Roman"/>
              </a:rPr>
              <a:t> </a:t>
            </a:r>
            <a:r>
              <a:rPr sz="1200" spc="-15" dirty="0">
                <a:latin typeface="Times New Roman"/>
                <a:cs typeface="Times New Roman"/>
              </a:rPr>
              <a:t>low.</a:t>
            </a:r>
            <a:r>
              <a:rPr sz="1200" spc="-35" dirty="0">
                <a:latin typeface="Times New Roman"/>
                <a:cs typeface="Times New Roman"/>
              </a:rPr>
              <a:t> </a:t>
            </a:r>
            <a:r>
              <a:rPr sz="1200" spc="-15" dirty="0">
                <a:latin typeface="Times New Roman"/>
                <a:cs typeface="Times New Roman"/>
              </a:rPr>
              <a:t>Operation</a:t>
            </a:r>
            <a:endParaRPr sz="1200" dirty="0">
              <a:latin typeface="Times New Roman"/>
              <a:cs typeface="Times New Roman"/>
            </a:endParaRPr>
          </a:p>
          <a:p>
            <a:pPr marL="12700" algn="just">
              <a:lnSpc>
                <a:spcPct val="100000"/>
              </a:lnSpc>
              <a:spcBef>
                <a:spcPts val="805"/>
              </a:spcBef>
            </a:pPr>
            <a:r>
              <a:rPr sz="1200" spc="-20" dirty="0">
                <a:latin typeface="Times New Roman"/>
                <a:cs typeface="Times New Roman"/>
              </a:rPr>
              <a:t>effort</a:t>
            </a:r>
            <a:r>
              <a:rPr sz="1200" spc="-10" dirty="0">
                <a:latin typeface="Times New Roman"/>
                <a:cs typeface="Times New Roman"/>
              </a:rPr>
              <a:t> </a:t>
            </a:r>
            <a:r>
              <a:rPr sz="1200" spc="-5" dirty="0">
                <a:latin typeface="Times New Roman"/>
                <a:cs typeface="Times New Roman"/>
              </a:rPr>
              <a:t>is</a:t>
            </a:r>
            <a:r>
              <a:rPr sz="1200" spc="-40" dirty="0">
                <a:latin typeface="Times New Roman"/>
                <a:cs typeface="Times New Roman"/>
              </a:rPr>
              <a:t> </a:t>
            </a:r>
            <a:r>
              <a:rPr sz="1200" spc="-15" dirty="0">
                <a:latin typeface="Times New Roman"/>
                <a:cs typeface="Times New Roman"/>
              </a:rPr>
              <a:t>high.</a:t>
            </a:r>
            <a:endParaRPr sz="1200" dirty="0">
              <a:latin typeface="Times New Roman"/>
              <a:cs typeface="Times New Roman"/>
            </a:endParaRPr>
          </a:p>
        </p:txBody>
      </p:sp>
      <p:sp>
        <p:nvSpPr>
          <p:cNvPr id="4" name="object 4"/>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5784850" cy="8598535"/>
          </a:xfrm>
          <a:prstGeom prst="rect">
            <a:avLst/>
          </a:prstGeom>
        </p:spPr>
        <p:txBody>
          <a:bodyPr vert="horz" wrap="square" lIns="0" tIns="12700" rIns="0" bIns="0" rtlCol="0">
            <a:spAutoFit/>
          </a:bodyPr>
          <a:lstStyle/>
          <a:p>
            <a:pPr marL="478790" indent="-227965" algn="just">
              <a:lnSpc>
                <a:spcPct val="100000"/>
              </a:lnSpc>
              <a:spcBef>
                <a:spcPts val="100"/>
              </a:spcBef>
              <a:buAutoNum type="arabicPeriod" startAt="6"/>
              <a:tabLst>
                <a:tab pos="479425" algn="l"/>
              </a:tabLst>
            </a:pPr>
            <a:r>
              <a:rPr sz="1200" b="1" spc="-15" dirty="0">
                <a:latin typeface="Times New Roman"/>
                <a:cs typeface="Times New Roman"/>
              </a:rPr>
              <a:t>Backup</a:t>
            </a:r>
            <a:endParaRPr sz="1200">
              <a:latin typeface="Times New Roman"/>
              <a:cs typeface="Times New Roman"/>
            </a:endParaRPr>
          </a:p>
          <a:p>
            <a:pPr marL="12700" marR="59055" indent="684530">
              <a:lnSpc>
                <a:spcPct val="155000"/>
              </a:lnSpc>
              <a:spcBef>
                <a:spcPts val="515"/>
              </a:spcBef>
            </a:pPr>
            <a:r>
              <a:rPr sz="1200" spc="-5" dirty="0">
                <a:latin typeface="Times New Roman"/>
                <a:cs typeface="Times New Roman"/>
              </a:rPr>
              <a:t>Backup </a:t>
            </a:r>
            <a:r>
              <a:rPr sz="1200" dirty="0">
                <a:latin typeface="Times New Roman"/>
                <a:cs typeface="Times New Roman"/>
              </a:rPr>
              <a:t>of </a:t>
            </a:r>
            <a:r>
              <a:rPr sz="1200" spc="-5" dirty="0">
                <a:latin typeface="Times New Roman"/>
                <a:cs typeface="Times New Roman"/>
              </a:rPr>
              <a:t>data cannot </a:t>
            </a:r>
            <a:r>
              <a:rPr sz="1200" dirty="0">
                <a:latin typeface="Times New Roman"/>
                <a:cs typeface="Times New Roman"/>
              </a:rPr>
              <a:t>be done </a:t>
            </a:r>
            <a:r>
              <a:rPr sz="1200" spc="-5" dirty="0">
                <a:latin typeface="Times New Roman"/>
                <a:cs typeface="Times New Roman"/>
              </a:rPr>
              <a:t>easily </a:t>
            </a:r>
            <a:r>
              <a:rPr sz="1200" dirty="0">
                <a:latin typeface="Times New Roman"/>
                <a:cs typeface="Times New Roman"/>
              </a:rPr>
              <a:t>since all the </a:t>
            </a:r>
            <a:r>
              <a:rPr sz="1200" spc="-5" dirty="0">
                <a:latin typeface="Times New Roman"/>
                <a:cs typeface="Times New Roman"/>
              </a:rPr>
              <a:t>data are </a:t>
            </a:r>
            <a:r>
              <a:rPr sz="1200" dirty="0">
                <a:latin typeface="Times New Roman"/>
                <a:cs typeface="Times New Roman"/>
              </a:rPr>
              <a:t>in </a:t>
            </a:r>
            <a:r>
              <a:rPr sz="1200" spc="-20" dirty="0">
                <a:latin typeface="Times New Roman"/>
                <a:cs typeface="Times New Roman"/>
              </a:rPr>
              <a:t>different </a:t>
            </a:r>
            <a:r>
              <a:rPr sz="1200" spc="-5" dirty="0">
                <a:latin typeface="Times New Roman"/>
                <a:cs typeface="Times New Roman"/>
              </a:rPr>
              <a:t>files and </a:t>
            </a:r>
            <a:r>
              <a:rPr sz="1200" spc="-20" dirty="0">
                <a:latin typeface="Times New Roman"/>
                <a:cs typeface="Times New Roman"/>
              </a:rPr>
              <a:t>are </a:t>
            </a:r>
            <a:r>
              <a:rPr sz="1200" spc="-285" dirty="0">
                <a:latin typeface="Times New Roman"/>
                <a:cs typeface="Times New Roman"/>
              </a:rPr>
              <a:t> </a:t>
            </a:r>
            <a:r>
              <a:rPr sz="1200" spc="-5" dirty="0">
                <a:latin typeface="Times New Roman"/>
                <a:cs typeface="Times New Roman"/>
              </a:rPr>
              <a:t>written</a:t>
            </a:r>
            <a:r>
              <a:rPr sz="1200" spc="-1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paper.</a:t>
            </a:r>
            <a:endParaRPr sz="1200">
              <a:latin typeface="Times New Roman"/>
              <a:cs typeface="Times New Roman"/>
            </a:endParaRPr>
          </a:p>
          <a:p>
            <a:pPr>
              <a:lnSpc>
                <a:spcPct val="100000"/>
              </a:lnSpc>
              <a:spcBef>
                <a:spcPts val="25"/>
              </a:spcBef>
            </a:pPr>
            <a:endParaRPr sz="1650">
              <a:latin typeface="Times New Roman"/>
              <a:cs typeface="Times New Roman"/>
            </a:endParaRPr>
          </a:p>
          <a:p>
            <a:pPr marL="478790" indent="-227965" algn="just">
              <a:lnSpc>
                <a:spcPct val="100000"/>
              </a:lnSpc>
              <a:buAutoNum type="arabicPeriod" startAt="7"/>
              <a:tabLst>
                <a:tab pos="479425" algn="l"/>
              </a:tabLst>
            </a:pPr>
            <a:r>
              <a:rPr sz="1200" b="1" spc="-15" dirty="0">
                <a:latin typeface="Times New Roman"/>
                <a:cs typeface="Times New Roman"/>
              </a:rPr>
              <a:t>Searching</a:t>
            </a:r>
            <a:endParaRPr sz="1200">
              <a:latin typeface="Times New Roman"/>
              <a:cs typeface="Times New Roman"/>
            </a:endParaRPr>
          </a:p>
          <a:p>
            <a:pPr>
              <a:lnSpc>
                <a:spcPct val="100000"/>
              </a:lnSpc>
              <a:spcBef>
                <a:spcPts val="35"/>
              </a:spcBef>
              <a:buFont typeface="Times New Roman"/>
              <a:buAutoNum type="arabicPeriod" startAt="7"/>
            </a:pPr>
            <a:endParaRPr sz="1400">
              <a:latin typeface="Times New Roman"/>
              <a:cs typeface="Times New Roman"/>
            </a:endParaRPr>
          </a:p>
          <a:p>
            <a:pPr marL="609600">
              <a:lnSpc>
                <a:spcPct val="100000"/>
              </a:lnSpc>
            </a:pPr>
            <a:r>
              <a:rPr sz="1200" spc="-15" dirty="0">
                <a:latin typeface="Times New Roman"/>
                <a:cs typeface="Times New Roman"/>
              </a:rPr>
              <a:t>Difficult</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know</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details</a:t>
            </a:r>
            <a:r>
              <a:rPr sz="1200" spc="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5" dirty="0">
                <a:latin typeface="Times New Roman"/>
                <a:cs typeface="Times New Roman"/>
              </a:rPr>
              <a:t>an</a:t>
            </a:r>
            <a:r>
              <a:rPr sz="1200" spc="-10" dirty="0">
                <a:latin typeface="Times New Roman"/>
                <a:cs typeface="Times New Roman"/>
              </a:rPr>
              <a:t> </a:t>
            </a:r>
            <a:r>
              <a:rPr sz="1200" spc="-5" dirty="0">
                <a:latin typeface="Times New Roman"/>
                <a:cs typeface="Times New Roman"/>
              </a:rPr>
              <a:t>item</a:t>
            </a:r>
            <a:r>
              <a:rPr sz="1200" spc="5" dirty="0">
                <a:latin typeface="Times New Roman"/>
                <a:cs typeface="Times New Roman"/>
              </a:rPr>
              <a:t> </a:t>
            </a:r>
            <a:r>
              <a:rPr sz="1200" dirty="0">
                <a:latin typeface="Times New Roman"/>
                <a:cs typeface="Times New Roman"/>
              </a:rPr>
              <a:t>since</a:t>
            </a:r>
            <a:r>
              <a:rPr sz="1200" spc="-5" dirty="0">
                <a:latin typeface="Times New Roman"/>
                <a:cs typeface="Times New Roman"/>
              </a:rPr>
              <a:t> we</a:t>
            </a:r>
            <a:r>
              <a:rPr sz="1200" spc="-20" dirty="0">
                <a:latin typeface="Times New Roman"/>
                <a:cs typeface="Times New Roman"/>
              </a:rPr>
              <a:t> </a:t>
            </a:r>
            <a:r>
              <a:rPr sz="1200" spc="-5" dirty="0">
                <a:latin typeface="Times New Roman"/>
                <a:cs typeface="Times New Roman"/>
              </a:rPr>
              <a:t>have</a:t>
            </a:r>
            <a:r>
              <a:rPr sz="1200" spc="-1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look</a:t>
            </a:r>
            <a:r>
              <a:rPr sz="1200" spc="-5" dirty="0">
                <a:latin typeface="Times New Roman"/>
                <a:cs typeface="Times New Roman"/>
              </a:rPr>
              <a:t> through</a:t>
            </a:r>
            <a:r>
              <a:rPr sz="1200" spc="5" dirty="0">
                <a:latin typeface="Times New Roman"/>
                <a:cs typeface="Times New Roman"/>
              </a:rPr>
              <a:t> </a:t>
            </a:r>
            <a:r>
              <a:rPr sz="1200" dirty="0">
                <a:latin typeface="Times New Roman"/>
                <a:cs typeface="Times New Roman"/>
              </a:rPr>
              <a:t>many</a:t>
            </a:r>
            <a:r>
              <a:rPr sz="1200" spc="-5" dirty="0">
                <a:latin typeface="Times New Roman"/>
                <a:cs typeface="Times New Roman"/>
              </a:rPr>
              <a:t> </a:t>
            </a:r>
            <a:r>
              <a:rPr sz="1200" spc="-20" dirty="0">
                <a:latin typeface="Times New Roman"/>
                <a:cs typeface="Times New Roman"/>
              </a:rPr>
              <a:t>records.</a:t>
            </a:r>
            <a:endParaRPr sz="1200">
              <a:latin typeface="Times New Roman"/>
              <a:cs typeface="Times New Roman"/>
            </a:endParaRPr>
          </a:p>
          <a:p>
            <a:pPr marL="12700" algn="just">
              <a:lnSpc>
                <a:spcPct val="100000"/>
              </a:lnSpc>
              <a:spcBef>
                <a:spcPts val="790"/>
              </a:spcBef>
            </a:pPr>
            <a:r>
              <a:rPr sz="1200" spc="-5" dirty="0">
                <a:latin typeface="Times New Roman"/>
                <a:cs typeface="Times New Roman"/>
              </a:rPr>
              <a:t>Similarly</a:t>
            </a:r>
            <a:r>
              <a:rPr sz="1200" dirty="0">
                <a:latin typeface="Times New Roman"/>
                <a:cs typeface="Times New Roman"/>
              </a:rPr>
              <a:t> </a:t>
            </a:r>
            <a:r>
              <a:rPr sz="1200" spc="-15" dirty="0">
                <a:latin typeface="Times New Roman"/>
                <a:cs typeface="Times New Roman"/>
              </a:rPr>
              <a:t>difficult</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know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details.</a:t>
            </a:r>
            <a:endParaRPr sz="1200">
              <a:latin typeface="Times New Roman"/>
              <a:cs typeface="Times New Roman"/>
            </a:endParaRPr>
          </a:p>
          <a:p>
            <a:pPr>
              <a:lnSpc>
                <a:spcPct val="100000"/>
              </a:lnSpc>
              <a:spcBef>
                <a:spcPts val="35"/>
              </a:spcBef>
            </a:pPr>
            <a:endParaRPr sz="1400">
              <a:latin typeface="Times New Roman"/>
              <a:cs typeface="Times New Roman"/>
            </a:endParaRPr>
          </a:p>
          <a:p>
            <a:pPr marL="478790" indent="-227965" algn="just">
              <a:lnSpc>
                <a:spcPct val="100000"/>
              </a:lnSpc>
              <a:buAutoNum type="arabicPeriod" startAt="8"/>
              <a:tabLst>
                <a:tab pos="479425" algn="l"/>
              </a:tabLst>
            </a:pPr>
            <a:r>
              <a:rPr sz="1200" b="1" spc="-15" dirty="0">
                <a:latin typeface="Times New Roman"/>
                <a:cs typeface="Times New Roman"/>
              </a:rPr>
              <a:t>Boring</a:t>
            </a:r>
            <a:endParaRPr sz="1200">
              <a:latin typeface="Times New Roman"/>
              <a:cs typeface="Times New Roman"/>
            </a:endParaRPr>
          </a:p>
          <a:p>
            <a:pPr marL="18415" marR="14604" indent="-6350" algn="just">
              <a:lnSpc>
                <a:spcPct val="150000"/>
              </a:lnSpc>
              <a:spcBef>
                <a:spcPts val="640"/>
              </a:spcBef>
            </a:pPr>
            <a:r>
              <a:rPr sz="1200" dirty="0">
                <a:latin typeface="Times New Roman"/>
                <a:cs typeface="Times New Roman"/>
              </a:rPr>
              <a:t>Record</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details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house</a:t>
            </a:r>
            <a:r>
              <a:rPr sz="1200" spc="-15" dirty="0">
                <a:latin typeface="Times New Roman"/>
                <a:cs typeface="Times New Roman"/>
              </a:rPr>
              <a:t> </a:t>
            </a:r>
            <a:r>
              <a:rPr sz="1200" spc="-10" dirty="0">
                <a:latin typeface="Times New Roman"/>
                <a:cs typeface="Times New Roman"/>
              </a:rPr>
              <a:t>members</a:t>
            </a:r>
            <a:r>
              <a:rPr sz="1200" spc="-20" dirty="0">
                <a:latin typeface="Times New Roman"/>
                <a:cs typeface="Times New Roman"/>
              </a:rPr>
              <a:t> </a:t>
            </a:r>
            <a:r>
              <a:rPr sz="1200" spc="10" dirty="0">
                <a:latin typeface="Times New Roman"/>
                <a:cs typeface="Times New Roman"/>
              </a:rPr>
              <a:t>by</a:t>
            </a:r>
            <a:r>
              <a:rPr sz="1200" spc="-30" dirty="0">
                <a:latin typeface="Times New Roman"/>
                <a:cs typeface="Times New Roman"/>
              </a:rPr>
              <a:t> </a:t>
            </a:r>
            <a:r>
              <a:rPr sz="1200" dirty="0">
                <a:latin typeface="Times New Roman"/>
                <a:cs typeface="Times New Roman"/>
              </a:rPr>
              <a:t>repeating</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same</a:t>
            </a:r>
            <a:r>
              <a:rPr sz="1200" spc="-20" dirty="0">
                <a:latin typeface="Times New Roman"/>
                <a:cs typeface="Times New Roman"/>
              </a:rPr>
              <a:t> </a:t>
            </a:r>
            <a:r>
              <a:rPr sz="1200" dirty="0">
                <a:latin typeface="Times New Roman"/>
                <a:cs typeface="Times New Roman"/>
              </a:rPr>
              <a:t>questions</a:t>
            </a:r>
            <a:r>
              <a:rPr sz="1200" spc="-1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different</a:t>
            </a:r>
            <a:r>
              <a:rPr sz="1200" spc="-25" dirty="0">
                <a:latin typeface="Times New Roman"/>
                <a:cs typeface="Times New Roman"/>
              </a:rPr>
              <a:t> </a:t>
            </a:r>
            <a:r>
              <a:rPr sz="1200" dirty="0">
                <a:latin typeface="Times New Roman"/>
                <a:cs typeface="Times New Roman"/>
              </a:rPr>
              <a:t>house</a:t>
            </a:r>
            <a:r>
              <a:rPr sz="1200" spc="-20" dirty="0">
                <a:latin typeface="Times New Roman"/>
                <a:cs typeface="Times New Roman"/>
              </a:rPr>
              <a:t> </a:t>
            </a:r>
            <a:r>
              <a:rPr sz="1200" spc="-10" dirty="0">
                <a:latin typeface="Times New Roman"/>
                <a:cs typeface="Times New Roman"/>
              </a:rPr>
              <a:t>boring </a:t>
            </a:r>
            <a:r>
              <a:rPr sz="1200" spc="-28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human</a:t>
            </a:r>
            <a:r>
              <a:rPr sz="1200" spc="-10" dirty="0">
                <a:latin typeface="Times New Roman"/>
                <a:cs typeface="Times New Roman"/>
              </a:rPr>
              <a:t> </a:t>
            </a:r>
            <a:r>
              <a:rPr sz="1200" spc="-5" dirty="0">
                <a:latin typeface="Times New Roman"/>
                <a:cs typeface="Times New Roman"/>
              </a:rPr>
              <a:t>beings.</a:t>
            </a:r>
            <a:r>
              <a:rPr sz="1200" spc="5" dirty="0">
                <a:latin typeface="Times New Roman"/>
                <a:cs typeface="Times New Roman"/>
              </a:rPr>
              <a:t> </a:t>
            </a:r>
            <a:r>
              <a:rPr sz="1200" spc="-5" dirty="0">
                <a:latin typeface="Times New Roman"/>
                <a:cs typeface="Times New Roman"/>
              </a:rPr>
              <a:t>Computer</a:t>
            </a:r>
            <a:r>
              <a:rPr sz="1200" spc="-15" dirty="0">
                <a:latin typeface="Times New Roman"/>
                <a:cs typeface="Times New Roman"/>
              </a:rPr>
              <a:t> </a:t>
            </a:r>
            <a:r>
              <a:rPr sz="1200" spc="-5" dirty="0">
                <a:latin typeface="Times New Roman"/>
                <a:cs typeface="Times New Roman"/>
              </a:rPr>
              <a:t>can</a:t>
            </a:r>
            <a:r>
              <a:rPr sz="1200" spc="5" dirty="0">
                <a:latin typeface="Times New Roman"/>
                <a:cs typeface="Times New Roman"/>
              </a:rPr>
              <a:t> </a:t>
            </a:r>
            <a:r>
              <a:rPr sz="1200" dirty="0">
                <a:latin typeface="Times New Roman"/>
                <a:cs typeface="Times New Roman"/>
              </a:rPr>
              <a:t>do</a:t>
            </a:r>
            <a:r>
              <a:rPr sz="1200" spc="-20" dirty="0">
                <a:latin typeface="Times New Roman"/>
                <a:cs typeface="Times New Roman"/>
              </a:rPr>
              <a:t> </a:t>
            </a:r>
            <a:r>
              <a:rPr sz="1200" spc="-5" dirty="0">
                <a:latin typeface="Times New Roman"/>
                <a:cs typeface="Times New Roman"/>
              </a:rPr>
              <a:t>such</a:t>
            </a:r>
            <a:r>
              <a:rPr sz="1200" spc="-15" dirty="0">
                <a:latin typeface="Times New Roman"/>
                <a:cs typeface="Times New Roman"/>
              </a:rPr>
              <a:t> </a:t>
            </a:r>
            <a:r>
              <a:rPr sz="1200" spc="-5" dirty="0">
                <a:latin typeface="Times New Roman"/>
                <a:cs typeface="Times New Roman"/>
              </a:rPr>
              <a:t>things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seconds</a:t>
            </a:r>
            <a:r>
              <a:rPr sz="1200" spc="-30" dirty="0">
                <a:latin typeface="Times New Roman"/>
                <a:cs typeface="Times New Roman"/>
              </a:rPr>
              <a:t> </a:t>
            </a:r>
            <a:r>
              <a:rPr sz="1200" dirty="0">
                <a:latin typeface="Times New Roman"/>
                <a:cs typeface="Times New Roman"/>
              </a:rPr>
              <a:t>without</a:t>
            </a:r>
            <a:r>
              <a:rPr sz="1200" spc="-15" dirty="0">
                <a:latin typeface="Times New Roman"/>
                <a:cs typeface="Times New Roman"/>
              </a:rPr>
              <a:t> </a:t>
            </a:r>
            <a:r>
              <a:rPr sz="1200" spc="-5" dirty="0">
                <a:latin typeface="Times New Roman"/>
                <a:cs typeface="Times New Roman"/>
              </a:rPr>
              <a:t>having</a:t>
            </a:r>
            <a:r>
              <a:rPr sz="1200" spc="5" dirty="0">
                <a:latin typeface="Times New Roman"/>
                <a:cs typeface="Times New Roman"/>
              </a:rPr>
              <a:t> </a:t>
            </a:r>
            <a:r>
              <a:rPr sz="1200" spc="-5" dirty="0">
                <a:latin typeface="Times New Roman"/>
                <a:cs typeface="Times New Roman"/>
              </a:rPr>
              <a:t>any</a:t>
            </a:r>
            <a:r>
              <a:rPr sz="1200" spc="-10" dirty="0">
                <a:latin typeface="Times New Roman"/>
                <a:cs typeface="Times New Roman"/>
              </a:rPr>
              <a:t> </a:t>
            </a:r>
            <a:r>
              <a:rPr sz="1200" spc="-15" dirty="0">
                <a:latin typeface="Times New Roman"/>
                <a:cs typeface="Times New Roman"/>
              </a:rPr>
              <a:t>boredom.</a:t>
            </a:r>
            <a:endParaRPr sz="1200">
              <a:latin typeface="Times New Roman"/>
              <a:cs typeface="Times New Roman"/>
            </a:endParaRPr>
          </a:p>
          <a:p>
            <a:pPr marL="12700" marR="17145" indent="457200" algn="just">
              <a:lnSpc>
                <a:spcPct val="155000"/>
              </a:lnSpc>
              <a:spcBef>
                <a:spcPts val="680"/>
              </a:spcBef>
            </a:pPr>
            <a:r>
              <a:rPr sz="1200" spc="-5" dirty="0">
                <a:latin typeface="Times New Roman"/>
                <a:cs typeface="Times New Roman"/>
              </a:rPr>
              <a:t>Based </a:t>
            </a:r>
            <a:r>
              <a:rPr sz="1200" dirty="0">
                <a:latin typeface="Times New Roman"/>
                <a:cs typeface="Times New Roman"/>
              </a:rPr>
              <a:t>on the </a:t>
            </a:r>
            <a:r>
              <a:rPr sz="1200" spc="-5" dirty="0">
                <a:latin typeface="Times New Roman"/>
                <a:cs typeface="Times New Roman"/>
              </a:rPr>
              <a:t>drawbacks and </a:t>
            </a:r>
            <a:r>
              <a:rPr sz="1200" dirty="0">
                <a:latin typeface="Times New Roman"/>
                <a:cs typeface="Times New Roman"/>
              </a:rPr>
              <a:t>inadequacies of the existing </a:t>
            </a:r>
            <a:r>
              <a:rPr sz="1200" spc="-5" dirty="0">
                <a:latin typeface="Times New Roman"/>
                <a:cs typeface="Times New Roman"/>
              </a:rPr>
              <a:t>system, </a:t>
            </a:r>
            <a:r>
              <a:rPr sz="1200" dirty="0">
                <a:latin typeface="Times New Roman"/>
                <a:cs typeface="Times New Roman"/>
              </a:rPr>
              <a:t>the new </a:t>
            </a:r>
            <a:r>
              <a:rPr sz="1200" spc="-5" dirty="0">
                <a:latin typeface="Times New Roman"/>
                <a:cs typeface="Times New Roman"/>
              </a:rPr>
              <a:t>system </a:t>
            </a:r>
            <a:r>
              <a:rPr sz="1200" spc="-30" dirty="0">
                <a:latin typeface="Times New Roman"/>
                <a:cs typeface="Times New Roman"/>
              </a:rPr>
              <a:t>is </a:t>
            </a:r>
            <a:r>
              <a:rPr sz="1200" spc="-25" dirty="0">
                <a:latin typeface="Times New Roman"/>
                <a:cs typeface="Times New Roman"/>
              </a:rPr>
              <a:t> </a:t>
            </a:r>
            <a:r>
              <a:rPr sz="1200" spc="-5" dirty="0">
                <a:latin typeface="Times New Roman"/>
                <a:cs typeface="Times New Roman"/>
              </a:rPr>
              <a:t>designed </a:t>
            </a:r>
            <a:r>
              <a:rPr sz="1200" dirty="0">
                <a:latin typeface="Times New Roman"/>
                <a:cs typeface="Times New Roman"/>
              </a:rPr>
              <a:t>which </a:t>
            </a:r>
            <a:r>
              <a:rPr sz="1200" spc="-5" dirty="0">
                <a:latin typeface="Times New Roman"/>
                <a:cs typeface="Times New Roman"/>
              </a:rPr>
              <a:t>could </a:t>
            </a:r>
            <a:r>
              <a:rPr sz="1200" dirty="0">
                <a:latin typeface="Times New Roman"/>
                <a:cs typeface="Times New Roman"/>
              </a:rPr>
              <a:t>rectify </a:t>
            </a:r>
            <a:r>
              <a:rPr sz="1200" spc="-5" dirty="0">
                <a:latin typeface="Times New Roman"/>
                <a:cs typeface="Times New Roman"/>
              </a:rPr>
              <a:t>all </a:t>
            </a:r>
            <a:r>
              <a:rPr sz="1200" dirty="0">
                <a:latin typeface="Times New Roman"/>
                <a:cs typeface="Times New Roman"/>
              </a:rPr>
              <a:t>the existing </a:t>
            </a:r>
            <a:r>
              <a:rPr sz="1200" spc="-5" dirty="0">
                <a:latin typeface="Times New Roman"/>
                <a:cs typeface="Times New Roman"/>
              </a:rPr>
              <a:t>system. For </a:t>
            </a:r>
            <a:r>
              <a:rPr sz="1200" dirty="0">
                <a:latin typeface="Times New Roman"/>
                <a:cs typeface="Times New Roman"/>
              </a:rPr>
              <a:t>that discussions </a:t>
            </a:r>
            <a:r>
              <a:rPr sz="1200" spc="-5" dirty="0">
                <a:latin typeface="Times New Roman"/>
                <a:cs typeface="Times New Roman"/>
              </a:rPr>
              <a:t>were </a:t>
            </a:r>
            <a:r>
              <a:rPr sz="1200" dirty="0">
                <a:latin typeface="Times New Roman"/>
                <a:cs typeface="Times New Roman"/>
              </a:rPr>
              <a:t>carried out </a:t>
            </a:r>
            <a:r>
              <a:rPr sz="1200" spc="-25" dirty="0">
                <a:latin typeface="Times New Roman"/>
                <a:cs typeface="Times New Roman"/>
              </a:rPr>
              <a:t>to </a:t>
            </a:r>
            <a:r>
              <a:rPr sz="1200" spc="-20" dirty="0">
                <a:latin typeface="Times New Roman"/>
                <a:cs typeface="Times New Roman"/>
              </a:rPr>
              <a:t> </a:t>
            </a:r>
            <a:r>
              <a:rPr sz="1200" spc="-5"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best</a:t>
            </a:r>
            <a:r>
              <a:rPr sz="1200" spc="-20" dirty="0">
                <a:latin typeface="Times New Roman"/>
                <a:cs typeface="Times New Roman"/>
              </a:rPr>
              <a:t> </a:t>
            </a:r>
            <a:r>
              <a:rPr sz="1200" spc="-5" dirty="0">
                <a:latin typeface="Times New Roman"/>
                <a:cs typeface="Times New Roman"/>
              </a:rPr>
              <a:t>package</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5" dirty="0">
                <a:latin typeface="Times New Roman"/>
                <a:cs typeface="Times New Roman"/>
              </a:rPr>
              <a:t>developing</a:t>
            </a:r>
            <a:r>
              <a:rPr sz="1200" dirty="0">
                <a:latin typeface="Times New Roman"/>
                <a:cs typeface="Times New Roman"/>
              </a:rPr>
              <a:t> </a:t>
            </a:r>
            <a:r>
              <a:rPr sz="1200" spc="-5" dirty="0">
                <a:latin typeface="Times New Roman"/>
                <a:cs typeface="Times New Roman"/>
              </a:rPr>
              <a:t>new</a:t>
            </a:r>
            <a:r>
              <a:rPr sz="1200" spc="-30" dirty="0">
                <a:latin typeface="Times New Roman"/>
                <a:cs typeface="Times New Roman"/>
              </a:rPr>
              <a:t> </a:t>
            </a:r>
            <a:r>
              <a:rPr sz="1200" spc="-20" dirty="0">
                <a:latin typeface="Times New Roman"/>
                <a:cs typeface="Times New Roman"/>
              </a:rPr>
              <a:t>systems.</a:t>
            </a:r>
            <a:endParaRPr sz="1200">
              <a:latin typeface="Times New Roman"/>
              <a:cs typeface="Times New Roman"/>
            </a:endParaRPr>
          </a:p>
          <a:p>
            <a:pPr>
              <a:lnSpc>
                <a:spcPct val="100000"/>
              </a:lnSpc>
              <a:spcBef>
                <a:spcPts val="50"/>
              </a:spcBef>
            </a:pPr>
            <a:endParaRPr sz="1800">
              <a:latin typeface="Times New Roman"/>
              <a:cs typeface="Times New Roman"/>
            </a:endParaRPr>
          </a:p>
          <a:p>
            <a:pPr marL="12700" algn="just">
              <a:lnSpc>
                <a:spcPct val="100000"/>
              </a:lnSpc>
            </a:pPr>
            <a:r>
              <a:rPr sz="1400" b="1" dirty="0">
                <a:latin typeface="Times New Roman"/>
                <a:cs typeface="Times New Roman"/>
              </a:rPr>
              <a:t>3.4</a:t>
            </a:r>
            <a:r>
              <a:rPr sz="1400" b="1" spc="-55" dirty="0">
                <a:latin typeface="Times New Roman"/>
                <a:cs typeface="Times New Roman"/>
              </a:rPr>
              <a:t> </a:t>
            </a:r>
            <a:r>
              <a:rPr sz="1400" b="1" spc="-5" dirty="0">
                <a:latin typeface="Times New Roman"/>
                <a:cs typeface="Times New Roman"/>
              </a:rPr>
              <a:t>Feasibility</a:t>
            </a:r>
            <a:r>
              <a:rPr sz="1400" b="1" spc="-75" dirty="0">
                <a:latin typeface="Times New Roman"/>
                <a:cs typeface="Times New Roman"/>
              </a:rPr>
              <a:t> </a:t>
            </a:r>
            <a:r>
              <a:rPr sz="1400" b="1" spc="-15" dirty="0">
                <a:latin typeface="Times New Roman"/>
                <a:cs typeface="Times New Roman"/>
              </a:rPr>
              <a:t>Study</a:t>
            </a:r>
            <a:endParaRPr sz="1400">
              <a:latin typeface="Times New Roman"/>
              <a:cs typeface="Times New Roman"/>
            </a:endParaRPr>
          </a:p>
          <a:p>
            <a:pPr marL="12700" marR="12065" indent="457200" algn="just">
              <a:lnSpc>
                <a:spcPct val="155000"/>
              </a:lnSpc>
              <a:spcBef>
                <a:spcPts val="430"/>
              </a:spcBef>
            </a:pPr>
            <a:r>
              <a:rPr sz="1200" spc="-5" dirty="0">
                <a:latin typeface="Times New Roman"/>
                <a:cs typeface="Times New Roman"/>
              </a:rPr>
              <a:t>A </a:t>
            </a:r>
            <a:r>
              <a:rPr sz="1200" spc="-10" dirty="0">
                <a:latin typeface="Times New Roman"/>
                <a:cs typeface="Times New Roman"/>
              </a:rPr>
              <a:t>procedure </a:t>
            </a:r>
            <a:r>
              <a:rPr sz="1200" dirty="0">
                <a:latin typeface="Times New Roman"/>
                <a:cs typeface="Times New Roman"/>
              </a:rPr>
              <a:t>that </a:t>
            </a:r>
            <a:r>
              <a:rPr sz="1200" spc="-5" dirty="0">
                <a:latin typeface="Times New Roman"/>
                <a:cs typeface="Times New Roman"/>
              </a:rPr>
              <a:t>identifies, </a:t>
            </a:r>
            <a:r>
              <a:rPr sz="1200" spc="-15" dirty="0">
                <a:latin typeface="Times New Roman"/>
                <a:cs typeface="Times New Roman"/>
              </a:rPr>
              <a:t>describes </a:t>
            </a:r>
            <a:r>
              <a:rPr sz="1200" spc="-5" dirty="0">
                <a:latin typeface="Times New Roman"/>
                <a:cs typeface="Times New Roman"/>
              </a:rPr>
              <a:t>and </a:t>
            </a:r>
            <a:r>
              <a:rPr sz="1200" spc="-10" dirty="0">
                <a:latin typeface="Times New Roman"/>
                <a:cs typeface="Times New Roman"/>
              </a:rPr>
              <a:t>evaluates </a:t>
            </a:r>
            <a:r>
              <a:rPr sz="1200" dirty="0">
                <a:latin typeface="Times New Roman"/>
                <a:cs typeface="Times New Roman"/>
              </a:rPr>
              <a:t>the </a:t>
            </a:r>
            <a:r>
              <a:rPr sz="1200" spc="-15" dirty="0">
                <a:latin typeface="Times New Roman"/>
                <a:cs typeface="Times New Roman"/>
              </a:rPr>
              <a:t>proposed </a:t>
            </a:r>
            <a:r>
              <a:rPr sz="1200" spc="-5" dirty="0">
                <a:latin typeface="Times New Roman"/>
                <a:cs typeface="Times New Roman"/>
              </a:rPr>
              <a:t>system and </a:t>
            </a:r>
            <a:r>
              <a:rPr sz="1200" spc="-10" dirty="0">
                <a:latin typeface="Times New Roman"/>
                <a:cs typeface="Times New Roman"/>
              </a:rPr>
              <a:t>selects </a:t>
            </a:r>
            <a:r>
              <a:rPr sz="1200" dirty="0">
                <a:latin typeface="Times New Roman"/>
                <a:cs typeface="Times New Roman"/>
              </a:rPr>
              <a:t>the </a:t>
            </a:r>
            <a:r>
              <a:rPr sz="1200" spc="-285" dirty="0">
                <a:latin typeface="Times New Roman"/>
                <a:cs typeface="Times New Roman"/>
              </a:rPr>
              <a:t> </a:t>
            </a:r>
            <a:r>
              <a:rPr sz="1200" spc="-5" dirty="0">
                <a:latin typeface="Times New Roman"/>
                <a:cs typeface="Times New Roman"/>
              </a:rPr>
              <a:t>best</a:t>
            </a:r>
            <a:r>
              <a:rPr sz="1200" dirty="0">
                <a:latin typeface="Times New Roman"/>
                <a:cs typeface="Times New Roman"/>
              </a:rPr>
              <a:t> </a:t>
            </a:r>
            <a:r>
              <a:rPr sz="1200" spc="-5" dirty="0">
                <a:latin typeface="Times New Roman"/>
                <a:cs typeface="Times New Roman"/>
              </a:rPr>
              <a:t>system</a:t>
            </a:r>
            <a:r>
              <a:rPr sz="1200" dirty="0">
                <a:latin typeface="Times New Roman"/>
                <a:cs typeface="Times New Roman"/>
              </a:rPr>
              <a:t> for</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job</a:t>
            </a:r>
            <a:r>
              <a:rPr sz="1200" spc="-5" dirty="0">
                <a:latin typeface="Times New Roman"/>
                <a:cs typeface="Times New Roman"/>
              </a:rPr>
              <a:t> is</a:t>
            </a:r>
            <a:r>
              <a:rPr sz="1200" dirty="0">
                <a:latin typeface="Times New Roman"/>
                <a:cs typeface="Times New Roman"/>
              </a:rPr>
              <a:t> </a:t>
            </a:r>
            <a:r>
              <a:rPr sz="1200" spc="-10" dirty="0">
                <a:latin typeface="Times New Roman"/>
                <a:cs typeface="Times New Roman"/>
              </a:rPr>
              <a:t>called</a:t>
            </a:r>
            <a:r>
              <a:rPr sz="1200" spc="-5" dirty="0">
                <a:latin typeface="Times New Roman"/>
                <a:cs typeface="Times New Roman"/>
              </a:rPr>
              <a:t> </a:t>
            </a:r>
            <a:r>
              <a:rPr sz="1200" spc="-10" dirty="0">
                <a:latin typeface="Times New Roman"/>
                <a:cs typeface="Times New Roman"/>
              </a:rPr>
              <a:t>feasibility</a:t>
            </a:r>
            <a:r>
              <a:rPr sz="1200" spc="-5" dirty="0">
                <a:latin typeface="Times New Roman"/>
                <a:cs typeface="Times New Roman"/>
              </a:rPr>
              <a:t> </a:t>
            </a:r>
            <a:r>
              <a:rPr sz="1200" spc="-15" dirty="0">
                <a:latin typeface="Times New Roman"/>
                <a:cs typeface="Times New Roman"/>
              </a:rPr>
              <a:t>study.</a:t>
            </a:r>
            <a:r>
              <a:rPr sz="1200" spc="-10" dirty="0">
                <a:latin typeface="Times New Roman"/>
                <a:cs typeface="Times New Roman"/>
              </a:rPr>
              <a:t> Depending</a:t>
            </a:r>
            <a:r>
              <a:rPr sz="1200" spc="-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5" dirty="0">
                <a:latin typeface="Times New Roman"/>
                <a:cs typeface="Times New Roman"/>
              </a:rPr>
              <a:t>initial</a:t>
            </a:r>
            <a:r>
              <a:rPr sz="1200" spc="-10" dirty="0">
                <a:latin typeface="Times New Roman"/>
                <a:cs typeface="Times New Roman"/>
              </a:rPr>
              <a:t> investigation </a:t>
            </a:r>
            <a:r>
              <a:rPr sz="1200" spc="-5" dirty="0">
                <a:latin typeface="Times New Roman"/>
                <a:cs typeface="Times New Roman"/>
              </a:rPr>
              <a:t> </a:t>
            </a:r>
            <a:r>
              <a:rPr sz="1200" spc="-10" dirty="0">
                <a:latin typeface="Times New Roman"/>
                <a:cs typeface="Times New Roman"/>
              </a:rPr>
              <a:t>feasibility </a:t>
            </a:r>
            <a:r>
              <a:rPr sz="1200" spc="5" dirty="0">
                <a:latin typeface="Times New Roman"/>
                <a:cs typeface="Times New Roman"/>
              </a:rPr>
              <a:t>study </a:t>
            </a:r>
            <a:r>
              <a:rPr sz="1200" spc="-5" dirty="0">
                <a:latin typeface="Times New Roman"/>
                <a:cs typeface="Times New Roman"/>
              </a:rPr>
              <a:t>is </a:t>
            </a:r>
            <a:r>
              <a:rPr sz="1200" dirty="0">
                <a:latin typeface="Times New Roman"/>
                <a:cs typeface="Times New Roman"/>
              </a:rPr>
              <a:t>the test of a </a:t>
            </a:r>
            <a:r>
              <a:rPr sz="1200" spc="-10" dirty="0">
                <a:latin typeface="Times New Roman"/>
                <a:cs typeface="Times New Roman"/>
              </a:rPr>
              <a:t>system </a:t>
            </a:r>
            <a:r>
              <a:rPr sz="1200" spc="-15" dirty="0">
                <a:latin typeface="Times New Roman"/>
                <a:cs typeface="Times New Roman"/>
              </a:rPr>
              <a:t>proposed </a:t>
            </a:r>
            <a:r>
              <a:rPr sz="1200" spc="-10" dirty="0">
                <a:latin typeface="Times New Roman"/>
                <a:cs typeface="Times New Roman"/>
              </a:rPr>
              <a:t>according </a:t>
            </a:r>
            <a:r>
              <a:rPr sz="1200" dirty="0">
                <a:latin typeface="Times New Roman"/>
                <a:cs typeface="Times New Roman"/>
              </a:rPr>
              <a:t>to </a:t>
            </a:r>
            <a:r>
              <a:rPr sz="1200" spc="-5" dirty="0">
                <a:latin typeface="Times New Roman"/>
                <a:cs typeface="Times New Roman"/>
              </a:rPr>
              <a:t>its </a:t>
            </a:r>
            <a:r>
              <a:rPr sz="1200" spc="-10" dirty="0">
                <a:latin typeface="Times New Roman"/>
                <a:cs typeface="Times New Roman"/>
              </a:rPr>
              <a:t>work </a:t>
            </a:r>
            <a:r>
              <a:rPr sz="1200" spc="-5" dirty="0">
                <a:latin typeface="Times New Roman"/>
                <a:cs typeface="Times New Roman"/>
              </a:rPr>
              <a:t>ability </a:t>
            </a:r>
            <a:r>
              <a:rPr sz="1200" spc="-10" dirty="0">
                <a:latin typeface="Times New Roman"/>
                <a:cs typeface="Times New Roman"/>
              </a:rPr>
              <a:t>impact </a:t>
            </a:r>
            <a:r>
              <a:rPr sz="1200" dirty="0">
                <a:latin typeface="Times New Roman"/>
                <a:cs typeface="Times New Roman"/>
              </a:rPr>
              <a:t>on </a:t>
            </a:r>
            <a:r>
              <a:rPr sz="1200" spc="-5" dirty="0">
                <a:latin typeface="Times New Roman"/>
                <a:cs typeface="Times New Roman"/>
              </a:rPr>
              <a:t>the </a:t>
            </a:r>
            <a:r>
              <a:rPr sz="1200" dirty="0">
                <a:latin typeface="Times New Roman"/>
                <a:cs typeface="Times New Roman"/>
              </a:rPr>
              <a:t> </a:t>
            </a:r>
            <a:r>
              <a:rPr sz="1200" spc="-15" dirty="0">
                <a:latin typeface="Times New Roman"/>
                <a:cs typeface="Times New Roman"/>
              </a:rPr>
              <a:t>organization,</a:t>
            </a:r>
            <a:r>
              <a:rPr sz="1200" spc="50" dirty="0">
                <a:latin typeface="Times New Roman"/>
                <a:cs typeface="Times New Roman"/>
              </a:rPr>
              <a:t> </a:t>
            </a:r>
            <a:r>
              <a:rPr sz="1200" spc="-5" dirty="0">
                <a:latin typeface="Times New Roman"/>
                <a:cs typeface="Times New Roman"/>
              </a:rPr>
              <a:t>its</a:t>
            </a:r>
            <a:r>
              <a:rPr sz="1200" spc="-20" dirty="0">
                <a:latin typeface="Times New Roman"/>
                <a:cs typeface="Times New Roman"/>
              </a:rPr>
              <a:t> </a:t>
            </a:r>
            <a:r>
              <a:rPr sz="1200" spc="-10" dirty="0">
                <a:latin typeface="Times New Roman"/>
                <a:cs typeface="Times New Roman"/>
              </a:rPr>
              <a:t>ability</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meet</a:t>
            </a:r>
            <a:r>
              <a:rPr sz="1200" spc="30" dirty="0">
                <a:latin typeface="Times New Roman"/>
                <a:cs typeface="Times New Roman"/>
              </a:rPr>
              <a:t> </a:t>
            </a:r>
            <a:r>
              <a:rPr sz="1200" spc="-10" dirty="0">
                <a:latin typeface="Times New Roman"/>
                <a:cs typeface="Times New Roman"/>
              </a:rPr>
              <a:t>the</a:t>
            </a:r>
            <a:r>
              <a:rPr sz="1200" dirty="0">
                <a:latin typeface="Times New Roman"/>
                <a:cs typeface="Times New Roman"/>
              </a:rPr>
              <a:t> </a:t>
            </a:r>
            <a:r>
              <a:rPr sz="1200" spc="-15" dirty="0">
                <a:latin typeface="Times New Roman"/>
                <a:cs typeface="Times New Roman"/>
              </a:rPr>
              <a:t>user</a:t>
            </a:r>
            <a:r>
              <a:rPr sz="1200" dirty="0">
                <a:latin typeface="Times New Roman"/>
                <a:cs typeface="Times New Roman"/>
              </a:rPr>
              <a:t> </a:t>
            </a:r>
            <a:r>
              <a:rPr sz="1200" spc="-5" dirty="0">
                <a:latin typeface="Times New Roman"/>
                <a:cs typeface="Times New Roman"/>
              </a:rPr>
              <a:t>needs</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its</a:t>
            </a:r>
            <a:r>
              <a:rPr sz="1200" spc="-20" dirty="0">
                <a:latin typeface="Times New Roman"/>
                <a:cs typeface="Times New Roman"/>
              </a:rPr>
              <a:t> </a:t>
            </a:r>
            <a:r>
              <a:rPr sz="1200" spc="-10" dirty="0">
                <a:latin typeface="Times New Roman"/>
                <a:cs typeface="Times New Roman"/>
              </a:rPr>
              <a:t>ability</a:t>
            </a:r>
            <a:r>
              <a:rPr sz="1200" spc="1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use</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resource</a:t>
            </a:r>
            <a:r>
              <a:rPr sz="1200" spc="35" dirty="0">
                <a:latin typeface="Times New Roman"/>
                <a:cs typeface="Times New Roman"/>
              </a:rPr>
              <a:t> </a:t>
            </a:r>
            <a:r>
              <a:rPr sz="1200" spc="-20" dirty="0">
                <a:latin typeface="Times New Roman"/>
                <a:cs typeface="Times New Roman"/>
              </a:rPr>
              <a:t>effectively.</a:t>
            </a:r>
            <a:endParaRPr sz="1200">
              <a:latin typeface="Times New Roman"/>
              <a:cs typeface="Times New Roman"/>
            </a:endParaRPr>
          </a:p>
          <a:p>
            <a:pPr marL="12700" marR="11430" indent="457200" algn="just">
              <a:lnSpc>
                <a:spcPct val="153900"/>
              </a:lnSpc>
              <a:spcBef>
                <a:spcPts val="805"/>
              </a:spcBef>
            </a:pPr>
            <a:r>
              <a:rPr sz="1200" dirty="0">
                <a:latin typeface="Times New Roman"/>
                <a:cs typeface="Times New Roman"/>
              </a:rPr>
              <a:t>The </a:t>
            </a:r>
            <a:r>
              <a:rPr sz="1200" spc="-10" dirty="0">
                <a:latin typeface="Times New Roman"/>
                <a:cs typeface="Times New Roman"/>
              </a:rPr>
              <a:t>feasibility </a:t>
            </a:r>
            <a:r>
              <a:rPr sz="1200" spc="5" dirty="0">
                <a:latin typeface="Times New Roman"/>
                <a:cs typeface="Times New Roman"/>
              </a:rPr>
              <a:t>study </a:t>
            </a:r>
            <a:r>
              <a:rPr sz="1200" spc="-5" dirty="0">
                <a:latin typeface="Times New Roman"/>
                <a:cs typeface="Times New Roman"/>
              </a:rPr>
              <a:t>is </a:t>
            </a:r>
            <a:r>
              <a:rPr sz="1200" spc="-10" dirty="0">
                <a:latin typeface="Times New Roman"/>
                <a:cs typeface="Times New Roman"/>
              </a:rPr>
              <a:t>conducted </a:t>
            </a:r>
            <a:r>
              <a:rPr sz="1200" dirty="0">
                <a:latin typeface="Times New Roman"/>
                <a:cs typeface="Times New Roman"/>
              </a:rPr>
              <a:t>to </a:t>
            </a:r>
            <a:r>
              <a:rPr sz="1200" spc="-10" dirty="0">
                <a:latin typeface="Times New Roman"/>
                <a:cs typeface="Times New Roman"/>
              </a:rPr>
              <a:t>determine </a:t>
            </a:r>
            <a:r>
              <a:rPr sz="1200" dirty="0">
                <a:latin typeface="Times New Roman"/>
                <a:cs typeface="Times New Roman"/>
              </a:rPr>
              <a:t>if the </a:t>
            </a:r>
            <a:r>
              <a:rPr sz="1200" spc="-15" dirty="0">
                <a:latin typeface="Times New Roman"/>
                <a:cs typeface="Times New Roman"/>
              </a:rPr>
              <a:t>proposed </a:t>
            </a:r>
            <a:r>
              <a:rPr sz="1200" spc="-5" dirty="0">
                <a:latin typeface="Times New Roman"/>
                <a:cs typeface="Times New Roman"/>
              </a:rPr>
              <a:t>system is </a:t>
            </a:r>
            <a:r>
              <a:rPr sz="1200" spc="-10" dirty="0">
                <a:latin typeface="Times New Roman"/>
                <a:cs typeface="Times New Roman"/>
              </a:rPr>
              <a:t>feasible </a:t>
            </a:r>
            <a:r>
              <a:rPr sz="1200" dirty="0">
                <a:latin typeface="Times New Roman"/>
                <a:cs typeface="Times New Roman"/>
              </a:rPr>
              <a:t>or </a:t>
            </a:r>
            <a:r>
              <a:rPr sz="1200" spc="-15" dirty="0">
                <a:latin typeface="Times New Roman"/>
                <a:cs typeface="Times New Roman"/>
              </a:rPr>
              <a:t>not. </a:t>
            </a:r>
            <a:r>
              <a:rPr sz="1200" spc="-285" dirty="0">
                <a:latin typeface="Times New Roman"/>
                <a:cs typeface="Times New Roman"/>
              </a:rPr>
              <a:t> </a:t>
            </a:r>
            <a:r>
              <a:rPr sz="1200" dirty="0">
                <a:latin typeface="Times New Roman"/>
                <a:cs typeface="Times New Roman"/>
              </a:rPr>
              <a:t>Feasibility analysis evaluates the candidate </a:t>
            </a:r>
            <a:r>
              <a:rPr sz="1200" spc="-5" dirty="0">
                <a:latin typeface="Times New Roman"/>
                <a:cs typeface="Times New Roman"/>
              </a:rPr>
              <a:t>system and </a:t>
            </a:r>
            <a:r>
              <a:rPr sz="1200" dirty="0">
                <a:latin typeface="Times New Roman"/>
                <a:cs typeface="Times New Roman"/>
              </a:rPr>
              <a:t>determines the best </a:t>
            </a:r>
            <a:r>
              <a:rPr sz="1200" spc="-5" dirty="0">
                <a:latin typeface="Times New Roman"/>
                <a:cs typeface="Times New Roman"/>
              </a:rPr>
              <a:t>system </a:t>
            </a:r>
            <a:r>
              <a:rPr sz="1200" dirty="0">
                <a:latin typeface="Times New Roman"/>
                <a:cs typeface="Times New Roman"/>
              </a:rPr>
              <a:t>that </a:t>
            </a:r>
            <a:r>
              <a:rPr sz="1200" spc="-10" dirty="0">
                <a:latin typeface="Times New Roman"/>
                <a:cs typeface="Times New Roman"/>
              </a:rPr>
              <a:t>needs </a:t>
            </a:r>
            <a:r>
              <a:rPr sz="1200" spc="-5" dirty="0">
                <a:latin typeface="Times New Roman"/>
                <a:cs typeface="Times New Roman"/>
              </a:rPr>
              <a:t> </a:t>
            </a:r>
            <a:r>
              <a:rPr sz="1200" dirty="0">
                <a:latin typeface="Times New Roman"/>
                <a:cs typeface="Times New Roman"/>
              </a:rPr>
              <a:t>the performance requirements .the purpose of feasibility </a:t>
            </a:r>
            <a:r>
              <a:rPr sz="1200" spc="5" dirty="0">
                <a:latin typeface="Times New Roman"/>
                <a:cs typeface="Times New Roman"/>
              </a:rPr>
              <a:t>study </a:t>
            </a:r>
            <a:r>
              <a:rPr sz="1200" spc="-5" dirty="0">
                <a:latin typeface="Times New Roman"/>
                <a:cs typeface="Times New Roman"/>
              </a:rPr>
              <a:t>is </a:t>
            </a:r>
            <a:r>
              <a:rPr sz="1200" dirty="0">
                <a:latin typeface="Times New Roman"/>
                <a:cs typeface="Times New Roman"/>
              </a:rPr>
              <a:t>to investigate the </a:t>
            </a:r>
            <a:r>
              <a:rPr sz="1200" spc="-10" dirty="0">
                <a:latin typeface="Times New Roman"/>
                <a:cs typeface="Times New Roman"/>
              </a:rPr>
              <a:t>present </a:t>
            </a:r>
            <a:r>
              <a:rPr sz="1200" spc="-5" dirty="0">
                <a:latin typeface="Times New Roman"/>
                <a:cs typeface="Times New Roman"/>
              </a:rPr>
              <a:t> system, </a:t>
            </a:r>
            <a:r>
              <a:rPr sz="1200" spc="-10" dirty="0">
                <a:latin typeface="Times New Roman"/>
                <a:cs typeface="Times New Roman"/>
              </a:rPr>
              <a:t>evaluate </a:t>
            </a:r>
            <a:r>
              <a:rPr sz="1200" dirty="0">
                <a:latin typeface="Times New Roman"/>
                <a:cs typeface="Times New Roman"/>
              </a:rPr>
              <a:t>the </a:t>
            </a:r>
            <a:r>
              <a:rPr sz="1200" spc="-5" dirty="0">
                <a:latin typeface="Times New Roman"/>
                <a:cs typeface="Times New Roman"/>
              </a:rPr>
              <a:t>possible </a:t>
            </a:r>
            <a:r>
              <a:rPr sz="1200" spc="-10" dirty="0">
                <a:latin typeface="Times New Roman"/>
                <a:cs typeface="Times New Roman"/>
              </a:rPr>
              <a:t>application </a:t>
            </a:r>
            <a:r>
              <a:rPr sz="1200" dirty="0">
                <a:latin typeface="Times New Roman"/>
                <a:cs typeface="Times New Roman"/>
              </a:rPr>
              <a:t>of </a:t>
            </a:r>
            <a:r>
              <a:rPr sz="1200" spc="-10" dirty="0">
                <a:latin typeface="Times New Roman"/>
                <a:cs typeface="Times New Roman"/>
              </a:rPr>
              <a:t>computer </a:t>
            </a:r>
            <a:r>
              <a:rPr sz="1200" dirty="0">
                <a:latin typeface="Times New Roman"/>
                <a:cs typeface="Times New Roman"/>
              </a:rPr>
              <a:t>based methods, </a:t>
            </a:r>
            <a:r>
              <a:rPr sz="1200" spc="-5" dirty="0">
                <a:latin typeface="Times New Roman"/>
                <a:cs typeface="Times New Roman"/>
              </a:rPr>
              <a:t>select </a:t>
            </a:r>
            <a:r>
              <a:rPr sz="1200" dirty="0">
                <a:latin typeface="Times New Roman"/>
                <a:cs typeface="Times New Roman"/>
              </a:rPr>
              <a:t>a </a:t>
            </a:r>
            <a:r>
              <a:rPr sz="1200" spc="-5" dirty="0">
                <a:latin typeface="Times New Roman"/>
                <a:cs typeface="Times New Roman"/>
              </a:rPr>
              <a:t>tentative </a:t>
            </a:r>
            <a:r>
              <a:rPr sz="1200" spc="-10" dirty="0">
                <a:latin typeface="Times New Roman"/>
                <a:cs typeface="Times New Roman"/>
              </a:rPr>
              <a:t>system, </a:t>
            </a:r>
            <a:r>
              <a:rPr sz="1200" spc="-285" dirty="0">
                <a:latin typeface="Times New Roman"/>
                <a:cs typeface="Times New Roman"/>
              </a:rPr>
              <a:t> </a:t>
            </a:r>
            <a:r>
              <a:rPr sz="1200" dirty="0">
                <a:latin typeface="Times New Roman"/>
                <a:cs typeface="Times New Roman"/>
              </a:rPr>
              <a:t>evaluate the </a:t>
            </a:r>
            <a:r>
              <a:rPr sz="1200" spc="-5" dirty="0">
                <a:latin typeface="Times New Roman"/>
                <a:cs typeface="Times New Roman"/>
              </a:rPr>
              <a:t>cost and </a:t>
            </a:r>
            <a:r>
              <a:rPr sz="1200" dirty="0">
                <a:latin typeface="Times New Roman"/>
                <a:cs typeface="Times New Roman"/>
              </a:rPr>
              <a:t>effectiveness of the proposed </a:t>
            </a:r>
            <a:r>
              <a:rPr sz="1200" spc="-5" dirty="0">
                <a:latin typeface="Times New Roman"/>
                <a:cs typeface="Times New Roman"/>
              </a:rPr>
              <a:t>system, </a:t>
            </a:r>
            <a:r>
              <a:rPr sz="1200" dirty="0">
                <a:latin typeface="Times New Roman"/>
                <a:cs typeface="Times New Roman"/>
              </a:rPr>
              <a:t>evaluate impact of the </a:t>
            </a:r>
            <a:r>
              <a:rPr sz="1200" spc="-10" dirty="0">
                <a:latin typeface="Times New Roman"/>
                <a:cs typeface="Times New Roman"/>
              </a:rPr>
              <a:t>proposed </a:t>
            </a:r>
            <a:r>
              <a:rPr sz="1200" spc="-5" dirty="0">
                <a:latin typeface="Times New Roman"/>
                <a:cs typeface="Times New Roman"/>
              </a:rPr>
              <a:t> system </a:t>
            </a:r>
            <a:r>
              <a:rPr sz="1200" dirty="0">
                <a:latin typeface="Times New Roman"/>
                <a:cs typeface="Times New Roman"/>
              </a:rPr>
              <a:t>on existing personal </a:t>
            </a:r>
            <a:r>
              <a:rPr sz="1200" spc="-5" dirty="0">
                <a:latin typeface="Times New Roman"/>
                <a:cs typeface="Times New Roman"/>
              </a:rPr>
              <a:t>and as </a:t>
            </a:r>
            <a:r>
              <a:rPr sz="1200" dirty="0">
                <a:latin typeface="Times New Roman"/>
                <a:cs typeface="Times New Roman"/>
              </a:rPr>
              <a:t>certain the need for </a:t>
            </a:r>
            <a:r>
              <a:rPr sz="1200" spc="-5" dirty="0">
                <a:latin typeface="Times New Roman"/>
                <a:cs typeface="Times New Roman"/>
              </a:rPr>
              <a:t>new personal. </a:t>
            </a:r>
            <a:r>
              <a:rPr sz="1200" dirty="0">
                <a:latin typeface="Times New Roman"/>
                <a:cs typeface="Times New Roman"/>
              </a:rPr>
              <a:t>Feasibility </a:t>
            </a:r>
            <a:r>
              <a:rPr sz="1200" spc="-5" dirty="0">
                <a:latin typeface="Times New Roman"/>
                <a:cs typeface="Times New Roman"/>
              </a:rPr>
              <a:t>is </a:t>
            </a:r>
            <a:r>
              <a:rPr sz="1200" dirty="0">
                <a:latin typeface="Times New Roman"/>
                <a:cs typeface="Times New Roman"/>
              </a:rPr>
              <a:t>carried </a:t>
            </a:r>
            <a:r>
              <a:rPr sz="1200" spc="-25" dirty="0">
                <a:latin typeface="Times New Roman"/>
                <a:cs typeface="Times New Roman"/>
              </a:rPr>
              <a:t>out </a:t>
            </a:r>
            <a:r>
              <a:rPr sz="1200" spc="-20" dirty="0">
                <a:latin typeface="Times New Roman"/>
                <a:cs typeface="Times New Roman"/>
              </a:rPr>
              <a:t> </a:t>
            </a:r>
            <a:r>
              <a:rPr sz="1200" dirty="0">
                <a:latin typeface="Times New Roman"/>
                <a:cs typeface="Times New Roman"/>
              </a:rPr>
              <a:t>to </a:t>
            </a:r>
            <a:r>
              <a:rPr sz="1200" spc="-5" dirty="0">
                <a:latin typeface="Times New Roman"/>
                <a:cs typeface="Times New Roman"/>
              </a:rPr>
              <a:t>see </a:t>
            </a:r>
            <a:r>
              <a:rPr sz="1200" dirty="0">
                <a:latin typeface="Times New Roman"/>
                <a:cs typeface="Times New Roman"/>
              </a:rPr>
              <a:t>if</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0" dirty="0">
                <a:latin typeface="Times New Roman"/>
                <a:cs typeface="Times New Roman"/>
              </a:rPr>
              <a:t>system</a:t>
            </a:r>
            <a:r>
              <a:rPr sz="1200" spc="3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15" dirty="0">
                <a:latin typeface="Times New Roman"/>
                <a:cs typeface="Times New Roman"/>
              </a:rPr>
              <a:t>technically,</a:t>
            </a:r>
            <a:r>
              <a:rPr sz="1200" spc="50" dirty="0">
                <a:latin typeface="Times New Roman"/>
                <a:cs typeface="Times New Roman"/>
              </a:rPr>
              <a:t> </a:t>
            </a:r>
            <a:r>
              <a:rPr sz="1200" spc="-15" dirty="0">
                <a:latin typeface="Times New Roman"/>
                <a:cs typeface="Times New Roman"/>
              </a:rPr>
              <a:t>economically</a:t>
            </a:r>
            <a:r>
              <a:rPr sz="1200" spc="3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15" dirty="0">
                <a:latin typeface="Times New Roman"/>
                <a:cs typeface="Times New Roman"/>
              </a:rPr>
              <a:t>operationally</a:t>
            </a:r>
            <a:r>
              <a:rPr sz="1200" spc="40" dirty="0">
                <a:latin typeface="Times New Roman"/>
                <a:cs typeface="Times New Roman"/>
              </a:rPr>
              <a:t> </a:t>
            </a:r>
            <a:r>
              <a:rPr sz="1200" spc="-15" dirty="0">
                <a:latin typeface="Times New Roman"/>
                <a:cs typeface="Times New Roman"/>
              </a:rPr>
              <a:t>feasible.</a:t>
            </a:r>
            <a:endParaRPr sz="1200">
              <a:latin typeface="Times New Roman"/>
              <a:cs typeface="Times New Roman"/>
            </a:endParaRPr>
          </a:p>
          <a:p>
            <a:pPr marL="12700" marR="5080" indent="457200" algn="just">
              <a:lnSpc>
                <a:spcPct val="155100"/>
              </a:lnSpc>
              <a:spcBef>
                <a:spcPts val="805"/>
              </a:spcBef>
            </a:pPr>
            <a:r>
              <a:rPr sz="1200" spc="-5" dirty="0">
                <a:latin typeface="Times New Roman"/>
                <a:cs typeface="Times New Roman"/>
              </a:rPr>
              <a:t>All projects are </a:t>
            </a:r>
            <a:r>
              <a:rPr sz="1200" dirty="0">
                <a:latin typeface="Times New Roman"/>
                <a:cs typeface="Times New Roman"/>
              </a:rPr>
              <a:t>feasible </a:t>
            </a:r>
            <a:r>
              <a:rPr sz="1200" spc="-5" dirty="0">
                <a:latin typeface="Times New Roman"/>
                <a:cs typeface="Times New Roman"/>
              </a:rPr>
              <a:t>when given </a:t>
            </a:r>
            <a:r>
              <a:rPr sz="1200" dirty="0">
                <a:latin typeface="Times New Roman"/>
                <a:cs typeface="Times New Roman"/>
              </a:rPr>
              <a:t>unlimited </a:t>
            </a:r>
            <a:r>
              <a:rPr sz="1200" spc="-5" dirty="0">
                <a:latin typeface="Times New Roman"/>
                <a:cs typeface="Times New Roman"/>
              </a:rPr>
              <a:t>resources and </a:t>
            </a:r>
            <a:r>
              <a:rPr sz="1200" dirty="0">
                <a:latin typeface="Times New Roman"/>
                <a:cs typeface="Times New Roman"/>
              </a:rPr>
              <a:t>infinite time. </a:t>
            </a:r>
            <a:r>
              <a:rPr sz="1200" spc="-15" dirty="0">
                <a:latin typeface="Times New Roman"/>
                <a:cs typeface="Times New Roman"/>
              </a:rPr>
              <a:t>It </a:t>
            </a:r>
            <a:r>
              <a:rPr sz="1200" dirty="0">
                <a:latin typeface="Times New Roman"/>
                <a:cs typeface="Times New Roman"/>
              </a:rPr>
              <a:t>is </a:t>
            </a:r>
            <a:r>
              <a:rPr sz="1200" spc="-20" dirty="0">
                <a:latin typeface="Times New Roman"/>
                <a:cs typeface="Times New Roman"/>
              </a:rPr>
              <a:t>both </a:t>
            </a:r>
            <a:r>
              <a:rPr sz="1200" spc="-15" dirty="0">
                <a:latin typeface="Times New Roman"/>
                <a:cs typeface="Times New Roman"/>
              </a:rPr>
              <a:t> </a:t>
            </a:r>
            <a:r>
              <a:rPr sz="1200" dirty="0">
                <a:latin typeface="Times New Roman"/>
                <a:cs typeface="Times New Roman"/>
              </a:rPr>
              <a:t>necessary </a:t>
            </a:r>
            <a:r>
              <a:rPr sz="1200" spc="-5" dirty="0">
                <a:latin typeface="Times New Roman"/>
                <a:cs typeface="Times New Roman"/>
              </a:rPr>
              <a:t>and prudent </a:t>
            </a:r>
            <a:r>
              <a:rPr sz="1200" dirty="0">
                <a:latin typeface="Times New Roman"/>
                <a:cs typeface="Times New Roman"/>
              </a:rPr>
              <a:t>to evaluate the feasibility of a project </a:t>
            </a:r>
            <a:r>
              <a:rPr sz="1200" spc="-5" dirty="0">
                <a:latin typeface="Times New Roman"/>
                <a:cs typeface="Times New Roman"/>
              </a:rPr>
              <a:t>at </a:t>
            </a:r>
            <a:r>
              <a:rPr sz="1200" dirty="0">
                <a:latin typeface="Times New Roman"/>
                <a:cs typeface="Times New Roman"/>
              </a:rPr>
              <a:t>the earliest possible time. </a:t>
            </a:r>
            <a:r>
              <a:rPr sz="1200" spc="-5" dirty="0">
                <a:latin typeface="Times New Roman"/>
                <a:cs typeface="Times New Roman"/>
              </a:rPr>
              <a:t>A </a:t>
            </a:r>
            <a:r>
              <a:rPr sz="1200" dirty="0">
                <a:latin typeface="Times New Roman"/>
                <a:cs typeface="Times New Roman"/>
              </a:rPr>
              <a:t> </a:t>
            </a:r>
            <a:r>
              <a:rPr sz="1200" spc="-5" dirty="0">
                <a:latin typeface="Times New Roman"/>
                <a:cs typeface="Times New Roman"/>
              </a:rPr>
              <a:t>feasibility</a:t>
            </a:r>
            <a:r>
              <a:rPr sz="1200" spc="195" dirty="0">
                <a:latin typeface="Times New Roman"/>
                <a:cs typeface="Times New Roman"/>
              </a:rPr>
              <a:t> </a:t>
            </a:r>
            <a:r>
              <a:rPr sz="1200" dirty="0">
                <a:latin typeface="Times New Roman"/>
                <a:cs typeface="Times New Roman"/>
              </a:rPr>
              <a:t>study</a:t>
            </a:r>
            <a:r>
              <a:rPr sz="1200" spc="165" dirty="0">
                <a:latin typeface="Times New Roman"/>
                <a:cs typeface="Times New Roman"/>
              </a:rPr>
              <a:t> </a:t>
            </a:r>
            <a:r>
              <a:rPr sz="1200" spc="-5" dirty="0">
                <a:latin typeface="Times New Roman"/>
                <a:cs typeface="Times New Roman"/>
              </a:rPr>
              <a:t>is</a:t>
            </a:r>
            <a:r>
              <a:rPr sz="1200" spc="165" dirty="0">
                <a:latin typeface="Times New Roman"/>
                <a:cs typeface="Times New Roman"/>
              </a:rPr>
              <a:t> </a:t>
            </a:r>
            <a:r>
              <a:rPr sz="1200" dirty="0">
                <a:latin typeface="Times New Roman"/>
                <a:cs typeface="Times New Roman"/>
              </a:rPr>
              <a:t>not</a:t>
            </a:r>
            <a:r>
              <a:rPr sz="1200" spc="155" dirty="0">
                <a:latin typeface="Times New Roman"/>
                <a:cs typeface="Times New Roman"/>
              </a:rPr>
              <a:t> </a:t>
            </a:r>
            <a:r>
              <a:rPr sz="1200" spc="-5" dirty="0">
                <a:latin typeface="Times New Roman"/>
                <a:cs typeface="Times New Roman"/>
              </a:rPr>
              <a:t>warranted</a:t>
            </a:r>
            <a:r>
              <a:rPr sz="1200" spc="200" dirty="0">
                <a:latin typeface="Times New Roman"/>
                <a:cs typeface="Times New Roman"/>
              </a:rPr>
              <a:t> </a:t>
            </a:r>
            <a:r>
              <a:rPr sz="1200" dirty="0">
                <a:latin typeface="Times New Roman"/>
                <a:cs typeface="Times New Roman"/>
              </a:rPr>
              <a:t>for</a:t>
            </a:r>
            <a:r>
              <a:rPr sz="1200" spc="155" dirty="0">
                <a:latin typeface="Times New Roman"/>
                <a:cs typeface="Times New Roman"/>
              </a:rPr>
              <a:t> </a:t>
            </a:r>
            <a:r>
              <a:rPr sz="1200" spc="-10" dirty="0">
                <a:latin typeface="Times New Roman"/>
                <a:cs typeface="Times New Roman"/>
              </a:rPr>
              <a:t>systems</a:t>
            </a:r>
            <a:r>
              <a:rPr sz="1200" spc="210" dirty="0">
                <a:latin typeface="Times New Roman"/>
                <a:cs typeface="Times New Roman"/>
              </a:rPr>
              <a:t> </a:t>
            </a:r>
            <a:r>
              <a:rPr sz="1200" dirty="0">
                <a:latin typeface="Times New Roman"/>
                <a:cs typeface="Times New Roman"/>
              </a:rPr>
              <a:t>in</a:t>
            </a:r>
            <a:r>
              <a:rPr sz="1200" spc="165" dirty="0">
                <a:latin typeface="Times New Roman"/>
                <a:cs typeface="Times New Roman"/>
              </a:rPr>
              <a:t> </a:t>
            </a:r>
            <a:r>
              <a:rPr sz="1200" spc="-5" dirty="0">
                <a:latin typeface="Times New Roman"/>
                <a:cs typeface="Times New Roman"/>
              </a:rPr>
              <a:t>which</a:t>
            </a:r>
            <a:r>
              <a:rPr sz="1200" spc="190" dirty="0">
                <a:latin typeface="Times New Roman"/>
                <a:cs typeface="Times New Roman"/>
              </a:rPr>
              <a:t> </a:t>
            </a:r>
            <a:r>
              <a:rPr sz="1200" spc="-5" dirty="0">
                <a:latin typeface="Times New Roman"/>
                <a:cs typeface="Times New Roman"/>
              </a:rPr>
              <a:t>economic</a:t>
            </a:r>
            <a:r>
              <a:rPr sz="1200" spc="185" dirty="0">
                <a:latin typeface="Times New Roman"/>
                <a:cs typeface="Times New Roman"/>
              </a:rPr>
              <a:t> </a:t>
            </a:r>
            <a:r>
              <a:rPr sz="1200" spc="-5" dirty="0">
                <a:latin typeface="Times New Roman"/>
                <a:cs typeface="Times New Roman"/>
              </a:rPr>
              <a:t>justifications</a:t>
            </a:r>
            <a:r>
              <a:rPr sz="1200" spc="195" dirty="0">
                <a:latin typeface="Times New Roman"/>
                <a:cs typeface="Times New Roman"/>
              </a:rPr>
              <a:t> </a:t>
            </a:r>
            <a:r>
              <a:rPr sz="1200" spc="-5" dirty="0">
                <a:latin typeface="Times New Roman"/>
                <a:cs typeface="Times New Roman"/>
              </a:rPr>
              <a:t>is</a:t>
            </a:r>
            <a:r>
              <a:rPr sz="1200" spc="165" dirty="0">
                <a:latin typeface="Times New Roman"/>
                <a:cs typeface="Times New Roman"/>
              </a:rPr>
              <a:t> </a:t>
            </a:r>
            <a:r>
              <a:rPr sz="1200" spc="-15" dirty="0">
                <a:latin typeface="Times New Roman"/>
                <a:cs typeface="Times New Roman"/>
              </a:rPr>
              <a:t>obvious,</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1675" cy="7419339"/>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17</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7620" algn="just">
              <a:lnSpc>
                <a:spcPct val="155000"/>
              </a:lnSpc>
              <a:spcBef>
                <a:spcPts val="925"/>
              </a:spcBef>
            </a:pPr>
            <a:r>
              <a:rPr sz="1200" dirty="0">
                <a:latin typeface="Times New Roman"/>
                <a:cs typeface="Times New Roman"/>
              </a:rPr>
              <a:t>technical risk </a:t>
            </a:r>
            <a:r>
              <a:rPr sz="1200" spc="-5" dirty="0">
                <a:latin typeface="Times New Roman"/>
                <a:cs typeface="Times New Roman"/>
              </a:rPr>
              <a:t>is </a:t>
            </a:r>
            <a:r>
              <a:rPr sz="1200" dirty="0">
                <a:latin typeface="Times New Roman"/>
                <a:cs typeface="Times New Roman"/>
              </a:rPr>
              <a:t>low, </a:t>
            </a:r>
            <a:r>
              <a:rPr sz="1200" spc="-5" dirty="0">
                <a:latin typeface="Times New Roman"/>
                <a:cs typeface="Times New Roman"/>
              </a:rPr>
              <a:t>few </a:t>
            </a:r>
            <a:r>
              <a:rPr sz="1200" dirty="0">
                <a:latin typeface="Times New Roman"/>
                <a:cs typeface="Times New Roman"/>
              </a:rPr>
              <a:t>legal problems are expected and no reasonable alternative </a:t>
            </a:r>
            <a:r>
              <a:rPr sz="1200" spc="-15" dirty="0">
                <a:latin typeface="Times New Roman"/>
                <a:cs typeface="Times New Roman"/>
              </a:rPr>
              <a:t>exists. </a:t>
            </a:r>
            <a:r>
              <a:rPr sz="1200" spc="-35" dirty="0">
                <a:latin typeface="Times New Roman"/>
                <a:cs typeface="Times New Roman"/>
              </a:rPr>
              <a:t>An </a:t>
            </a:r>
            <a:r>
              <a:rPr sz="1200" spc="-285" dirty="0">
                <a:latin typeface="Times New Roman"/>
                <a:cs typeface="Times New Roman"/>
              </a:rPr>
              <a:t> </a:t>
            </a:r>
            <a:r>
              <a:rPr sz="1200" dirty="0">
                <a:latin typeface="Times New Roman"/>
                <a:cs typeface="Times New Roman"/>
              </a:rPr>
              <a:t>estimate </a:t>
            </a:r>
            <a:r>
              <a:rPr sz="1200" spc="-5" dirty="0">
                <a:latin typeface="Times New Roman"/>
                <a:cs typeface="Times New Roman"/>
              </a:rPr>
              <a:t>is </a:t>
            </a:r>
            <a:r>
              <a:rPr sz="1200" dirty="0">
                <a:latin typeface="Times New Roman"/>
                <a:cs typeface="Times New Roman"/>
              </a:rPr>
              <a:t>made of </a:t>
            </a:r>
            <a:r>
              <a:rPr sz="1200" spc="-5" dirty="0">
                <a:latin typeface="Times New Roman"/>
                <a:cs typeface="Times New Roman"/>
              </a:rPr>
              <a:t>whether </a:t>
            </a:r>
            <a:r>
              <a:rPr sz="1200" dirty="0">
                <a:latin typeface="Times New Roman"/>
                <a:cs typeface="Times New Roman"/>
              </a:rPr>
              <a:t>the identified user needs </a:t>
            </a:r>
            <a:r>
              <a:rPr sz="1200" spc="10" dirty="0">
                <a:latin typeface="Times New Roman"/>
                <a:cs typeface="Times New Roman"/>
              </a:rPr>
              <a:t>may </a:t>
            </a:r>
            <a:r>
              <a:rPr sz="1200" dirty="0">
                <a:latin typeface="Times New Roman"/>
                <a:cs typeface="Times New Roman"/>
              </a:rPr>
              <a:t>be satisfied using current </a:t>
            </a:r>
            <a:r>
              <a:rPr sz="1200" spc="-10" dirty="0">
                <a:latin typeface="Times New Roman"/>
                <a:cs typeface="Times New Roman"/>
              </a:rPr>
              <a:t>software </a:t>
            </a:r>
            <a:r>
              <a:rPr sz="1200" spc="-5" dirty="0">
                <a:latin typeface="Times New Roman"/>
                <a:cs typeface="Times New Roman"/>
              </a:rPr>
              <a:t> and </a:t>
            </a:r>
            <a:r>
              <a:rPr sz="1200" dirty="0">
                <a:latin typeface="Times New Roman"/>
                <a:cs typeface="Times New Roman"/>
              </a:rPr>
              <a:t>hardware </a:t>
            </a:r>
            <a:r>
              <a:rPr sz="1200" spc="-10" dirty="0">
                <a:latin typeface="Times New Roman"/>
                <a:cs typeface="Times New Roman"/>
              </a:rPr>
              <a:t>technologies. </a:t>
            </a:r>
            <a:r>
              <a:rPr sz="1200" dirty="0">
                <a:latin typeface="Times New Roman"/>
                <a:cs typeface="Times New Roman"/>
              </a:rPr>
              <a:t>The study </a:t>
            </a:r>
            <a:r>
              <a:rPr sz="1200" spc="-5" dirty="0">
                <a:latin typeface="Times New Roman"/>
                <a:cs typeface="Times New Roman"/>
              </a:rPr>
              <a:t>will </a:t>
            </a:r>
            <a:r>
              <a:rPr sz="1200" dirty="0">
                <a:latin typeface="Times New Roman"/>
                <a:cs typeface="Times New Roman"/>
              </a:rPr>
              <a:t>decide if the </a:t>
            </a:r>
            <a:r>
              <a:rPr sz="1200" spc="-5" dirty="0">
                <a:latin typeface="Times New Roman"/>
                <a:cs typeface="Times New Roman"/>
              </a:rPr>
              <a:t>proposed system will </a:t>
            </a:r>
            <a:r>
              <a:rPr sz="1200" dirty="0">
                <a:latin typeface="Times New Roman"/>
                <a:cs typeface="Times New Roman"/>
              </a:rPr>
              <a:t>be </a:t>
            </a:r>
            <a:r>
              <a:rPr sz="1200" spc="-5" dirty="0">
                <a:latin typeface="Times New Roman"/>
                <a:cs typeface="Times New Roman"/>
              </a:rPr>
              <a:t>cost </a:t>
            </a:r>
            <a:r>
              <a:rPr sz="1200" spc="-10" dirty="0">
                <a:latin typeface="Times New Roman"/>
                <a:cs typeface="Times New Roman"/>
              </a:rPr>
              <a:t>effective </a:t>
            </a:r>
            <a:r>
              <a:rPr sz="1200" spc="-5" dirty="0">
                <a:latin typeface="Times New Roman"/>
                <a:cs typeface="Times New Roman"/>
              </a:rPr>
              <a:t> from </a:t>
            </a:r>
            <a:r>
              <a:rPr sz="1200" dirty="0">
                <a:latin typeface="Times New Roman"/>
                <a:cs typeface="Times New Roman"/>
              </a:rPr>
              <a:t>the </a:t>
            </a:r>
            <a:r>
              <a:rPr sz="1200" spc="-5" dirty="0">
                <a:latin typeface="Times New Roman"/>
                <a:cs typeface="Times New Roman"/>
              </a:rPr>
              <a:t>business </a:t>
            </a:r>
            <a:r>
              <a:rPr sz="1200" dirty="0">
                <a:latin typeface="Times New Roman"/>
                <a:cs typeface="Times New Roman"/>
              </a:rPr>
              <a:t>point of view </a:t>
            </a:r>
            <a:r>
              <a:rPr sz="1200" spc="-5" dirty="0">
                <a:latin typeface="Times New Roman"/>
                <a:cs typeface="Times New Roman"/>
              </a:rPr>
              <a:t>and </a:t>
            </a:r>
            <a:r>
              <a:rPr sz="1200" dirty="0">
                <a:latin typeface="Times New Roman"/>
                <a:cs typeface="Times New Roman"/>
              </a:rPr>
              <a:t>if it </a:t>
            </a:r>
            <a:r>
              <a:rPr sz="1200" spc="-5" dirty="0">
                <a:latin typeface="Times New Roman"/>
                <a:cs typeface="Times New Roman"/>
              </a:rPr>
              <a:t>can </a:t>
            </a:r>
            <a:r>
              <a:rPr sz="1200" spc="5" dirty="0">
                <a:latin typeface="Times New Roman"/>
                <a:cs typeface="Times New Roman"/>
              </a:rPr>
              <a:t>be </a:t>
            </a:r>
            <a:r>
              <a:rPr sz="1200" dirty="0">
                <a:latin typeface="Times New Roman"/>
                <a:cs typeface="Times New Roman"/>
              </a:rPr>
              <a:t>developed in the </a:t>
            </a:r>
            <a:r>
              <a:rPr sz="1200" spc="-5" dirty="0">
                <a:latin typeface="Times New Roman"/>
                <a:cs typeface="Times New Roman"/>
              </a:rPr>
              <a:t>given </a:t>
            </a:r>
            <a:r>
              <a:rPr sz="1200" dirty="0">
                <a:latin typeface="Times New Roman"/>
                <a:cs typeface="Times New Roman"/>
              </a:rPr>
              <a:t>existing </a:t>
            </a:r>
            <a:r>
              <a:rPr sz="1200" spc="-10" dirty="0">
                <a:latin typeface="Times New Roman"/>
                <a:cs typeface="Times New Roman"/>
              </a:rPr>
              <a:t>budgetary </a:t>
            </a:r>
            <a:r>
              <a:rPr sz="1200" spc="-5" dirty="0">
                <a:latin typeface="Times New Roman"/>
                <a:cs typeface="Times New Roman"/>
              </a:rPr>
              <a:t> </a:t>
            </a:r>
            <a:r>
              <a:rPr sz="1200" dirty="0">
                <a:latin typeface="Times New Roman"/>
                <a:cs typeface="Times New Roman"/>
              </a:rPr>
              <a:t>constraints. The feasibility </a:t>
            </a:r>
            <a:r>
              <a:rPr sz="1200" spc="5" dirty="0">
                <a:latin typeface="Times New Roman"/>
                <a:cs typeface="Times New Roman"/>
              </a:rPr>
              <a:t>study </a:t>
            </a:r>
            <a:r>
              <a:rPr sz="1200" dirty="0">
                <a:latin typeface="Times New Roman"/>
                <a:cs typeface="Times New Roman"/>
              </a:rPr>
              <a:t>should be relatively </a:t>
            </a:r>
            <a:r>
              <a:rPr sz="1200" spc="-5" dirty="0">
                <a:latin typeface="Times New Roman"/>
                <a:cs typeface="Times New Roman"/>
              </a:rPr>
              <a:t>cheap and quick. </a:t>
            </a:r>
            <a:r>
              <a:rPr sz="1200" dirty="0">
                <a:latin typeface="Times New Roman"/>
                <a:cs typeface="Times New Roman"/>
              </a:rPr>
              <a:t>The </a:t>
            </a:r>
            <a:r>
              <a:rPr sz="1200" spc="-5" dirty="0">
                <a:latin typeface="Times New Roman"/>
                <a:cs typeface="Times New Roman"/>
              </a:rPr>
              <a:t>results </a:t>
            </a:r>
            <a:r>
              <a:rPr sz="1200" spc="-10" dirty="0">
                <a:latin typeface="Times New Roman"/>
                <a:cs typeface="Times New Roman"/>
              </a:rPr>
              <a:t>should </a:t>
            </a:r>
            <a:r>
              <a:rPr sz="1200" spc="-5" dirty="0">
                <a:latin typeface="Times New Roman"/>
                <a:cs typeface="Times New Roman"/>
              </a:rPr>
              <a:t> inform</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decision</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5" dirty="0">
                <a:latin typeface="Times New Roman"/>
                <a:cs typeface="Times New Roman"/>
              </a:rPr>
              <a:t>whether</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go</a:t>
            </a:r>
            <a:r>
              <a:rPr sz="1200" spc="-15" dirty="0">
                <a:latin typeface="Times New Roman"/>
                <a:cs typeface="Times New Roman"/>
              </a:rPr>
              <a:t> </a:t>
            </a:r>
            <a:r>
              <a:rPr sz="1200" spc="-5" dirty="0">
                <a:latin typeface="Times New Roman"/>
                <a:cs typeface="Times New Roman"/>
              </a:rPr>
              <a:t>ahead</a:t>
            </a:r>
            <a:r>
              <a:rPr sz="1200" spc="1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5" dirty="0">
                <a:latin typeface="Times New Roman"/>
                <a:cs typeface="Times New Roman"/>
              </a:rPr>
              <a:t>detailed</a:t>
            </a:r>
            <a:r>
              <a:rPr sz="1200" spc="15" dirty="0">
                <a:latin typeface="Times New Roman"/>
                <a:cs typeface="Times New Roman"/>
              </a:rPr>
              <a:t> </a:t>
            </a:r>
            <a:r>
              <a:rPr sz="1200" spc="-20" dirty="0">
                <a:latin typeface="Times New Roman"/>
                <a:cs typeface="Times New Roman"/>
              </a:rPr>
              <a:t>analysis.</a:t>
            </a:r>
            <a:endParaRPr sz="1200" dirty="0">
              <a:latin typeface="Times New Roman"/>
              <a:cs typeface="Times New Roman"/>
            </a:endParaRPr>
          </a:p>
          <a:p>
            <a:pPr marL="12700" marR="5080" indent="457200" algn="just">
              <a:lnSpc>
                <a:spcPct val="155100"/>
              </a:lnSpc>
              <a:spcBef>
                <a:spcPts val="790"/>
              </a:spcBef>
            </a:pPr>
            <a:r>
              <a:rPr sz="1200" spc="-10" dirty="0">
                <a:latin typeface="Times New Roman"/>
                <a:cs typeface="Times New Roman"/>
              </a:rPr>
              <a:t>Feasibility </a:t>
            </a:r>
            <a:r>
              <a:rPr sz="1200" spc="5" dirty="0">
                <a:latin typeface="Times New Roman"/>
                <a:cs typeface="Times New Roman"/>
              </a:rPr>
              <a:t>study may be </a:t>
            </a:r>
            <a:r>
              <a:rPr sz="1200" spc="-10" dirty="0">
                <a:latin typeface="Times New Roman"/>
                <a:cs typeface="Times New Roman"/>
              </a:rPr>
              <a:t>documented </a:t>
            </a:r>
            <a:r>
              <a:rPr sz="1200" spc="-5" dirty="0">
                <a:latin typeface="Times New Roman"/>
                <a:cs typeface="Times New Roman"/>
              </a:rPr>
              <a:t>as </a:t>
            </a:r>
            <a:r>
              <a:rPr sz="1200" dirty="0">
                <a:latin typeface="Times New Roman"/>
                <a:cs typeface="Times New Roman"/>
              </a:rPr>
              <a:t>a </a:t>
            </a:r>
            <a:r>
              <a:rPr sz="1200" spc="-10" dirty="0">
                <a:latin typeface="Times New Roman"/>
                <a:cs typeface="Times New Roman"/>
              </a:rPr>
              <a:t>separated report </a:t>
            </a:r>
            <a:r>
              <a:rPr sz="1200" dirty="0">
                <a:latin typeface="Times New Roman"/>
                <a:cs typeface="Times New Roman"/>
              </a:rPr>
              <a:t>to </a:t>
            </a:r>
            <a:r>
              <a:rPr sz="1200" spc="-10" dirty="0">
                <a:latin typeface="Times New Roman"/>
                <a:cs typeface="Times New Roman"/>
              </a:rPr>
              <a:t>higher officials </a:t>
            </a:r>
            <a:r>
              <a:rPr sz="1200" spc="-5" dirty="0">
                <a:latin typeface="Times New Roman"/>
                <a:cs typeface="Times New Roman"/>
              </a:rPr>
              <a:t>of </a:t>
            </a:r>
            <a:r>
              <a:rPr sz="1200" dirty="0">
                <a:latin typeface="Times New Roman"/>
                <a:cs typeface="Times New Roman"/>
              </a:rPr>
              <a:t>the </a:t>
            </a:r>
            <a:r>
              <a:rPr sz="1200" spc="-20" dirty="0">
                <a:latin typeface="Times New Roman"/>
                <a:cs typeface="Times New Roman"/>
              </a:rPr>
              <a:t>top- </a:t>
            </a:r>
            <a:r>
              <a:rPr sz="1200" spc="-285" dirty="0">
                <a:latin typeface="Times New Roman"/>
                <a:cs typeface="Times New Roman"/>
              </a:rPr>
              <a:t> </a:t>
            </a:r>
            <a:r>
              <a:rPr sz="1200" dirty="0">
                <a:latin typeface="Times New Roman"/>
                <a:cs typeface="Times New Roman"/>
              </a:rPr>
              <a:t>level </a:t>
            </a:r>
            <a:r>
              <a:rPr sz="1200" spc="-10" dirty="0">
                <a:latin typeface="Times New Roman"/>
                <a:cs typeface="Times New Roman"/>
              </a:rPr>
              <a:t>management </a:t>
            </a:r>
            <a:r>
              <a:rPr sz="1200" spc="-5" dirty="0">
                <a:latin typeface="Times New Roman"/>
                <a:cs typeface="Times New Roman"/>
              </a:rPr>
              <a:t>and </a:t>
            </a:r>
            <a:r>
              <a:rPr sz="1200" dirty="0">
                <a:latin typeface="Times New Roman"/>
                <a:cs typeface="Times New Roman"/>
              </a:rPr>
              <a:t>can be included </a:t>
            </a:r>
            <a:r>
              <a:rPr sz="1200" spc="-5" dirty="0">
                <a:latin typeface="Times New Roman"/>
                <a:cs typeface="Times New Roman"/>
              </a:rPr>
              <a:t>as an </a:t>
            </a:r>
            <a:r>
              <a:rPr sz="1200" dirty="0">
                <a:latin typeface="Times New Roman"/>
                <a:cs typeface="Times New Roman"/>
              </a:rPr>
              <a:t>appendix to the </a:t>
            </a:r>
            <a:r>
              <a:rPr sz="1200" spc="-5" dirty="0">
                <a:latin typeface="Times New Roman"/>
                <a:cs typeface="Times New Roman"/>
              </a:rPr>
              <a:t>system </a:t>
            </a:r>
            <a:r>
              <a:rPr sz="1200" spc="-10" dirty="0">
                <a:latin typeface="Times New Roman"/>
                <a:cs typeface="Times New Roman"/>
              </a:rPr>
              <a:t>specifications. Feasibility </a:t>
            </a:r>
            <a:r>
              <a:rPr sz="1200" spc="-5" dirty="0">
                <a:latin typeface="Times New Roman"/>
                <a:cs typeface="Times New Roman"/>
              </a:rPr>
              <a:t> and </a:t>
            </a:r>
            <a:r>
              <a:rPr sz="1200" dirty="0">
                <a:latin typeface="Times New Roman"/>
                <a:cs typeface="Times New Roman"/>
              </a:rPr>
              <a:t>risk </a:t>
            </a:r>
            <a:r>
              <a:rPr sz="1200" spc="-5" dirty="0">
                <a:latin typeface="Times New Roman"/>
                <a:cs typeface="Times New Roman"/>
              </a:rPr>
              <a:t>analysis is </a:t>
            </a:r>
            <a:r>
              <a:rPr sz="1200" dirty="0">
                <a:latin typeface="Times New Roman"/>
                <a:cs typeface="Times New Roman"/>
              </a:rPr>
              <a:t>related in </a:t>
            </a:r>
            <a:r>
              <a:rPr sz="1200" spc="5" dirty="0">
                <a:latin typeface="Times New Roman"/>
                <a:cs typeface="Times New Roman"/>
              </a:rPr>
              <a:t>many </a:t>
            </a:r>
            <a:r>
              <a:rPr sz="1200" spc="-5" dirty="0">
                <a:latin typeface="Times New Roman"/>
                <a:cs typeface="Times New Roman"/>
              </a:rPr>
              <a:t>ways. </a:t>
            </a:r>
            <a:r>
              <a:rPr sz="1200" spc="-10" dirty="0">
                <a:latin typeface="Times New Roman"/>
                <a:cs typeface="Times New Roman"/>
              </a:rPr>
              <a:t>If </a:t>
            </a:r>
            <a:r>
              <a:rPr sz="1200" dirty="0">
                <a:latin typeface="Times New Roman"/>
                <a:cs typeface="Times New Roman"/>
              </a:rPr>
              <a:t>there </a:t>
            </a:r>
            <a:r>
              <a:rPr sz="1200" spc="-5" dirty="0">
                <a:latin typeface="Times New Roman"/>
                <a:cs typeface="Times New Roman"/>
              </a:rPr>
              <a:t>is </a:t>
            </a:r>
            <a:r>
              <a:rPr sz="1200" dirty="0">
                <a:latin typeface="Times New Roman"/>
                <a:cs typeface="Times New Roman"/>
              </a:rPr>
              <a:t>more project risk then the feasibility </a:t>
            </a:r>
            <a:r>
              <a:rPr sz="1200" spc="-25" dirty="0">
                <a:latin typeface="Times New Roman"/>
                <a:cs typeface="Times New Roman"/>
              </a:rPr>
              <a:t>of </a:t>
            </a:r>
            <a:r>
              <a:rPr sz="1200" spc="-20" dirty="0">
                <a:latin typeface="Times New Roman"/>
                <a:cs typeface="Times New Roman"/>
              </a:rPr>
              <a:t> </a:t>
            </a:r>
            <a:r>
              <a:rPr sz="1200" spc="-5" dirty="0">
                <a:latin typeface="Times New Roman"/>
                <a:cs typeface="Times New Roman"/>
              </a:rPr>
              <a:t>producing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quality</a:t>
            </a:r>
            <a:r>
              <a:rPr sz="1200" spc="-20" dirty="0">
                <a:latin typeface="Times New Roman"/>
                <a:cs typeface="Times New Roman"/>
              </a:rPr>
              <a:t> </a:t>
            </a:r>
            <a:r>
              <a:rPr sz="1200" spc="-5" dirty="0">
                <a:latin typeface="Times New Roman"/>
                <a:cs typeface="Times New Roman"/>
              </a:rPr>
              <a:t>software</a:t>
            </a:r>
            <a:r>
              <a:rPr sz="1200" spc="-20" dirty="0">
                <a:latin typeface="Times New Roman"/>
                <a:cs typeface="Times New Roman"/>
              </a:rPr>
              <a:t> </a:t>
            </a:r>
            <a:r>
              <a:rPr sz="1200" spc="-5" dirty="0">
                <a:latin typeface="Times New Roman"/>
                <a:cs typeface="Times New Roman"/>
              </a:rPr>
              <a:t>is</a:t>
            </a:r>
            <a:r>
              <a:rPr sz="1200" spc="-35" dirty="0">
                <a:latin typeface="Times New Roman"/>
                <a:cs typeface="Times New Roman"/>
              </a:rPr>
              <a:t> </a:t>
            </a:r>
            <a:r>
              <a:rPr sz="1200" spc="-20" dirty="0">
                <a:latin typeface="Times New Roman"/>
                <a:cs typeface="Times New Roman"/>
              </a:rPr>
              <a:t>reduced.</a:t>
            </a:r>
            <a:endParaRPr sz="1200" dirty="0">
              <a:latin typeface="Times New Roman"/>
              <a:cs typeface="Times New Roman"/>
            </a:endParaRPr>
          </a:p>
          <a:p>
            <a:pPr>
              <a:lnSpc>
                <a:spcPct val="100000"/>
              </a:lnSpc>
              <a:spcBef>
                <a:spcPts val="20"/>
              </a:spcBef>
            </a:pPr>
            <a:endParaRPr sz="1650" dirty="0">
              <a:latin typeface="Times New Roman"/>
              <a:cs typeface="Times New Roman"/>
            </a:endParaRPr>
          </a:p>
          <a:p>
            <a:pPr marL="12700" algn="just">
              <a:lnSpc>
                <a:spcPct val="100000"/>
              </a:lnSpc>
              <a:spcBef>
                <a:spcPts val="5"/>
              </a:spcBef>
            </a:pPr>
            <a:r>
              <a:rPr sz="1200" spc="-5" dirty="0">
                <a:latin typeface="Times New Roman"/>
                <a:cs typeface="Times New Roman"/>
              </a:rPr>
              <a:t>There</a:t>
            </a:r>
            <a:r>
              <a:rPr sz="1200" spc="-10" dirty="0">
                <a:latin typeface="Times New Roman"/>
                <a:cs typeface="Times New Roman"/>
              </a:rPr>
              <a:t> </a:t>
            </a:r>
            <a:r>
              <a:rPr sz="1200" spc="-5" dirty="0">
                <a:latin typeface="Times New Roman"/>
                <a:cs typeface="Times New Roman"/>
              </a:rPr>
              <a:t>are </a:t>
            </a:r>
            <a:r>
              <a:rPr sz="1200" dirty="0">
                <a:latin typeface="Times New Roman"/>
                <a:cs typeface="Times New Roman"/>
              </a:rPr>
              <a:t>mainly</a:t>
            </a:r>
            <a:r>
              <a:rPr sz="1200" spc="-15" dirty="0">
                <a:latin typeface="Times New Roman"/>
                <a:cs typeface="Times New Roman"/>
              </a:rPr>
              <a:t> </a:t>
            </a:r>
            <a:r>
              <a:rPr sz="1200" spc="-5" dirty="0">
                <a:latin typeface="Times New Roman"/>
                <a:cs typeface="Times New Roman"/>
              </a:rPr>
              <a:t>three considerations</a:t>
            </a:r>
            <a:r>
              <a:rPr sz="1200" dirty="0">
                <a:latin typeface="Times New Roman"/>
                <a:cs typeface="Times New Roman"/>
              </a:rPr>
              <a:t> </a:t>
            </a:r>
            <a:r>
              <a:rPr sz="1200" spc="-15" dirty="0">
                <a:latin typeface="Times New Roman"/>
                <a:cs typeface="Times New Roman"/>
              </a:rPr>
              <a:t>involved.</a:t>
            </a:r>
            <a:r>
              <a:rPr sz="1200" spc="-20" dirty="0">
                <a:latin typeface="Times New Roman"/>
                <a:cs typeface="Times New Roman"/>
              </a:rPr>
              <a:t> </a:t>
            </a:r>
            <a:r>
              <a:rPr sz="1200" spc="-5" dirty="0">
                <a:latin typeface="Times New Roman"/>
                <a:cs typeface="Times New Roman"/>
              </a:rPr>
              <a:t>They</a:t>
            </a:r>
            <a:r>
              <a:rPr sz="1200" spc="-15" dirty="0">
                <a:latin typeface="Times New Roman"/>
                <a:cs typeface="Times New Roman"/>
              </a:rPr>
              <a:t> </a:t>
            </a:r>
            <a:r>
              <a:rPr sz="1200" spc="-25" dirty="0">
                <a:latin typeface="Times New Roman"/>
                <a:cs typeface="Times New Roman"/>
              </a:rPr>
              <a:t>are,</a:t>
            </a:r>
            <a:endParaRPr sz="1200" dirty="0">
              <a:latin typeface="Times New Roman"/>
              <a:cs typeface="Times New Roman"/>
            </a:endParaRPr>
          </a:p>
          <a:p>
            <a:pPr>
              <a:lnSpc>
                <a:spcPct val="100000"/>
              </a:lnSpc>
              <a:spcBef>
                <a:spcPts val="30"/>
              </a:spcBef>
            </a:pPr>
            <a:endParaRPr sz="1400" dirty="0">
              <a:latin typeface="Times New Roman"/>
              <a:cs typeface="Times New Roman"/>
            </a:endParaRPr>
          </a:p>
          <a:p>
            <a:pPr marL="478790" indent="-229235">
              <a:lnSpc>
                <a:spcPct val="100000"/>
              </a:lnSpc>
              <a:buFont typeface="Arial MT"/>
              <a:buChar char="●"/>
              <a:tabLst>
                <a:tab pos="478790" algn="l"/>
                <a:tab pos="479425" algn="l"/>
              </a:tabLst>
            </a:pPr>
            <a:r>
              <a:rPr sz="1200" spc="-15" dirty="0">
                <a:latin typeface="Times New Roman"/>
                <a:cs typeface="Times New Roman"/>
              </a:rPr>
              <a:t>Technical</a:t>
            </a:r>
            <a:r>
              <a:rPr sz="1200" spc="-40" dirty="0">
                <a:latin typeface="Times New Roman"/>
                <a:cs typeface="Times New Roman"/>
              </a:rPr>
              <a:t> </a:t>
            </a:r>
            <a:r>
              <a:rPr sz="1200" spc="-15" dirty="0">
                <a:latin typeface="Times New Roman"/>
                <a:cs typeface="Times New Roman"/>
              </a:rPr>
              <a:t>feasibility</a:t>
            </a:r>
            <a:endParaRPr sz="1200" dirty="0">
              <a:latin typeface="Times New Roman"/>
              <a:cs typeface="Times New Roman"/>
            </a:endParaRPr>
          </a:p>
          <a:p>
            <a:pPr>
              <a:lnSpc>
                <a:spcPct val="100000"/>
              </a:lnSpc>
              <a:spcBef>
                <a:spcPts val="25"/>
              </a:spcBef>
              <a:buFont typeface="Arial MT"/>
              <a:buChar char="●"/>
            </a:pPr>
            <a:endParaRPr sz="1400" dirty="0">
              <a:latin typeface="Times New Roman"/>
              <a:cs typeface="Times New Roman"/>
            </a:endParaRPr>
          </a:p>
          <a:p>
            <a:pPr marL="478790" indent="-229235">
              <a:lnSpc>
                <a:spcPct val="100000"/>
              </a:lnSpc>
              <a:buFont typeface="Arial MT"/>
              <a:buChar char="●"/>
              <a:tabLst>
                <a:tab pos="478790" algn="l"/>
                <a:tab pos="479425" algn="l"/>
              </a:tabLst>
            </a:pPr>
            <a:r>
              <a:rPr sz="1200" spc="-5" dirty="0">
                <a:latin typeface="Times New Roman"/>
                <a:cs typeface="Times New Roman"/>
              </a:rPr>
              <a:t>Economic</a:t>
            </a:r>
            <a:r>
              <a:rPr sz="1200" spc="-55" dirty="0">
                <a:latin typeface="Times New Roman"/>
                <a:cs typeface="Times New Roman"/>
              </a:rPr>
              <a:t> </a:t>
            </a:r>
            <a:r>
              <a:rPr sz="1200" spc="-15" dirty="0">
                <a:latin typeface="Times New Roman"/>
                <a:cs typeface="Times New Roman"/>
              </a:rPr>
              <a:t>feasibility</a:t>
            </a:r>
            <a:endParaRPr sz="1200" dirty="0">
              <a:latin typeface="Times New Roman"/>
              <a:cs typeface="Times New Roman"/>
            </a:endParaRPr>
          </a:p>
          <a:p>
            <a:pPr>
              <a:lnSpc>
                <a:spcPct val="100000"/>
              </a:lnSpc>
              <a:spcBef>
                <a:spcPts val="35"/>
              </a:spcBef>
              <a:buFont typeface="Arial MT"/>
              <a:buChar char="●"/>
            </a:pPr>
            <a:endParaRPr sz="1400" dirty="0">
              <a:latin typeface="Times New Roman"/>
              <a:cs typeface="Times New Roman"/>
            </a:endParaRPr>
          </a:p>
          <a:p>
            <a:pPr marL="478790" indent="-229235">
              <a:lnSpc>
                <a:spcPct val="100000"/>
              </a:lnSpc>
              <a:buFont typeface="Arial MT"/>
              <a:buChar char="●"/>
              <a:tabLst>
                <a:tab pos="478790" algn="l"/>
                <a:tab pos="479425" algn="l"/>
              </a:tabLst>
            </a:pPr>
            <a:r>
              <a:rPr sz="1200" spc="-5" dirty="0">
                <a:latin typeface="Times New Roman"/>
                <a:cs typeface="Times New Roman"/>
              </a:rPr>
              <a:t>Behavior</a:t>
            </a:r>
            <a:r>
              <a:rPr sz="1200" spc="-35" dirty="0">
                <a:latin typeface="Times New Roman"/>
                <a:cs typeface="Times New Roman"/>
              </a:rPr>
              <a:t> </a:t>
            </a:r>
            <a:r>
              <a:rPr sz="1200" spc="-15" dirty="0">
                <a:latin typeface="Times New Roman"/>
                <a:cs typeface="Times New Roman"/>
              </a:rPr>
              <a:t>feasibility</a:t>
            </a:r>
            <a:endParaRPr sz="1200" dirty="0">
              <a:latin typeface="Times New Roman"/>
              <a:cs typeface="Times New Roman"/>
            </a:endParaRPr>
          </a:p>
          <a:p>
            <a:pPr>
              <a:lnSpc>
                <a:spcPct val="100000"/>
              </a:lnSpc>
              <a:spcBef>
                <a:spcPts val="40"/>
              </a:spcBef>
            </a:pPr>
            <a:endParaRPr sz="1650" dirty="0">
              <a:latin typeface="Times New Roman"/>
              <a:cs typeface="Times New Roman"/>
            </a:endParaRPr>
          </a:p>
          <a:p>
            <a:pPr marL="12700" algn="just">
              <a:lnSpc>
                <a:spcPct val="100000"/>
              </a:lnSpc>
            </a:pPr>
            <a:r>
              <a:rPr sz="1400" b="1" dirty="0">
                <a:latin typeface="Times New Roman"/>
                <a:cs typeface="Times New Roman"/>
              </a:rPr>
              <a:t>3.5</a:t>
            </a:r>
            <a:r>
              <a:rPr sz="1400" b="1" spc="-60" dirty="0">
                <a:latin typeface="Times New Roman"/>
                <a:cs typeface="Times New Roman"/>
              </a:rPr>
              <a:t> </a:t>
            </a:r>
            <a:r>
              <a:rPr sz="1400" b="1" spc="-25" dirty="0">
                <a:latin typeface="Times New Roman"/>
                <a:cs typeface="Times New Roman"/>
              </a:rPr>
              <a:t>Technical</a:t>
            </a:r>
            <a:r>
              <a:rPr sz="1400" b="1" spc="-35"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pPr marL="12700" marR="11430" indent="533400" algn="just">
              <a:lnSpc>
                <a:spcPct val="155000"/>
              </a:lnSpc>
              <a:spcBef>
                <a:spcPts val="425"/>
              </a:spcBef>
            </a:pPr>
            <a:r>
              <a:rPr sz="1200" dirty="0">
                <a:latin typeface="Times New Roman"/>
                <a:cs typeface="Times New Roman"/>
              </a:rPr>
              <a:t>Technical feasibility centers on the existing computer </a:t>
            </a:r>
            <a:r>
              <a:rPr sz="1200" spc="-5" dirty="0">
                <a:latin typeface="Times New Roman"/>
                <a:cs typeface="Times New Roman"/>
              </a:rPr>
              <a:t>system and </a:t>
            </a:r>
            <a:r>
              <a:rPr sz="1200" dirty="0">
                <a:latin typeface="Times New Roman"/>
                <a:cs typeface="Times New Roman"/>
              </a:rPr>
              <a:t>to </a:t>
            </a:r>
            <a:r>
              <a:rPr sz="1200" spc="-5" dirty="0">
                <a:latin typeface="Times New Roman"/>
                <a:cs typeface="Times New Roman"/>
              </a:rPr>
              <a:t>what </a:t>
            </a:r>
            <a:r>
              <a:rPr sz="1200" dirty="0">
                <a:latin typeface="Times New Roman"/>
                <a:cs typeface="Times New Roman"/>
              </a:rPr>
              <a:t>it </a:t>
            </a:r>
            <a:r>
              <a:rPr sz="1200" spc="-20" dirty="0">
                <a:latin typeface="Times New Roman"/>
                <a:cs typeface="Times New Roman"/>
              </a:rPr>
              <a:t>can </a:t>
            </a:r>
            <a:r>
              <a:rPr sz="1200" spc="-15" dirty="0">
                <a:latin typeface="Times New Roman"/>
                <a:cs typeface="Times New Roman"/>
              </a:rPr>
              <a:t> </a:t>
            </a:r>
            <a:r>
              <a:rPr sz="1200" dirty="0">
                <a:latin typeface="Times New Roman"/>
                <a:cs typeface="Times New Roman"/>
              </a:rPr>
              <a:t>support the</a:t>
            </a:r>
            <a:r>
              <a:rPr sz="1200" spc="5" dirty="0">
                <a:latin typeface="Times New Roman"/>
                <a:cs typeface="Times New Roman"/>
              </a:rPr>
              <a:t> </a:t>
            </a:r>
            <a:r>
              <a:rPr sz="1200" spc="-5" dirty="0">
                <a:latin typeface="Times New Roman"/>
                <a:cs typeface="Times New Roman"/>
              </a:rPr>
              <a:t>proposed</a:t>
            </a:r>
            <a:r>
              <a:rPr sz="1200" dirty="0">
                <a:latin typeface="Times New Roman"/>
                <a:cs typeface="Times New Roman"/>
              </a:rPr>
              <a:t> </a:t>
            </a:r>
            <a:r>
              <a:rPr sz="1200" spc="-5" dirty="0">
                <a:latin typeface="Times New Roman"/>
                <a:cs typeface="Times New Roman"/>
              </a:rPr>
              <a:t>system.</a:t>
            </a:r>
            <a:r>
              <a:rPr sz="1200" dirty="0">
                <a:latin typeface="Times New Roman"/>
                <a:cs typeface="Times New Roman"/>
              </a:rPr>
              <a:t> Sometimes running another</a:t>
            </a:r>
            <a:r>
              <a:rPr sz="1200" spc="5" dirty="0">
                <a:latin typeface="Times New Roman"/>
                <a:cs typeface="Times New Roman"/>
              </a:rPr>
              <a:t> </a:t>
            </a:r>
            <a:r>
              <a:rPr sz="1200" dirty="0">
                <a:latin typeface="Times New Roman"/>
                <a:cs typeface="Times New Roman"/>
              </a:rPr>
              <a:t>application</a:t>
            </a:r>
            <a:r>
              <a:rPr sz="1200" spc="5" dirty="0">
                <a:latin typeface="Times New Roman"/>
                <a:cs typeface="Times New Roman"/>
              </a:rPr>
              <a:t> </a:t>
            </a:r>
            <a:r>
              <a:rPr sz="1200" dirty="0">
                <a:latin typeface="Times New Roman"/>
                <a:cs typeface="Times New Roman"/>
              </a:rPr>
              <a:t>could</a:t>
            </a:r>
            <a:r>
              <a:rPr sz="1200" spc="5" dirty="0">
                <a:latin typeface="Times New Roman"/>
                <a:cs typeface="Times New Roman"/>
              </a:rPr>
              <a:t> </a:t>
            </a:r>
            <a:r>
              <a:rPr sz="1200" dirty="0">
                <a:latin typeface="Times New Roman"/>
                <a:cs typeface="Times New Roman"/>
              </a:rPr>
              <a:t>overload</a:t>
            </a:r>
            <a:r>
              <a:rPr sz="1200" spc="5" dirty="0">
                <a:latin typeface="Times New Roman"/>
                <a:cs typeface="Times New Roman"/>
              </a:rPr>
              <a:t> </a:t>
            </a:r>
            <a:r>
              <a:rPr sz="1200" spc="-15" dirty="0">
                <a:latin typeface="Times New Roman"/>
                <a:cs typeface="Times New Roman"/>
              </a:rPr>
              <a:t>the </a:t>
            </a:r>
            <a:r>
              <a:rPr sz="1200" spc="-10" dirty="0">
                <a:latin typeface="Times New Roman"/>
                <a:cs typeface="Times New Roman"/>
              </a:rPr>
              <a:t> system</a:t>
            </a:r>
            <a:r>
              <a:rPr sz="1200" dirty="0">
                <a:latin typeface="Times New Roman"/>
                <a:cs typeface="Times New Roman"/>
              </a:rPr>
              <a:t> </a:t>
            </a:r>
            <a:r>
              <a:rPr sz="1200" spc="-5" dirty="0">
                <a:latin typeface="Times New Roman"/>
                <a:cs typeface="Times New Roman"/>
              </a:rPr>
              <a:t>or</a:t>
            </a:r>
            <a:r>
              <a:rPr sz="1200" spc="-30" dirty="0">
                <a:latin typeface="Times New Roman"/>
                <a:cs typeface="Times New Roman"/>
              </a:rPr>
              <a:t> </a:t>
            </a:r>
            <a:r>
              <a:rPr sz="1200" spc="-5" dirty="0">
                <a:latin typeface="Times New Roman"/>
                <a:cs typeface="Times New Roman"/>
              </a:rPr>
              <a:t>require</a:t>
            </a:r>
            <a:r>
              <a:rPr sz="1200" spc="-20" dirty="0">
                <a:latin typeface="Times New Roman"/>
                <a:cs typeface="Times New Roman"/>
              </a:rPr>
              <a:t> </a:t>
            </a:r>
            <a:r>
              <a:rPr sz="1200" spc="-5" dirty="0">
                <a:latin typeface="Times New Roman"/>
                <a:cs typeface="Times New Roman"/>
              </a:rPr>
              <a:t>additional</a:t>
            </a:r>
            <a:r>
              <a:rPr sz="1200" dirty="0">
                <a:latin typeface="Times New Roman"/>
                <a:cs typeface="Times New Roman"/>
              </a:rPr>
              <a:t> </a:t>
            </a:r>
            <a:r>
              <a:rPr sz="1200" spc="-20" dirty="0">
                <a:latin typeface="Times New Roman"/>
                <a:cs typeface="Times New Roman"/>
              </a:rPr>
              <a:t>hardware.</a:t>
            </a:r>
            <a:endParaRPr sz="1200" dirty="0">
              <a:latin typeface="Times New Roman"/>
              <a:cs typeface="Times New Roman"/>
            </a:endParaRPr>
          </a:p>
          <a:p>
            <a:pPr marL="12700" marR="9525" indent="533400" algn="just">
              <a:lnSpc>
                <a:spcPct val="155000"/>
              </a:lnSpc>
              <a:spcBef>
                <a:spcPts val="810"/>
              </a:spcBef>
            </a:pP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proposed</a:t>
            </a:r>
            <a:r>
              <a:rPr sz="1200" spc="5" dirty="0">
                <a:latin typeface="Times New Roman"/>
                <a:cs typeface="Times New Roman"/>
              </a:rPr>
              <a:t> </a:t>
            </a:r>
            <a:r>
              <a:rPr sz="1200" spc="-5" dirty="0">
                <a:latin typeface="Times New Roman"/>
                <a:cs typeface="Times New Roman"/>
              </a:rPr>
              <a:t>system</a:t>
            </a:r>
            <a:r>
              <a:rPr sz="1200" dirty="0">
                <a:latin typeface="Times New Roman"/>
                <a:cs typeface="Times New Roman"/>
              </a:rPr>
              <a:t> should</a:t>
            </a:r>
            <a:r>
              <a:rPr sz="1200" spc="5" dirty="0">
                <a:latin typeface="Times New Roman"/>
                <a:cs typeface="Times New Roman"/>
              </a:rPr>
              <a:t> </a:t>
            </a:r>
            <a:r>
              <a:rPr sz="1200" spc="-5" dirty="0">
                <a:latin typeface="Times New Roman"/>
                <a:cs typeface="Times New Roman"/>
              </a:rPr>
              <a:t>need</a:t>
            </a:r>
            <a:r>
              <a:rPr sz="1200" dirty="0">
                <a:latin typeface="Times New Roman"/>
                <a:cs typeface="Times New Roman"/>
              </a:rPr>
              <a:t> a</a:t>
            </a:r>
            <a:r>
              <a:rPr sz="1200" spc="5" dirty="0">
                <a:latin typeface="Times New Roman"/>
                <a:cs typeface="Times New Roman"/>
              </a:rPr>
              <a:t> </a:t>
            </a:r>
            <a:r>
              <a:rPr sz="1200" dirty="0">
                <a:latin typeface="Times New Roman"/>
                <a:cs typeface="Times New Roman"/>
              </a:rPr>
              <a:t>computer</a:t>
            </a:r>
            <a:r>
              <a:rPr sz="1200" spc="5" dirty="0">
                <a:latin typeface="Times New Roman"/>
                <a:cs typeface="Times New Roman"/>
              </a:rPr>
              <a:t> </a:t>
            </a:r>
            <a:r>
              <a:rPr sz="1200" spc="-5" dirty="0">
                <a:latin typeface="Times New Roman"/>
                <a:cs typeface="Times New Roman"/>
              </a:rPr>
              <a:t>as</a:t>
            </a:r>
            <a:r>
              <a:rPr sz="1200" dirty="0">
                <a:latin typeface="Times New Roman"/>
                <a:cs typeface="Times New Roman"/>
              </a:rPr>
              <a:t> a</a:t>
            </a:r>
            <a:r>
              <a:rPr sz="1200" spc="5" dirty="0">
                <a:latin typeface="Times New Roman"/>
                <a:cs typeface="Times New Roman"/>
              </a:rPr>
              <a:t> </a:t>
            </a:r>
            <a:r>
              <a:rPr sz="1200" dirty="0">
                <a:latin typeface="Times New Roman"/>
                <a:cs typeface="Times New Roman"/>
              </a:rPr>
              <a:t>technical</a:t>
            </a:r>
            <a:r>
              <a:rPr sz="1200" spc="5" dirty="0">
                <a:latin typeface="Times New Roman"/>
                <a:cs typeface="Times New Roman"/>
              </a:rPr>
              <a:t> </a:t>
            </a:r>
            <a:r>
              <a:rPr sz="1200" dirty="0">
                <a:latin typeface="Times New Roman"/>
                <a:cs typeface="Times New Roman"/>
              </a:rPr>
              <a:t>device.</a:t>
            </a:r>
            <a:r>
              <a:rPr sz="1200" spc="5" dirty="0">
                <a:latin typeface="Times New Roman"/>
                <a:cs typeface="Times New Roman"/>
              </a:rPr>
              <a:t> </a:t>
            </a:r>
            <a:r>
              <a:rPr sz="1200" spc="-15" dirty="0">
                <a:latin typeface="Times New Roman"/>
                <a:cs typeface="Times New Roman"/>
              </a:rPr>
              <a:t>Necessary </a:t>
            </a:r>
            <a:r>
              <a:rPr sz="1200" spc="-285" dirty="0">
                <a:latin typeface="Times New Roman"/>
                <a:cs typeface="Times New Roman"/>
              </a:rPr>
              <a:t> </a:t>
            </a:r>
            <a:r>
              <a:rPr sz="1200" spc="-10" dirty="0">
                <a:latin typeface="Times New Roman"/>
                <a:cs typeface="Times New Roman"/>
              </a:rPr>
              <a:t>hardware</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software</a:t>
            </a:r>
            <a:r>
              <a:rPr sz="1200" spc="-45" dirty="0">
                <a:latin typeface="Times New Roman"/>
                <a:cs typeface="Times New Roman"/>
              </a:rPr>
              <a:t> </a:t>
            </a:r>
            <a:r>
              <a:rPr sz="1200" dirty="0">
                <a:latin typeface="Times New Roman"/>
                <a:cs typeface="Times New Roman"/>
              </a:rPr>
              <a:t>should</a:t>
            </a:r>
            <a:r>
              <a:rPr sz="1200" spc="-25"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spc="-10" dirty="0">
                <a:latin typeface="Times New Roman"/>
                <a:cs typeface="Times New Roman"/>
              </a:rPr>
              <a:t>provided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5" dirty="0">
                <a:latin typeface="Times New Roman"/>
                <a:cs typeface="Times New Roman"/>
              </a:rPr>
              <a:t>the</a:t>
            </a:r>
            <a:r>
              <a:rPr sz="1200" spc="-30" dirty="0">
                <a:latin typeface="Times New Roman"/>
                <a:cs typeface="Times New Roman"/>
              </a:rPr>
              <a:t> </a:t>
            </a:r>
            <a:r>
              <a:rPr sz="1200" spc="-10" dirty="0">
                <a:latin typeface="Times New Roman"/>
                <a:cs typeface="Times New Roman"/>
              </a:rPr>
              <a:t>implementations.</a:t>
            </a:r>
            <a:r>
              <a:rPr sz="1200" spc="-15" dirty="0">
                <a:latin typeface="Times New Roman"/>
                <a:cs typeface="Times New Roman"/>
              </a:rPr>
              <a:t> </a:t>
            </a:r>
            <a:r>
              <a:rPr sz="1200" spc="-10" dirty="0">
                <a:latin typeface="Times New Roman"/>
                <a:cs typeface="Times New Roman"/>
              </a:rPr>
              <a:t>It </a:t>
            </a:r>
            <a:r>
              <a:rPr sz="1200" spc="-5" dirty="0">
                <a:latin typeface="Times New Roman"/>
                <a:cs typeface="Times New Roman"/>
              </a:rPr>
              <a:t>also</a:t>
            </a:r>
            <a:r>
              <a:rPr sz="1200" spc="-25" dirty="0">
                <a:latin typeface="Times New Roman"/>
                <a:cs typeface="Times New Roman"/>
              </a:rPr>
              <a:t> </a:t>
            </a:r>
            <a:r>
              <a:rPr sz="1200" spc="-10" dirty="0">
                <a:latin typeface="Times New Roman"/>
                <a:cs typeface="Times New Roman"/>
              </a:rPr>
              <a:t>helps</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easy</a:t>
            </a:r>
            <a:r>
              <a:rPr sz="1200" spc="-60" dirty="0">
                <a:latin typeface="Times New Roman"/>
                <a:cs typeface="Times New Roman"/>
              </a:rPr>
              <a:t> </a:t>
            </a:r>
            <a:r>
              <a:rPr sz="1200" spc="-10" dirty="0">
                <a:latin typeface="Times New Roman"/>
                <a:cs typeface="Times New Roman"/>
              </a:rPr>
              <a:t>storage </a:t>
            </a:r>
            <a:r>
              <a:rPr sz="1200" spc="-28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retrieval</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25" dirty="0">
                <a:latin typeface="Times New Roman"/>
                <a:cs typeface="Times New Roman"/>
              </a:rPr>
              <a:t>data.</a:t>
            </a:r>
            <a:endParaRPr sz="1200" dirty="0">
              <a:latin typeface="Times New Roman"/>
              <a:cs typeface="Times New Roman"/>
            </a:endParaRPr>
          </a:p>
        </p:txBody>
      </p:sp>
      <p:sp>
        <p:nvSpPr>
          <p:cNvPr id="4" name="object 4"/>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18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83411" y="1000506"/>
            <a:ext cx="5780405" cy="7907655"/>
          </a:xfrm>
          <a:prstGeom prst="rect">
            <a:avLst/>
          </a:prstGeom>
        </p:spPr>
        <p:txBody>
          <a:bodyPr vert="horz" wrap="square" lIns="0" tIns="12700" rIns="0" bIns="0" rtlCol="0">
            <a:spAutoFit/>
          </a:bodyPr>
          <a:lstStyle/>
          <a:p>
            <a:pPr marL="280670" indent="-268605" algn="just">
              <a:lnSpc>
                <a:spcPct val="100000"/>
              </a:lnSpc>
              <a:spcBef>
                <a:spcPts val="100"/>
              </a:spcBef>
              <a:buAutoNum type="arabicPeriod" startAt="6"/>
              <a:tabLst>
                <a:tab pos="281305" algn="l"/>
              </a:tabLst>
            </a:pPr>
            <a:r>
              <a:rPr sz="1400" b="1" dirty="0">
                <a:latin typeface="Times New Roman"/>
                <a:cs typeface="Times New Roman"/>
              </a:rPr>
              <a:t>Econo</a:t>
            </a:r>
            <a:r>
              <a:rPr sz="1400" b="1" spc="-20" dirty="0">
                <a:latin typeface="Times New Roman"/>
                <a:cs typeface="Times New Roman"/>
              </a:rPr>
              <a:t>m</a:t>
            </a:r>
            <a:r>
              <a:rPr sz="1400" b="1" dirty="0">
                <a:latin typeface="Times New Roman"/>
                <a:cs typeface="Times New Roman"/>
              </a:rPr>
              <a:t>ic</a:t>
            </a:r>
            <a:r>
              <a:rPr sz="1400" b="1" spc="-85" dirty="0">
                <a:latin typeface="Times New Roman"/>
                <a:cs typeface="Times New Roman"/>
              </a:rPr>
              <a:t> </a:t>
            </a:r>
            <a:r>
              <a:rPr sz="1400" b="1" spc="-20" dirty="0">
                <a:latin typeface="Times New Roman"/>
                <a:cs typeface="Times New Roman"/>
              </a:rPr>
              <a:t>F</a:t>
            </a:r>
            <a:r>
              <a:rPr sz="1400" b="1" spc="-15" dirty="0">
                <a:latin typeface="Times New Roman"/>
                <a:cs typeface="Times New Roman"/>
              </a:rPr>
              <a:t>e</a:t>
            </a:r>
            <a:r>
              <a:rPr sz="1400" b="1" spc="-10" dirty="0">
                <a:latin typeface="Times New Roman"/>
                <a:cs typeface="Times New Roman"/>
              </a:rPr>
              <a:t>asi</a:t>
            </a:r>
            <a:r>
              <a:rPr sz="1400" b="1" spc="-15" dirty="0">
                <a:latin typeface="Times New Roman"/>
                <a:cs typeface="Times New Roman"/>
              </a:rPr>
              <a:t>b</a:t>
            </a:r>
            <a:r>
              <a:rPr sz="1400" b="1" spc="-10" dirty="0">
                <a:latin typeface="Times New Roman"/>
                <a:cs typeface="Times New Roman"/>
              </a:rPr>
              <a:t>ili</a:t>
            </a:r>
            <a:r>
              <a:rPr sz="1400" b="1" spc="-15" dirty="0">
                <a:latin typeface="Times New Roman"/>
                <a:cs typeface="Times New Roman"/>
              </a:rPr>
              <a:t>t</a:t>
            </a:r>
            <a:r>
              <a:rPr sz="1400" b="1" dirty="0">
                <a:latin typeface="Times New Roman"/>
                <a:cs typeface="Times New Roman"/>
              </a:rPr>
              <a:t>y</a:t>
            </a:r>
            <a:endParaRPr sz="1400">
              <a:latin typeface="Times New Roman"/>
              <a:cs typeface="Times New Roman"/>
            </a:endParaRPr>
          </a:p>
          <a:p>
            <a:pPr marL="12700" marR="9525" indent="1187450" algn="just">
              <a:lnSpc>
                <a:spcPct val="155000"/>
              </a:lnSpc>
              <a:spcBef>
                <a:spcPts val="434"/>
              </a:spcBef>
            </a:pPr>
            <a:r>
              <a:rPr sz="1200" dirty="0">
                <a:latin typeface="Times New Roman"/>
                <a:cs typeface="Times New Roman"/>
              </a:rPr>
              <a:t>Economic feasibility </a:t>
            </a:r>
            <a:r>
              <a:rPr sz="1200" spc="-5" dirty="0">
                <a:latin typeface="Times New Roman"/>
                <a:cs typeface="Times New Roman"/>
              </a:rPr>
              <a:t>is </a:t>
            </a:r>
            <a:r>
              <a:rPr sz="1200" dirty="0">
                <a:latin typeface="Times New Roman"/>
                <a:cs typeface="Times New Roman"/>
              </a:rPr>
              <a:t>the most frequently </a:t>
            </a:r>
            <a:r>
              <a:rPr sz="1200" spc="-5" dirty="0">
                <a:latin typeface="Times New Roman"/>
                <a:cs typeface="Times New Roman"/>
              </a:rPr>
              <a:t>used </a:t>
            </a:r>
            <a:r>
              <a:rPr sz="1200" dirty="0">
                <a:latin typeface="Times New Roman"/>
                <a:cs typeface="Times New Roman"/>
              </a:rPr>
              <a:t>method for evaluating </a:t>
            </a:r>
            <a:r>
              <a:rPr sz="1200" spc="-15" dirty="0">
                <a:latin typeface="Times New Roman"/>
                <a:cs typeface="Times New Roman"/>
              </a:rPr>
              <a:t>the </a:t>
            </a:r>
            <a:r>
              <a:rPr sz="1200" spc="-285" dirty="0">
                <a:latin typeface="Times New Roman"/>
                <a:cs typeface="Times New Roman"/>
              </a:rPr>
              <a:t> </a:t>
            </a:r>
            <a:r>
              <a:rPr sz="1200" spc="-10" dirty="0">
                <a:latin typeface="Times New Roman"/>
                <a:cs typeface="Times New Roman"/>
              </a:rPr>
              <a:t>effectiveness </a:t>
            </a:r>
            <a:r>
              <a:rPr sz="1200" dirty="0">
                <a:latin typeface="Times New Roman"/>
                <a:cs typeface="Times New Roman"/>
              </a:rPr>
              <a:t>of a </a:t>
            </a:r>
            <a:r>
              <a:rPr sz="1200" spc="-10" dirty="0">
                <a:latin typeface="Times New Roman"/>
                <a:cs typeface="Times New Roman"/>
              </a:rPr>
              <a:t>system. </a:t>
            </a:r>
            <a:r>
              <a:rPr sz="1200" spc="-5" dirty="0">
                <a:latin typeface="Times New Roman"/>
                <a:cs typeface="Times New Roman"/>
              </a:rPr>
              <a:t>A system </a:t>
            </a:r>
            <a:r>
              <a:rPr sz="1200" dirty="0">
                <a:latin typeface="Times New Roman"/>
                <a:cs typeface="Times New Roman"/>
              </a:rPr>
              <a:t>can </a:t>
            </a:r>
            <a:r>
              <a:rPr sz="1200" spc="5" dirty="0">
                <a:latin typeface="Times New Roman"/>
                <a:cs typeface="Times New Roman"/>
              </a:rPr>
              <a:t>be </a:t>
            </a:r>
            <a:r>
              <a:rPr sz="1200" dirty="0">
                <a:latin typeface="Times New Roman"/>
                <a:cs typeface="Times New Roman"/>
              </a:rPr>
              <a:t>developed if it </a:t>
            </a:r>
            <a:r>
              <a:rPr sz="1200" spc="-5" dirty="0">
                <a:latin typeface="Times New Roman"/>
                <a:cs typeface="Times New Roman"/>
              </a:rPr>
              <a:t>is </a:t>
            </a:r>
            <a:r>
              <a:rPr sz="1200" spc="-10" dirty="0">
                <a:latin typeface="Times New Roman"/>
                <a:cs typeface="Times New Roman"/>
              </a:rPr>
              <a:t>profitable </a:t>
            </a:r>
            <a:r>
              <a:rPr sz="1200" dirty="0">
                <a:latin typeface="Times New Roman"/>
                <a:cs typeface="Times New Roman"/>
              </a:rPr>
              <a:t>to the </a:t>
            </a:r>
            <a:r>
              <a:rPr sz="1200" spc="-15" dirty="0">
                <a:latin typeface="Times New Roman"/>
                <a:cs typeface="Times New Roman"/>
              </a:rPr>
              <a:t>organization. The </a:t>
            </a:r>
            <a:r>
              <a:rPr sz="1200" spc="-285" dirty="0">
                <a:latin typeface="Times New Roman"/>
                <a:cs typeface="Times New Roman"/>
              </a:rPr>
              <a:t> </a:t>
            </a:r>
            <a:r>
              <a:rPr sz="1200" dirty="0">
                <a:latin typeface="Times New Roman"/>
                <a:cs typeface="Times New Roman"/>
              </a:rPr>
              <a:t>procedure </a:t>
            </a:r>
            <a:r>
              <a:rPr sz="1200" spc="-5" dirty="0">
                <a:latin typeface="Times New Roman"/>
                <a:cs typeface="Times New Roman"/>
              </a:rPr>
              <a:t>is </a:t>
            </a:r>
            <a:r>
              <a:rPr sz="1200" dirty="0">
                <a:latin typeface="Times New Roman"/>
                <a:cs typeface="Times New Roman"/>
              </a:rPr>
              <a:t>to determine the benefits </a:t>
            </a:r>
            <a:r>
              <a:rPr sz="1200" spc="-5" dirty="0">
                <a:latin typeface="Times New Roman"/>
                <a:cs typeface="Times New Roman"/>
              </a:rPr>
              <a:t>and savings </a:t>
            </a:r>
            <a:r>
              <a:rPr sz="1200" dirty="0">
                <a:latin typeface="Times New Roman"/>
                <a:cs typeface="Times New Roman"/>
              </a:rPr>
              <a:t>that are expected from the candidate </a:t>
            </a:r>
            <a:r>
              <a:rPr sz="1200" spc="-20" dirty="0">
                <a:latin typeface="Times New Roman"/>
                <a:cs typeface="Times New Roman"/>
              </a:rPr>
              <a:t>and </a:t>
            </a:r>
            <a:r>
              <a:rPr sz="1200" spc="-15" dirty="0">
                <a:latin typeface="Times New Roman"/>
                <a:cs typeface="Times New Roman"/>
              </a:rPr>
              <a:t> </a:t>
            </a:r>
            <a:r>
              <a:rPr sz="1200" dirty="0">
                <a:latin typeface="Times New Roman"/>
                <a:cs typeface="Times New Roman"/>
              </a:rPr>
              <a:t>compare them with </a:t>
            </a:r>
            <a:r>
              <a:rPr sz="1200" spc="-5" dirty="0">
                <a:latin typeface="Times New Roman"/>
                <a:cs typeface="Times New Roman"/>
              </a:rPr>
              <a:t>cost. Most </a:t>
            </a:r>
            <a:r>
              <a:rPr sz="1200" dirty="0">
                <a:latin typeface="Times New Roman"/>
                <a:cs typeface="Times New Roman"/>
              </a:rPr>
              <a:t>commonly this is </a:t>
            </a:r>
            <a:r>
              <a:rPr sz="1200" spc="-5" dirty="0">
                <a:latin typeface="Times New Roman"/>
                <a:cs typeface="Times New Roman"/>
              </a:rPr>
              <a:t>also </a:t>
            </a:r>
            <a:r>
              <a:rPr sz="1200" dirty="0">
                <a:latin typeface="Times New Roman"/>
                <a:cs typeface="Times New Roman"/>
              </a:rPr>
              <a:t>known </a:t>
            </a:r>
            <a:r>
              <a:rPr sz="1200" spc="-5" dirty="0">
                <a:latin typeface="Times New Roman"/>
                <a:cs typeface="Times New Roman"/>
              </a:rPr>
              <a:t>as cost </a:t>
            </a:r>
            <a:r>
              <a:rPr sz="1200" dirty="0">
                <a:latin typeface="Times New Roman"/>
                <a:cs typeface="Times New Roman"/>
              </a:rPr>
              <a:t>benefit </a:t>
            </a:r>
            <a:r>
              <a:rPr sz="1200" spc="-5" dirty="0">
                <a:latin typeface="Times New Roman"/>
                <a:cs typeface="Times New Roman"/>
              </a:rPr>
              <a:t>analysis. </a:t>
            </a:r>
            <a:r>
              <a:rPr sz="1200" spc="-20" dirty="0">
                <a:latin typeface="Times New Roman"/>
                <a:cs typeface="Times New Roman"/>
              </a:rPr>
              <a:t>This </a:t>
            </a:r>
            <a:r>
              <a:rPr sz="1200" spc="-15" dirty="0">
                <a:latin typeface="Times New Roman"/>
                <a:cs typeface="Times New Roman"/>
              </a:rPr>
              <a:t> </a:t>
            </a:r>
            <a:r>
              <a:rPr sz="1200" dirty="0">
                <a:latin typeface="Times New Roman"/>
                <a:cs typeface="Times New Roman"/>
              </a:rPr>
              <a:t>method</a:t>
            </a:r>
            <a:r>
              <a:rPr sz="1200" spc="-1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spc="-5" dirty="0">
                <a:latin typeface="Times New Roman"/>
                <a:cs typeface="Times New Roman"/>
              </a:rPr>
              <a:t>used</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5" dirty="0">
                <a:latin typeface="Times New Roman"/>
                <a:cs typeface="Times New Roman"/>
              </a:rPr>
              <a:t>evaluating</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a:lnSpc>
                <a:spcPct val="100000"/>
              </a:lnSpc>
              <a:spcBef>
                <a:spcPts val="30"/>
              </a:spcBef>
            </a:pPr>
            <a:endParaRPr sz="1600">
              <a:latin typeface="Times New Roman"/>
              <a:cs typeface="Times New Roman"/>
            </a:endParaRPr>
          </a:p>
          <a:p>
            <a:pPr marL="21590">
              <a:lnSpc>
                <a:spcPct val="100000"/>
              </a:lnSpc>
            </a:pPr>
            <a:r>
              <a:rPr sz="1200" spc="-5" dirty="0">
                <a:latin typeface="Times New Roman"/>
                <a:cs typeface="Times New Roman"/>
              </a:rPr>
              <a:t>Manual</a:t>
            </a:r>
            <a:r>
              <a:rPr sz="1200" spc="100" dirty="0">
                <a:latin typeface="Times New Roman"/>
                <a:cs typeface="Times New Roman"/>
              </a:rPr>
              <a:t> </a:t>
            </a:r>
            <a:r>
              <a:rPr sz="1200" spc="-5" dirty="0">
                <a:latin typeface="Times New Roman"/>
                <a:cs typeface="Times New Roman"/>
              </a:rPr>
              <a:t>system</a:t>
            </a:r>
            <a:r>
              <a:rPr sz="1200" spc="114" dirty="0">
                <a:latin typeface="Times New Roman"/>
                <a:cs typeface="Times New Roman"/>
              </a:rPr>
              <a:t> </a:t>
            </a:r>
            <a:r>
              <a:rPr sz="1200" spc="-5" dirty="0">
                <a:latin typeface="Times New Roman"/>
                <a:cs typeface="Times New Roman"/>
              </a:rPr>
              <a:t>is</a:t>
            </a:r>
            <a:r>
              <a:rPr sz="1200" spc="110" dirty="0">
                <a:latin typeface="Times New Roman"/>
                <a:cs typeface="Times New Roman"/>
              </a:rPr>
              <a:t> </a:t>
            </a:r>
            <a:r>
              <a:rPr sz="1200" dirty="0">
                <a:latin typeface="Times New Roman"/>
                <a:cs typeface="Times New Roman"/>
              </a:rPr>
              <a:t>highly</a:t>
            </a:r>
            <a:r>
              <a:rPr sz="1200" spc="85" dirty="0">
                <a:latin typeface="Times New Roman"/>
                <a:cs typeface="Times New Roman"/>
              </a:rPr>
              <a:t> </a:t>
            </a:r>
            <a:r>
              <a:rPr sz="1200" spc="-5" dirty="0">
                <a:latin typeface="Times New Roman"/>
                <a:cs typeface="Times New Roman"/>
              </a:rPr>
              <a:t>cost</a:t>
            </a:r>
            <a:r>
              <a:rPr sz="1200" spc="105" dirty="0">
                <a:latin typeface="Times New Roman"/>
                <a:cs typeface="Times New Roman"/>
              </a:rPr>
              <a:t> </a:t>
            </a:r>
            <a:r>
              <a:rPr sz="1200" dirty="0">
                <a:latin typeface="Times New Roman"/>
                <a:cs typeface="Times New Roman"/>
              </a:rPr>
              <a:t>driven</a:t>
            </a:r>
            <a:r>
              <a:rPr sz="1200" spc="100" dirty="0">
                <a:latin typeface="Times New Roman"/>
                <a:cs typeface="Times New Roman"/>
              </a:rPr>
              <a:t> </a:t>
            </a:r>
            <a:r>
              <a:rPr sz="1200" dirty="0">
                <a:latin typeface="Times New Roman"/>
                <a:cs typeface="Times New Roman"/>
              </a:rPr>
              <a:t>due</a:t>
            </a:r>
            <a:r>
              <a:rPr sz="1200" spc="100" dirty="0">
                <a:latin typeface="Times New Roman"/>
                <a:cs typeface="Times New Roman"/>
              </a:rPr>
              <a:t> </a:t>
            </a:r>
            <a:r>
              <a:rPr sz="1200" dirty="0">
                <a:latin typeface="Times New Roman"/>
                <a:cs typeface="Times New Roman"/>
              </a:rPr>
              <a:t>to</a:t>
            </a:r>
            <a:r>
              <a:rPr sz="1200" spc="10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need</a:t>
            </a:r>
            <a:r>
              <a:rPr sz="1200" spc="95" dirty="0">
                <a:latin typeface="Times New Roman"/>
                <a:cs typeface="Times New Roman"/>
              </a:rPr>
              <a:t> </a:t>
            </a:r>
            <a:r>
              <a:rPr sz="1200" dirty="0">
                <a:latin typeface="Times New Roman"/>
                <a:cs typeface="Times New Roman"/>
              </a:rPr>
              <a:t>for</a:t>
            </a:r>
            <a:r>
              <a:rPr sz="1200" spc="100" dirty="0">
                <a:latin typeface="Times New Roman"/>
                <a:cs typeface="Times New Roman"/>
              </a:rPr>
              <a:t> </a:t>
            </a:r>
            <a:r>
              <a:rPr sz="1200" dirty="0">
                <a:latin typeface="Times New Roman"/>
                <a:cs typeface="Times New Roman"/>
              </a:rPr>
              <a:t>buying</a:t>
            </a:r>
            <a:r>
              <a:rPr sz="1200" spc="100" dirty="0">
                <a:latin typeface="Times New Roman"/>
                <a:cs typeface="Times New Roman"/>
              </a:rPr>
              <a:t> </a:t>
            </a:r>
            <a:r>
              <a:rPr sz="1200" dirty="0">
                <a:latin typeface="Times New Roman"/>
                <a:cs typeface="Times New Roman"/>
              </a:rPr>
              <a:t>file</a:t>
            </a:r>
            <a:r>
              <a:rPr sz="1200" spc="110" dirty="0">
                <a:latin typeface="Times New Roman"/>
                <a:cs typeface="Times New Roman"/>
              </a:rPr>
              <a:t> </a:t>
            </a:r>
            <a:r>
              <a:rPr sz="1200" dirty="0">
                <a:latin typeface="Times New Roman"/>
                <a:cs typeface="Times New Roman"/>
              </a:rPr>
              <a:t>materials</a:t>
            </a:r>
            <a:r>
              <a:rPr sz="1200" spc="114" dirty="0">
                <a:latin typeface="Times New Roman"/>
                <a:cs typeface="Times New Roman"/>
              </a:rPr>
              <a:t> </a:t>
            </a:r>
            <a:r>
              <a:rPr sz="1200" spc="-5" dirty="0">
                <a:latin typeface="Times New Roman"/>
                <a:cs typeface="Times New Roman"/>
              </a:rPr>
              <a:t>and</a:t>
            </a:r>
            <a:r>
              <a:rPr sz="1200" spc="110" dirty="0">
                <a:latin typeface="Times New Roman"/>
                <a:cs typeface="Times New Roman"/>
              </a:rPr>
              <a:t> </a:t>
            </a:r>
            <a:r>
              <a:rPr sz="1200" spc="-5" dirty="0">
                <a:latin typeface="Times New Roman"/>
                <a:cs typeface="Times New Roman"/>
              </a:rPr>
              <a:t>offers</a:t>
            </a:r>
            <a:r>
              <a:rPr sz="1200" spc="95" dirty="0">
                <a:latin typeface="Times New Roman"/>
                <a:cs typeface="Times New Roman"/>
              </a:rPr>
              <a:t> </a:t>
            </a:r>
            <a:r>
              <a:rPr sz="1200" spc="-25" dirty="0">
                <a:latin typeface="Times New Roman"/>
                <a:cs typeface="Times New Roman"/>
              </a:rPr>
              <a:t>no</a:t>
            </a:r>
            <a:endParaRPr sz="1200">
              <a:latin typeface="Times New Roman"/>
              <a:cs typeface="Times New Roman"/>
            </a:endParaRPr>
          </a:p>
          <a:p>
            <a:pPr marL="27940">
              <a:lnSpc>
                <a:spcPct val="100000"/>
              </a:lnSpc>
              <a:spcBef>
                <a:spcPts val="35"/>
              </a:spcBef>
            </a:pPr>
            <a:r>
              <a:rPr sz="1200" spc="-20" dirty="0">
                <a:latin typeface="Times New Roman"/>
                <a:cs typeface="Times New Roman"/>
              </a:rPr>
              <a:t>security.</a:t>
            </a:r>
            <a:endParaRPr sz="1200">
              <a:latin typeface="Times New Roman"/>
              <a:cs typeface="Times New Roman"/>
            </a:endParaRPr>
          </a:p>
          <a:p>
            <a:pPr marL="12700" algn="just">
              <a:lnSpc>
                <a:spcPct val="100000"/>
              </a:lnSpc>
              <a:spcBef>
                <a:spcPts val="890"/>
              </a:spcBef>
            </a:pP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proposed </a:t>
            </a:r>
            <a:r>
              <a:rPr sz="1200" spc="-10" dirty="0">
                <a:latin typeface="Times New Roman"/>
                <a:cs typeface="Times New Roman"/>
              </a:rPr>
              <a:t>system</a:t>
            </a:r>
            <a:r>
              <a:rPr sz="1200" spc="20" dirty="0">
                <a:latin typeface="Times New Roman"/>
                <a:cs typeface="Times New Roman"/>
              </a:rPr>
              <a:t> </a:t>
            </a:r>
            <a:r>
              <a:rPr sz="1200" spc="-5" dirty="0">
                <a:latin typeface="Times New Roman"/>
                <a:cs typeface="Times New Roman"/>
              </a:rPr>
              <a:t>eliminates</a:t>
            </a:r>
            <a:r>
              <a:rPr sz="1200" spc="15" dirty="0">
                <a:latin typeface="Times New Roman"/>
                <a:cs typeface="Times New Roman"/>
              </a:rPr>
              <a:t> </a:t>
            </a:r>
            <a:r>
              <a:rPr sz="1200" dirty="0">
                <a:latin typeface="Times New Roman"/>
                <a:cs typeface="Times New Roman"/>
              </a:rPr>
              <a:t>these</a:t>
            </a:r>
            <a:r>
              <a:rPr sz="1200" spc="-15" dirty="0">
                <a:latin typeface="Times New Roman"/>
                <a:cs typeface="Times New Roman"/>
              </a:rPr>
              <a:t> </a:t>
            </a:r>
            <a:r>
              <a:rPr sz="1200" spc="-5" dirty="0">
                <a:latin typeface="Times New Roman"/>
                <a:cs typeface="Times New Roman"/>
              </a:rPr>
              <a:t>problems.</a:t>
            </a:r>
            <a:r>
              <a:rPr sz="1200" spc="-35" dirty="0">
                <a:latin typeface="Times New Roman"/>
                <a:cs typeface="Times New Roman"/>
              </a:rPr>
              <a:t> </a:t>
            </a:r>
            <a:r>
              <a:rPr sz="1200" dirty="0">
                <a:latin typeface="Times New Roman"/>
                <a:cs typeface="Times New Roman"/>
              </a:rPr>
              <a:t>Thus</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system</a:t>
            </a:r>
            <a:r>
              <a:rPr sz="1200" spc="2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15" dirty="0">
                <a:latin typeface="Times New Roman"/>
                <a:cs typeface="Times New Roman"/>
              </a:rPr>
              <a:t>economically</a:t>
            </a:r>
            <a:r>
              <a:rPr sz="1200" spc="25" dirty="0">
                <a:latin typeface="Times New Roman"/>
                <a:cs typeface="Times New Roman"/>
              </a:rPr>
              <a:t> </a:t>
            </a:r>
            <a:r>
              <a:rPr sz="1200" spc="-15" dirty="0">
                <a:latin typeface="Times New Roman"/>
                <a:cs typeface="Times New Roman"/>
              </a:rPr>
              <a:t>feasible.</a:t>
            </a:r>
            <a:endParaRPr sz="1200">
              <a:latin typeface="Times New Roman"/>
              <a:cs typeface="Times New Roman"/>
            </a:endParaRPr>
          </a:p>
          <a:p>
            <a:pPr marL="12700" marR="6985" indent="618490" algn="just">
              <a:lnSpc>
                <a:spcPts val="2230"/>
              </a:lnSpc>
              <a:spcBef>
                <a:spcPts val="40"/>
              </a:spcBef>
            </a:pPr>
            <a:r>
              <a:rPr sz="1200" spc="-5" dirty="0">
                <a:latin typeface="Times New Roman"/>
                <a:cs typeface="Times New Roman"/>
              </a:rPr>
              <a:t>Compared </a:t>
            </a:r>
            <a:r>
              <a:rPr sz="1200" dirty="0">
                <a:latin typeface="Times New Roman"/>
                <a:cs typeface="Times New Roman"/>
              </a:rPr>
              <a:t>to the existing </a:t>
            </a:r>
            <a:r>
              <a:rPr sz="1200" spc="-5" dirty="0">
                <a:latin typeface="Times New Roman"/>
                <a:cs typeface="Times New Roman"/>
              </a:rPr>
              <a:t>system, </a:t>
            </a:r>
            <a:r>
              <a:rPr sz="1200" dirty="0">
                <a:latin typeface="Times New Roman"/>
                <a:cs typeface="Times New Roman"/>
              </a:rPr>
              <a:t>the </a:t>
            </a:r>
            <a:r>
              <a:rPr sz="1200" spc="-5" dirty="0">
                <a:latin typeface="Times New Roman"/>
                <a:cs typeface="Times New Roman"/>
              </a:rPr>
              <a:t>proposed system doesn't </a:t>
            </a:r>
            <a:r>
              <a:rPr sz="1200" dirty="0">
                <a:latin typeface="Times New Roman"/>
                <a:cs typeface="Times New Roman"/>
              </a:rPr>
              <a:t>involve paper </a:t>
            </a:r>
            <a:r>
              <a:rPr sz="1200" spc="-15" dirty="0">
                <a:latin typeface="Times New Roman"/>
                <a:cs typeface="Times New Roman"/>
              </a:rPr>
              <a:t>works. </a:t>
            </a:r>
            <a:r>
              <a:rPr sz="1200" spc="-10" dirty="0">
                <a:latin typeface="Times New Roman"/>
                <a:cs typeface="Times New Roman"/>
              </a:rPr>
              <a:t> </a:t>
            </a:r>
            <a:r>
              <a:rPr sz="1200" dirty="0">
                <a:latin typeface="Times New Roman"/>
                <a:cs typeface="Times New Roman"/>
              </a:rPr>
              <a:t>Thus the </a:t>
            </a:r>
            <a:r>
              <a:rPr sz="1200" spc="-5" dirty="0">
                <a:latin typeface="Times New Roman"/>
                <a:cs typeface="Times New Roman"/>
              </a:rPr>
              <a:t>cost </a:t>
            </a:r>
            <a:r>
              <a:rPr sz="1200" dirty="0">
                <a:latin typeface="Times New Roman"/>
                <a:cs typeface="Times New Roman"/>
              </a:rPr>
              <a:t>of buying stationary </a:t>
            </a:r>
            <a:r>
              <a:rPr sz="1200" spc="-5" dirty="0">
                <a:latin typeface="Times New Roman"/>
                <a:cs typeface="Times New Roman"/>
              </a:rPr>
              <a:t>things </a:t>
            </a:r>
            <a:r>
              <a:rPr sz="1200" dirty="0">
                <a:latin typeface="Times New Roman"/>
                <a:cs typeface="Times New Roman"/>
              </a:rPr>
              <a:t>like files, </a:t>
            </a:r>
            <a:r>
              <a:rPr sz="1200" spc="-5" dirty="0">
                <a:latin typeface="Times New Roman"/>
                <a:cs typeface="Times New Roman"/>
              </a:rPr>
              <a:t>records and </a:t>
            </a:r>
            <a:r>
              <a:rPr sz="1200" dirty="0">
                <a:latin typeface="Times New Roman"/>
                <a:cs typeface="Times New Roman"/>
              </a:rPr>
              <a:t>other miscellaneous items </a:t>
            </a:r>
            <a:r>
              <a:rPr sz="1200" spc="-20" dirty="0">
                <a:latin typeface="Times New Roman"/>
                <a:cs typeface="Times New Roman"/>
              </a:rPr>
              <a:t>can </a:t>
            </a:r>
            <a:r>
              <a:rPr sz="1200" spc="-1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reduced</a:t>
            </a:r>
            <a:r>
              <a:rPr sz="1200" spc="-15" dirty="0">
                <a:latin typeface="Times New Roman"/>
                <a:cs typeface="Times New Roman"/>
              </a:rPr>
              <a:t> </a:t>
            </a:r>
            <a:r>
              <a:rPr sz="1200" dirty="0">
                <a:latin typeface="Times New Roman"/>
                <a:cs typeface="Times New Roman"/>
              </a:rPr>
              <a:t>to</a:t>
            </a:r>
            <a:r>
              <a:rPr sz="1200" spc="-10" dirty="0">
                <a:latin typeface="Times New Roman"/>
                <a:cs typeface="Times New Roman"/>
              </a:rPr>
              <a:t> certain</a:t>
            </a:r>
            <a:r>
              <a:rPr sz="1200" spc="-25" dirty="0">
                <a:latin typeface="Times New Roman"/>
                <a:cs typeface="Times New Roman"/>
              </a:rPr>
              <a:t> </a:t>
            </a:r>
            <a:r>
              <a:rPr sz="1200" dirty="0">
                <a:latin typeface="Times New Roman"/>
                <a:cs typeface="Times New Roman"/>
              </a:rPr>
              <a:t>extend.</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proposed</a:t>
            </a:r>
            <a:r>
              <a:rPr sz="1200" spc="-40" dirty="0">
                <a:latin typeface="Times New Roman"/>
                <a:cs typeface="Times New Roman"/>
              </a:rPr>
              <a:t> </a:t>
            </a:r>
            <a:r>
              <a:rPr sz="1200" spc="-5" dirty="0">
                <a:latin typeface="Times New Roman"/>
                <a:cs typeface="Times New Roman"/>
              </a:rPr>
              <a:t>system</a:t>
            </a:r>
            <a:r>
              <a:rPr sz="1200" dirty="0">
                <a:latin typeface="Times New Roman"/>
                <a:cs typeface="Times New Roman"/>
              </a:rPr>
              <a:t> </a:t>
            </a:r>
            <a:r>
              <a:rPr sz="1200" spc="-5" dirty="0">
                <a:latin typeface="Times New Roman"/>
                <a:cs typeface="Times New Roman"/>
              </a:rPr>
              <a:t>doesn't </a:t>
            </a:r>
            <a:r>
              <a:rPr sz="1200" spc="-10" dirty="0">
                <a:latin typeface="Times New Roman"/>
                <a:cs typeface="Times New Roman"/>
              </a:rPr>
              <a:t>require</a:t>
            </a:r>
            <a:r>
              <a:rPr sz="1200" spc="-30" dirty="0">
                <a:latin typeface="Times New Roman"/>
                <a:cs typeface="Times New Roman"/>
              </a:rPr>
              <a:t> </a:t>
            </a:r>
            <a:r>
              <a:rPr sz="1200" spc="5" dirty="0">
                <a:latin typeface="Times New Roman"/>
                <a:cs typeface="Times New Roman"/>
              </a:rPr>
              <a:t>any</a:t>
            </a:r>
            <a:r>
              <a:rPr sz="1200" spc="-45" dirty="0">
                <a:latin typeface="Times New Roman"/>
                <a:cs typeface="Times New Roman"/>
              </a:rPr>
              <a:t> </a:t>
            </a:r>
            <a:r>
              <a:rPr sz="1200" dirty="0">
                <a:latin typeface="Times New Roman"/>
                <a:cs typeface="Times New Roman"/>
              </a:rPr>
              <a:t>special</a:t>
            </a:r>
            <a:r>
              <a:rPr sz="1200" spc="-10" dirty="0">
                <a:latin typeface="Times New Roman"/>
                <a:cs typeface="Times New Roman"/>
              </a:rPr>
              <a:t> hardware</a:t>
            </a:r>
            <a:r>
              <a:rPr sz="1200" spc="-3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20" dirty="0">
                <a:latin typeface="Times New Roman"/>
                <a:cs typeface="Times New Roman"/>
              </a:rPr>
              <a:t>this </a:t>
            </a:r>
            <a:r>
              <a:rPr sz="1200" spc="-290" dirty="0">
                <a:latin typeface="Times New Roman"/>
                <a:cs typeface="Times New Roman"/>
              </a:rPr>
              <a:t> </a:t>
            </a:r>
            <a:r>
              <a:rPr sz="1200" spc="-5" dirty="0">
                <a:latin typeface="Times New Roman"/>
                <a:cs typeface="Times New Roman"/>
              </a:rPr>
              <a:t>work.</a:t>
            </a:r>
            <a:r>
              <a:rPr sz="1200" spc="-55" dirty="0">
                <a:latin typeface="Times New Roman"/>
                <a:cs typeface="Times New Roman"/>
              </a:rPr>
              <a:t> </a:t>
            </a:r>
            <a:r>
              <a:rPr sz="1200" dirty="0">
                <a:latin typeface="Times New Roman"/>
                <a:cs typeface="Times New Roman"/>
              </a:rPr>
              <a:t>Thus</a:t>
            </a:r>
            <a:r>
              <a:rPr sz="1200" spc="-15" dirty="0">
                <a:latin typeface="Times New Roman"/>
                <a:cs typeface="Times New Roman"/>
              </a:rPr>
              <a:t> </a:t>
            </a:r>
            <a:r>
              <a:rPr sz="1200" spc="-5" dirty="0">
                <a:latin typeface="Times New Roman"/>
                <a:cs typeface="Times New Roman"/>
              </a:rPr>
              <a:t>cost</a:t>
            </a:r>
            <a:r>
              <a:rPr sz="1200" spc="-1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buying</a:t>
            </a:r>
            <a:r>
              <a:rPr sz="1200" spc="10" dirty="0">
                <a:latin typeface="Times New Roman"/>
                <a:cs typeface="Times New Roman"/>
              </a:rPr>
              <a:t> </a:t>
            </a:r>
            <a:r>
              <a:rPr sz="1200" dirty="0">
                <a:latin typeface="Times New Roman"/>
                <a:cs typeface="Times New Roman"/>
              </a:rPr>
              <a:t>extra</a:t>
            </a:r>
            <a:r>
              <a:rPr sz="1200" spc="-15" dirty="0">
                <a:latin typeface="Times New Roman"/>
                <a:cs typeface="Times New Roman"/>
              </a:rPr>
              <a:t> </a:t>
            </a:r>
            <a:r>
              <a:rPr sz="1200" spc="-5" dirty="0">
                <a:latin typeface="Times New Roman"/>
                <a:cs typeface="Times New Roman"/>
              </a:rPr>
              <a:t>hardware</a:t>
            </a:r>
            <a:r>
              <a:rPr sz="1200" dirty="0">
                <a:latin typeface="Times New Roman"/>
                <a:cs typeface="Times New Roman"/>
              </a:rPr>
              <a:t> </a:t>
            </a:r>
            <a:r>
              <a:rPr sz="1200" spc="-5" dirty="0">
                <a:latin typeface="Times New Roman"/>
                <a:cs typeface="Times New Roman"/>
              </a:rPr>
              <a:t>can</a:t>
            </a:r>
            <a:r>
              <a:rPr sz="1200" dirty="0">
                <a:latin typeface="Times New Roman"/>
                <a:cs typeface="Times New Roman"/>
              </a:rPr>
              <a:t> be</a:t>
            </a:r>
            <a:r>
              <a:rPr sz="1200" spc="-20" dirty="0">
                <a:latin typeface="Times New Roman"/>
                <a:cs typeface="Times New Roman"/>
              </a:rPr>
              <a:t> </a:t>
            </a:r>
            <a:r>
              <a:rPr sz="1200" spc="-15" dirty="0">
                <a:latin typeface="Times New Roman"/>
                <a:cs typeface="Times New Roman"/>
              </a:rPr>
              <a:t>reduced.</a:t>
            </a:r>
            <a:endParaRPr sz="1200">
              <a:latin typeface="Times New Roman"/>
              <a:cs typeface="Times New Roman"/>
            </a:endParaRPr>
          </a:p>
          <a:p>
            <a:pPr>
              <a:lnSpc>
                <a:spcPct val="100000"/>
              </a:lnSpc>
              <a:spcBef>
                <a:spcPts val="5"/>
              </a:spcBef>
            </a:pPr>
            <a:endParaRPr sz="1650">
              <a:latin typeface="Times New Roman"/>
              <a:cs typeface="Times New Roman"/>
            </a:endParaRPr>
          </a:p>
          <a:p>
            <a:pPr marL="280670" indent="-268605" algn="just">
              <a:lnSpc>
                <a:spcPct val="100000"/>
              </a:lnSpc>
              <a:buAutoNum type="arabicPeriod" startAt="7"/>
              <a:tabLst>
                <a:tab pos="281305" algn="l"/>
              </a:tabLst>
            </a:pPr>
            <a:r>
              <a:rPr sz="1400" b="1" dirty="0">
                <a:latin typeface="Times New Roman"/>
                <a:cs typeface="Times New Roman"/>
              </a:rPr>
              <a:t>Be</a:t>
            </a:r>
            <a:r>
              <a:rPr sz="1400" b="1" spc="-5" dirty="0">
                <a:latin typeface="Times New Roman"/>
                <a:cs typeface="Times New Roman"/>
              </a:rPr>
              <a:t>h</a:t>
            </a:r>
            <a:r>
              <a:rPr sz="1400" b="1" dirty="0">
                <a:latin typeface="Times New Roman"/>
                <a:cs typeface="Times New Roman"/>
              </a:rPr>
              <a:t>avior</a:t>
            </a:r>
            <a:r>
              <a:rPr sz="1400" b="1" spc="-10" dirty="0">
                <a:latin typeface="Times New Roman"/>
                <a:cs typeface="Times New Roman"/>
              </a:rPr>
              <a:t>a</a:t>
            </a:r>
            <a:r>
              <a:rPr sz="1400" b="1" dirty="0">
                <a:latin typeface="Times New Roman"/>
                <a:cs typeface="Times New Roman"/>
              </a:rPr>
              <a:t>l</a:t>
            </a:r>
            <a:r>
              <a:rPr sz="1400" b="1" spc="-100" dirty="0">
                <a:latin typeface="Times New Roman"/>
                <a:cs typeface="Times New Roman"/>
              </a:rPr>
              <a:t> </a:t>
            </a:r>
            <a:r>
              <a:rPr sz="1400" b="1" spc="-20" dirty="0">
                <a:latin typeface="Times New Roman"/>
                <a:cs typeface="Times New Roman"/>
              </a:rPr>
              <a:t>F</a:t>
            </a:r>
            <a:r>
              <a:rPr sz="1400" b="1" spc="-15" dirty="0">
                <a:latin typeface="Times New Roman"/>
                <a:cs typeface="Times New Roman"/>
              </a:rPr>
              <a:t>e</a:t>
            </a:r>
            <a:r>
              <a:rPr sz="1400" b="1" spc="-10" dirty="0">
                <a:latin typeface="Times New Roman"/>
                <a:cs typeface="Times New Roman"/>
              </a:rPr>
              <a:t>asi</a:t>
            </a:r>
            <a:r>
              <a:rPr sz="1400" b="1" spc="-15" dirty="0">
                <a:latin typeface="Times New Roman"/>
                <a:cs typeface="Times New Roman"/>
              </a:rPr>
              <a:t>b</a:t>
            </a:r>
            <a:r>
              <a:rPr sz="1400" b="1" spc="-10" dirty="0">
                <a:latin typeface="Times New Roman"/>
                <a:cs typeface="Times New Roman"/>
              </a:rPr>
              <a:t>ili</a:t>
            </a:r>
            <a:r>
              <a:rPr sz="1400" b="1" spc="-15" dirty="0">
                <a:latin typeface="Times New Roman"/>
                <a:cs typeface="Times New Roman"/>
              </a:rPr>
              <a:t>t</a:t>
            </a:r>
            <a:r>
              <a:rPr sz="1400" b="1" dirty="0">
                <a:latin typeface="Times New Roman"/>
                <a:cs typeface="Times New Roman"/>
              </a:rPr>
              <a:t>y</a:t>
            </a:r>
            <a:endParaRPr sz="1400">
              <a:latin typeface="Times New Roman"/>
              <a:cs typeface="Times New Roman"/>
            </a:endParaRPr>
          </a:p>
          <a:p>
            <a:pPr marL="12700" marR="9525" indent="1013460" algn="just">
              <a:lnSpc>
                <a:spcPct val="155000"/>
              </a:lnSpc>
              <a:spcBef>
                <a:spcPts val="434"/>
              </a:spcBef>
            </a:pPr>
            <a:r>
              <a:rPr sz="1200" spc="-5" dirty="0">
                <a:latin typeface="Times New Roman"/>
                <a:cs typeface="Times New Roman"/>
              </a:rPr>
              <a:t>Staff and </a:t>
            </a:r>
            <a:r>
              <a:rPr sz="1200" dirty="0">
                <a:latin typeface="Times New Roman"/>
                <a:cs typeface="Times New Roman"/>
              </a:rPr>
              <a:t>personal react positively </a:t>
            </a:r>
            <a:r>
              <a:rPr sz="1200" spc="-5" dirty="0">
                <a:latin typeface="Times New Roman"/>
                <a:cs typeface="Times New Roman"/>
              </a:rPr>
              <a:t>as </a:t>
            </a:r>
            <a:r>
              <a:rPr sz="1200" dirty="0">
                <a:latin typeface="Times New Roman"/>
                <a:cs typeface="Times New Roman"/>
              </a:rPr>
              <a:t>computer application will decrease </a:t>
            </a:r>
            <a:r>
              <a:rPr sz="1200" spc="-10" dirty="0">
                <a:latin typeface="Times New Roman"/>
                <a:cs typeface="Times New Roman"/>
              </a:rPr>
              <a:t>their </a:t>
            </a:r>
            <a:r>
              <a:rPr sz="1200" spc="-285" dirty="0">
                <a:latin typeface="Times New Roman"/>
                <a:cs typeface="Times New Roman"/>
              </a:rPr>
              <a:t> </a:t>
            </a:r>
            <a:r>
              <a:rPr sz="1200" spc="-5" dirty="0">
                <a:latin typeface="Times New Roman"/>
                <a:cs typeface="Times New Roman"/>
              </a:rPr>
              <a:t>workload and </a:t>
            </a:r>
            <a:r>
              <a:rPr sz="1200" dirty="0">
                <a:latin typeface="Times New Roman"/>
                <a:cs typeface="Times New Roman"/>
              </a:rPr>
              <a:t>there </a:t>
            </a:r>
            <a:r>
              <a:rPr sz="1200" spc="-5" dirty="0">
                <a:latin typeface="Times New Roman"/>
                <a:cs typeface="Times New Roman"/>
              </a:rPr>
              <a:t>is </a:t>
            </a:r>
            <a:r>
              <a:rPr sz="1200" dirty="0">
                <a:latin typeface="Times New Roman"/>
                <a:cs typeface="Times New Roman"/>
              </a:rPr>
              <a:t>no chance for </a:t>
            </a:r>
            <a:r>
              <a:rPr sz="1200" spc="-5" dirty="0">
                <a:latin typeface="Times New Roman"/>
                <a:cs typeface="Times New Roman"/>
              </a:rPr>
              <a:t>loss </a:t>
            </a:r>
            <a:r>
              <a:rPr sz="1200" dirty="0">
                <a:latin typeface="Times New Roman"/>
                <a:cs typeface="Times New Roman"/>
              </a:rPr>
              <a:t>of job for </a:t>
            </a:r>
            <a:r>
              <a:rPr sz="1200" spc="5" dirty="0">
                <a:latin typeface="Times New Roman"/>
                <a:cs typeface="Times New Roman"/>
              </a:rPr>
              <a:t>any of </a:t>
            </a:r>
            <a:r>
              <a:rPr sz="1200" dirty="0">
                <a:latin typeface="Times New Roman"/>
                <a:cs typeface="Times New Roman"/>
              </a:rPr>
              <a:t>the </a:t>
            </a:r>
            <a:r>
              <a:rPr sz="1200" spc="-10" dirty="0">
                <a:latin typeface="Times New Roman"/>
                <a:cs typeface="Times New Roman"/>
              </a:rPr>
              <a:t>employees. </a:t>
            </a:r>
            <a:r>
              <a:rPr sz="1200" spc="-5" dirty="0">
                <a:latin typeface="Times New Roman"/>
                <a:cs typeface="Times New Roman"/>
              </a:rPr>
              <a:t>As </a:t>
            </a:r>
            <a:r>
              <a:rPr sz="1200" dirty="0">
                <a:latin typeface="Times New Roman"/>
                <a:cs typeface="Times New Roman"/>
              </a:rPr>
              <a:t>a </a:t>
            </a:r>
            <a:r>
              <a:rPr sz="1200" spc="-5" dirty="0">
                <a:latin typeface="Times New Roman"/>
                <a:cs typeface="Times New Roman"/>
              </a:rPr>
              <a:t>result </a:t>
            </a:r>
            <a:r>
              <a:rPr sz="1200" dirty="0">
                <a:latin typeface="Times New Roman"/>
                <a:cs typeface="Times New Roman"/>
              </a:rPr>
              <a:t>the </a:t>
            </a:r>
            <a:r>
              <a:rPr sz="1200" spc="-20" dirty="0">
                <a:latin typeface="Times New Roman"/>
                <a:cs typeface="Times New Roman"/>
              </a:rPr>
              <a:t>new </a:t>
            </a:r>
            <a:r>
              <a:rPr sz="1200" spc="-15" dirty="0">
                <a:latin typeface="Times New Roman"/>
                <a:cs typeface="Times New Roman"/>
              </a:rPr>
              <a:t> </a:t>
            </a:r>
            <a:r>
              <a:rPr sz="1200" spc="-5" dirty="0">
                <a:latin typeface="Times New Roman"/>
                <a:cs typeface="Times New Roman"/>
              </a:rPr>
              <a:t>system gets </a:t>
            </a:r>
            <a:r>
              <a:rPr sz="1200" spc="-10" dirty="0">
                <a:latin typeface="Times New Roman"/>
                <a:cs typeface="Times New Roman"/>
              </a:rPr>
              <a:t>encouragement </a:t>
            </a:r>
            <a:r>
              <a:rPr sz="1200" dirty="0">
                <a:latin typeface="Times New Roman"/>
                <a:cs typeface="Times New Roman"/>
              </a:rPr>
              <a:t>from the </a:t>
            </a:r>
            <a:r>
              <a:rPr sz="1200" spc="-10" dirty="0">
                <a:latin typeface="Times New Roman"/>
                <a:cs typeface="Times New Roman"/>
              </a:rPr>
              <a:t>employees. </a:t>
            </a:r>
            <a:r>
              <a:rPr sz="1200" dirty="0">
                <a:latin typeface="Times New Roman"/>
                <a:cs typeface="Times New Roman"/>
              </a:rPr>
              <a:t>But </a:t>
            </a:r>
            <a:r>
              <a:rPr sz="1200" spc="-5" dirty="0">
                <a:latin typeface="Times New Roman"/>
                <a:cs typeface="Times New Roman"/>
              </a:rPr>
              <a:t>we </a:t>
            </a:r>
            <a:r>
              <a:rPr sz="1200" dirty="0">
                <a:latin typeface="Times New Roman"/>
                <a:cs typeface="Times New Roman"/>
              </a:rPr>
              <a:t>have to do a </a:t>
            </a:r>
            <a:r>
              <a:rPr sz="1200" spc="-10" dirty="0">
                <a:latin typeface="Times New Roman"/>
                <a:cs typeface="Times New Roman"/>
              </a:rPr>
              <a:t>little </a:t>
            </a:r>
            <a:r>
              <a:rPr sz="1200" spc="-5" dirty="0">
                <a:latin typeface="Times New Roman"/>
                <a:cs typeface="Times New Roman"/>
              </a:rPr>
              <a:t>work </a:t>
            </a:r>
            <a:r>
              <a:rPr sz="1200" dirty="0">
                <a:latin typeface="Times New Roman"/>
                <a:cs typeface="Times New Roman"/>
              </a:rPr>
              <a:t>to </a:t>
            </a:r>
            <a:r>
              <a:rPr sz="1200" spc="-10" dirty="0">
                <a:latin typeface="Times New Roman"/>
                <a:cs typeface="Times New Roman"/>
              </a:rPr>
              <a:t>educate </a:t>
            </a:r>
            <a:r>
              <a:rPr sz="1200" spc="-20" dirty="0">
                <a:latin typeface="Times New Roman"/>
                <a:cs typeface="Times New Roman"/>
              </a:rPr>
              <a:t>the </a:t>
            </a:r>
            <a:r>
              <a:rPr sz="1200" spc="-15" dirty="0">
                <a:latin typeface="Times New Roman"/>
                <a:cs typeface="Times New Roman"/>
              </a:rPr>
              <a:t> </a:t>
            </a:r>
            <a:r>
              <a:rPr sz="1200" spc="-5" dirty="0">
                <a:latin typeface="Times New Roman"/>
                <a:cs typeface="Times New Roman"/>
              </a:rPr>
              <a:t>user </a:t>
            </a:r>
            <a:r>
              <a:rPr sz="1200" dirty="0">
                <a:latin typeface="Times New Roman"/>
                <a:cs typeface="Times New Roman"/>
              </a:rPr>
              <a:t>for working with the new </a:t>
            </a:r>
            <a:r>
              <a:rPr sz="1200" spc="-5" dirty="0">
                <a:latin typeface="Times New Roman"/>
                <a:cs typeface="Times New Roman"/>
              </a:rPr>
              <a:t>census </a:t>
            </a:r>
            <a:r>
              <a:rPr sz="1200" dirty="0">
                <a:latin typeface="Times New Roman"/>
                <a:cs typeface="Times New Roman"/>
              </a:rPr>
              <a:t>automation </a:t>
            </a:r>
            <a:r>
              <a:rPr sz="1200" spc="-5" dirty="0">
                <a:latin typeface="Times New Roman"/>
                <a:cs typeface="Times New Roman"/>
              </a:rPr>
              <a:t>system. </a:t>
            </a:r>
            <a:r>
              <a:rPr sz="1200" dirty="0">
                <a:latin typeface="Times New Roman"/>
                <a:cs typeface="Times New Roman"/>
              </a:rPr>
              <a:t>Therefore the </a:t>
            </a:r>
            <a:r>
              <a:rPr sz="1200" spc="-5" dirty="0">
                <a:latin typeface="Times New Roman"/>
                <a:cs typeface="Times New Roman"/>
              </a:rPr>
              <a:t>proposed system </a:t>
            </a:r>
            <a:r>
              <a:rPr sz="1200" spc="-30" dirty="0">
                <a:latin typeface="Times New Roman"/>
                <a:cs typeface="Times New Roman"/>
              </a:rPr>
              <a:t>is </a:t>
            </a:r>
            <a:r>
              <a:rPr sz="1200" spc="-25" dirty="0">
                <a:latin typeface="Times New Roman"/>
                <a:cs typeface="Times New Roman"/>
              </a:rPr>
              <a:t> </a:t>
            </a:r>
            <a:r>
              <a:rPr sz="1200" spc="-15" dirty="0">
                <a:latin typeface="Times New Roman"/>
                <a:cs typeface="Times New Roman"/>
              </a:rPr>
              <a:t>behaviorally</a:t>
            </a:r>
            <a:r>
              <a:rPr sz="1200" spc="70" dirty="0">
                <a:latin typeface="Times New Roman"/>
                <a:cs typeface="Times New Roman"/>
              </a:rPr>
              <a:t> </a:t>
            </a:r>
            <a:r>
              <a:rPr sz="1200" spc="-15" dirty="0">
                <a:latin typeface="Times New Roman"/>
                <a:cs typeface="Times New Roman"/>
              </a:rPr>
              <a:t>feasible.</a:t>
            </a:r>
            <a:endParaRPr sz="1200">
              <a:latin typeface="Times New Roman"/>
              <a:cs typeface="Times New Roman"/>
            </a:endParaRPr>
          </a:p>
          <a:p>
            <a:pPr>
              <a:lnSpc>
                <a:spcPct val="100000"/>
              </a:lnSpc>
              <a:spcBef>
                <a:spcPts val="45"/>
              </a:spcBef>
            </a:pPr>
            <a:endParaRPr sz="1800">
              <a:latin typeface="Times New Roman"/>
              <a:cs typeface="Times New Roman"/>
            </a:endParaRPr>
          </a:p>
          <a:p>
            <a:pPr marL="280670" indent="-268605" algn="just">
              <a:lnSpc>
                <a:spcPct val="100000"/>
              </a:lnSpc>
              <a:buAutoNum type="arabicPeriod" startAt="8"/>
              <a:tabLst>
                <a:tab pos="281305" algn="l"/>
              </a:tabLst>
            </a:pPr>
            <a:r>
              <a:rPr sz="1400" b="1" spc="-10" dirty="0">
                <a:latin typeface="Times New Roman"/>
                <a:cs typeface="Times New Roman"/>
              </a:rPr>
              <a:t>P</a:t>
            </a:r>
            <a:r>
              <a:rPr sz="1400" b="1" dirty="0">
                <a:latin typeface="Times New Roman"/>
                <a:cs typeface="Times New Roman"/>
              </a:rPr>
              <a:t>ropo</a:t>
            </a:r>
            <a:r>
              <a:rPr sz="1400" b="1" spc="5" dirty="0">
                <a:latin typeface="Times New Roman"/>
                <a:cs typeface="Times New Roman"/>
              </a:rPr>
              <a:t>s</a:t>
            </a:r>
            <a:r>
              <a:rPr sz="1400" b="1" dirty="0">
                <a:latin typeface="Times New Roman"/>
                <a:cs typeface="Times New Roman"/>
              </a:rPr>
              <a:t>ed</a:t>
            </a:r>
            <a:r>
              <a:rPr sz="1400" b="1" spc="-100" dirty="0">
                <a:latin typeface="Times New Roman"/>
                <a:cs typeface="Times New Roman"/>
              </a:rPr>
              <a:t> </a:t>
            </a:r>
            <a:r>
              <a:rPr sz="1400" b="1" spc="-15" dirty="0">
                <a:latin typeface="Times New Roman"/>
                <a:cs typeface="Times New Roman"/>
              </a:rPr>
              <a:t>S</a:t>
            </a:r>
            <a:r>
              <a:rPr sz="1400" b="1" spc="-10" dirty="0">
                <a:latin typeface="Times New Roman"/>
                <a:cs typeface="Times New Roman"/>
              </a:rPr>
              <a:t>ys</a:t>
            </a:r>
            <a:r>
              <a:rPr sz="1400" b="1" spc="-15" dirty="0">
                <a:latin typeface="Times New Roman"/>
                <a:cs typeface="Times New Roman"/>
              </a:rPr>
              <a:t>te</a:t>
            </a:r>
            <a:r>
              <a:rPr sz="1400" b="1" spc="5" dirty="0">
                <a:latin typeface="Times New Roman"/>
                <a:cs typeface="Times New Roman"/>
              </a:rPr>
              <a:t>m</a:t>
            </a:r>
            <a:endParaRPr sz="1400">
              <a:latin typeface="Times New Roman"/>
              <a:cs typeface="Times New Roman"/>
            </a:endParaRPr>
          </a:p>
          <a:p>
            <a:pPr marL="12700" marR="5080" indent="457200" algn="just">
              <a:lnSpc>
                <a:spcPct val="154000"/>
              </a:lnSpc>
              <a:spcBef>
                <a:spcPts val="430"/>
              </a:spcBef>
            </a:pPr>
            <a:r>
              <a:rPr sz="1200" dirty="0">
                <a:latin typeface="Times New Roman"/>
                <a:cs typeface="Times New Roman"/>
              </a:rPr>
              <a:t>This </a:t>
            </a:r>
            <a:r>
              <a:rPr sz="1200" spc="-5" dirty="0">
                <a:latin typeface="Times New Roman"/>
                <a:cs typeface="Times New Roman"/>
              </a:rPr>
              <a:t>system solves </a:t>
            </a:r>
            <a:r>
              <a:rPr sz="1200" dirty="0">
                <a:latin typeface="Times New Roman"/>
                <a:cs typeface="Times New Roman"/>
              </a:rPr>
              <a:t>the problems existing in the manual </a:t>
            </a:r>
            <a:r>
              <a:rPr sz="1200" spc="-10" dirty="0">
                <a:latin typeface="Times New Roman"/>
                <a:cs typeface="Times New Roman"/>
              </a:rPr>
              <a:t>functioning </a:t>
            </a:r>
            <a:r>
              <a:rPr sz="1200" spc="-5" dirty="0">
                <a:latin typeface="Times New Roman"/>
                <a:cs typeface="Times New Roman"/>
              </a:rPr>
              <a:t>and </a:t>
            </a:r>
            <a:r>
              <a:rPr sz="1200" dirty="0">
                <a:latin typeface="Times New Roman"/>
                <a:cs typeface="Times New Roman"/>
              </a:rPr>
              <a:t>tries to </a:t>
            </a:r>
            <a:r>
              <a:rPr sz="1200" spc="-10" dirty="0">
                <a:latin typeface="Times New Roman"/>
                <a:cs typeface="Times New Roman"/>
              </a:rPr>
              <a:t>resolve </a:t>
            </a:r>
            <a:r>
              <a:rPr sz="1200" spc="-285" dirty="0">
                <a:latin typeface="Times New Roman"/>
                <a:cs typeface="Times New Roman"/>
              </a:rPr>
              <a:t> </a:t>
            </a:r>
            <a:r>
              <a:rPr sz="1200" dirty="0">
                <a:latin typeface="Times New Roman"/>
                <a:cs typeface="Times New Roman"/>
              </a:rPr>
              <a:t>them </a:t>
            </a:r>
            <a:r>
              <a:rPr sz="1200" spc="10" dirty="0">
                <a:latin typeface="Times New Roman"/>
                <a:cs typeface="Times New Roman"/>
              </a:rPr>
              <a:t>by </a:t>
            </a:r>
            <a:r>
              <a:rPr sz="1200" dirty="0">
                <a:latin typeface="Times New Roman"/>
                <a:cs typeface="Times New Roman"/>
              </a:rPr>
              <a:t>the </a:t>
            </a:r>
            <a:r>
              <a:rPr sz="1200" spc="-10" dirty="0">
                <a:latin typeface="Times New Roman"/>
                <a:cs typeface="Times New Roman"/>
              </a:rPr>
              <a:t>computerization </a:t>
            </a:r>
            <a:r>
              <a:rPr sz="1200" dirty="0">
                <a:latin typeface="Times New Roman"/>
                <a:cs typeface="Times New Roman"/>
              </a:rPr>
              <a:t>of the Pharmacy Management </a:t>
            </a:r>
            <a:r>
              <a:rPr sz="1200" spc="-5" dirty="0">
                <a:latin typeface="Times New Roman"/>
                <a:cs typeface="Times New Roman"/>
              </a:rPr>
              <a:t>System. </a:t>
            </a:r>
            <a:r>
              <a:rPr sz="1200" dirty="0">
                <a:latin typeface="Times New Roman"/>
                <a:cs typeface="Times New Roman"/>
              </a:rPr>
              <a:t>The proposed </a:t>
            </a:r>
            <a:r>
              <a:rPr sz="1200" spc="-5" dirty="0">
                <a:latin typeface="Times New Roman"/>
                <a:cs typeface="Times New Roman"/>
              </a:rPr>
              <a:t>system is </a:t>
            </a:r>
            <a:r>
              <a:rPr sz="1200" dirty="0">
                <a:latin typeface="Times New Roman"/>
                <a:cs typeface="Times New Roman"/>
              </a:rPr>
              <a:t>a </a:t>
            </a:r>
            <a:r>
              <a:rPr sz="1200" spc="5" dirty="0">
                <a:latin typeface="Times New Roman"/>
                <a:cs typeface="Times New Roman"/>
              </a:rPr>
              <a:t> </a:t>
            </a:r>
            <a:r>
              <a:rPr sz="1200" spc="-5" dirty="0">
                <a:latin typeface="Times New Roman"/>
                <a:cs typeface="Times New Roman"/>
              </a:rPr>
              <a:t>web </a:t>
            </a:r>
            <a:r>
              <a:rPr sz="1200" dirty="0">
                <a:latin typeface="Times New Roman"/>
                <a:cs typeface="Times New Roman"/>
              </a:rPr>
              <a:t>based application and maintains a centralized repository </a:t>
            </a:r>
            <a:r>
              <a:rPr sz="1200" spc="5" dirty="0">
                <a:latin typeface="Times New Roman"/>
                <a:cs typeface="Times New Roman"/>
              </a:rPr>
              <a:t>of </a:t>
            </a:r>
            <a:r>
              <a:rPr sz="1200" spc="-5" dirty="0">
                <a:latin typeface="Times New Roman"/>
                <a:cs typeface="Times New Roman"/>
              </a:rPr>
              <a:t>all </a:t>
            </a:r>
            <a:r>
              <a:rPr sz="1200" dirty="0">
                <a:latin typeface="Times New Roman"/>
                <a:cs typeface="Times New Roman"/>
              </a:rPr>
              <a:t>related information. </a:t>
            </a:r>
            <a:r>
              <a:rPr sz="1200" spc="-20" dirty="0">
                <a:latin typeface="Times New Roman"/>
                <a:cs typeface="Times New Roman"/>
              </a:rPr>
              <a:t>This </a:t>
            </a:r>
            <a:r>
              <a:rPr sz="1200" spc="-15" dirty="0">
                <a:latin typeface="Times New Roman"/>
                <a:cs typeface="Times New Roman"/>
              </a:rPr>
              <a:t> </a:t>
            </a:r>
            <a:r>
              <a:rPr sz="1200" spc="-10" dirty="0">
                <a:latin typeface="Times New Roman"/>
                <a:cs typeface="Times New Roman"/>
              </a:rPr>
              <a:t>software</a:t>
            </a:r>
            <a:r>
              <a:rPr sz="1200" spc="-45" dirty="0">
                <a:latin typeface="Times New Roman"/>
                <a:cs typeface="Times New Roman"/>
              </a:rPr>
              <a:t> </a:t>
            </a:r>
            <a:r>
              <a:rPr sz="1200" spc="-5" dirty="0">
                <a:latin typeface="Times New Roman"/>
                <a:cs typeface="Times New Roman"/>
              </a:rPr>
              <a:t>was</a:t>
            </a:r>
            <a:r>
              <a:rPr sz="1200" spc="-25" dirty="0">
                <a:latin typeface="Times New Roman"/>
                <a:cs typeface="Times New Roman"/>
              </a:rPr>
              <a:t> </a:t>
            </a:r>
            <a:r>
              <a:rPr sz="1200" spc="-10" dirty="0">
                <a:latin typeface="Times New Roman"/>
                <a:cs typeface="Times New Roman"/>
              </a:rPr>
              <a:t>developed</a:t>
            </a:r>
            <a:r>
              <a:rPr sz="1200" spc="-2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PHP</a:t>
            </a:r>
            <a:r>
              <a:rPr sz="1200" spc="-35" dirty="0">
                <a:latin typeface="Times New Roman"/>
                <a:cs typeface="Times New Roman"/>
              </a:rPr>
              <a:t> </a:t>
            </a:r>
            <a:r>
              <a:rPr sz="1200" spc="-5"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front</a:t>
            </a:r>
            <a:r>
              <a:rPr sz="1200" spc="-10" dirty="0">
                <a:latin typeface="Times New Roman"/>
                <a:cs typeface="Times New Roman"/>
              </a:rPr>
              <a:t> </a:t>
            </a:r>
            <a:r>
              <a:rPr sz="1200" spc="-5" dirty="0">
                <a:latin typeface="Times New Roman"/>
                <a:cs typeface="Times New Roman"/>
              </a:rPr>
              <a:t>end</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5" dirty="0">
                <a:latin typeface="Times New Roman"/>
                <a:cs typeface="Times New Roman"/>
              </a:rPr>
              <a:t>MySQL</a:t>
            </a:r>
            <a:r>
              <a:rPr sz="1200" spc="-65" dirty="0">
                <a:latin typeface="Times New Roman"/>
                <a:cs typeface="Times New Roman"/>
              </a:rPr>
              <a:t> </a:t>
            </a:r>
            <a:r>
              <a:rPr sz="1200" spc="-5"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back</a:t>
            </a:r>
            <a:r>
              <a:rPr sz="1200" spc="-10" dirty="0">
                <a:latin typeface="Times New Roman"/>
                <a:cs typeface="Times New Roman"/>
              </a:rPr>
              <a:t> </a:t>
            </a:r>
            <a:r>
              <a:rPr sz="1200" spc="-5" dirty="0">
                <a:latin typeface="Times New Roman"/>
                <a:cs typeface="Times New Roman"/>
              </a:rPr>
              <a:t>end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make</a:t>
            </a:r>
            <a:r>
              <a:rPr sz="1200" spc="-30"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spc="-15" dirty="0">
                <a:latin typeface="Times New Roman"/>
                <a:cs typeface="Times New Roman"/>
              </a:rPr>
              <a:t>more </a:t>
            </a:r>
            <a:r>
              <a:rPr sz="1200" spc="-290" dirty="0">
                <a:latin typeface="Times New Roman"/>
                <a:cs typeface="Times New Roman"/>
              </a:rPr>
              <a:t> </a:t>
            </a:r>
            <a:r>
              <a:rPr sz="1200" spc="-5" dirty="0">
                <a:latin typeface="Times New Roman"/>
                <a:cs typeface="Times New Roman"/>
              </a:rPr>
              <a:t>user </a:t>
            </a:r>
            <a:r>
              <a:rPr sz="1200" spc="5" dirty="0">
                <a:latin typeface="Times New Roman"/>
                <a:cs typeface="Times New Roman"/>
              </a:rPr>
              <a:t>friendly </a:t>
            </a:r>
            <a:r>
              <a:rPr sz="1200" dirty="0">
                <a:latin typeface="Times New Roman"/>
                <a:cs typeface="Times New Roman"/>
              </a:rPr>
              <a:t>and to reduce the </a:t>
            </a:r>
            <a:r>
              <a:rPr sz="1200" spc="-10" dirty="0">
                <a:latin typeface="Times New Roman"/>
                <a:cs typeface="Times New Roman"/>
              </a:rPr>
              <a:t>workload. </a:t>
            </a:r>
            <a:r>
              <a:rPr sz="1200" dirty="0">
                <a:latin typeface="Times New Roman"/>
                <a:cs typeface="Times New Roman"/>
              </a:rPr>
              <a:t>The proposed </a:t>
            </a:r>
            <a:r>
              <a:rPr sz="1200" spc="-5" dirty="0">
                <a:latin typeface="Times New Roman"/>
                <a:cs typeface="Times New Roman"/>
              </a:rPr>
              <a:t>system </a:t>
            </a:r>
            <a:r>
              <a:rPr sz="1200" dirty="0">
                <a:latin typeface="Times New Roman"/>
                <a:cs typeface="Times New Roman"/>
              </a:rPr>
              <a:t>provides the pharmacy to </a:t>
            </a:r>
            <a:r>
              <a:rPr sz="1200" spc="-15" dirty="0">
                <a:latin typeface="Times New Roman"/>
                <a:cs typeface="Times New Roman"/>
              </a:rPr>
              <a:t>meet </a:t>
            </a:r>
            <a:r>
              <a:rPr sz="1200" spc="-28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5" dirty="0">
                <a:latin typeface="Times New Roman"/>
                <a:cs typeface="Times New Roman"/>
              </a:rPr>
              <a:t>requirements</a:t>
            </a:r>
            <a:r>
              <a:rPr sz="1200" spc="2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patients</a:t>
            </a:r>
            <a:r>
              <a:rPr sz="1200" spc="20" dirty="0">
                <a:latin typeface="Times New Roman"/>
                <a:cs typeface="Times New Roman"/>
              </a:rPr>
              <a:t> </a:t>
            </a:r>
            <a:r>
              <a:rPr sz="1200" dirty="0">
                <a:latin typeface="Times New Roman"/>
                <a:cs typeface="Times New Roman"/>
              </a:rPr>
              <a:t>without</a:t>
            </a:r>
            <a:r>
              <a:rPr sz="1200" spc="-10" dirty="0">
                <a:latin typeface="Times New Roman"/>
                <a:cs typeface="Times New Roman"/>
              </a:rPr>
              <a:t> </a:t>
            </a:r>
            <a:r>
              <a:rPr sz="1200" spc="-5" dirty="0">
                <a:latin typeface="Times New Roman"/>
                <a:cs typeface="Times New Roman"/>
              </a:rPr>
              <a:t>any</a:t>
            </a:r>
            <a:r>
              <a:rPr sz="1200" dirty="0">
                <a:latin typeface="Times New Roman"/>
                <a:cs typeface="Times New Roman"/>
              </a:rPr>
              <a:t> </a:t>
            </a:r>
            <a:r>
              <a:rPr sz="1200" spc="-15" dirty="0">
                <a:latin typeface="Times New Roman"/>
                <a:cs typeface="Times New Roman"/>
              </a:rPr>
              <a:t>hindrance.</a:t>
            </a:r>
            <a:endParaRPr sz="1200">
              <a:latin typeface="Times New Roman"/>
              <a:cs typeface="Times New Roman"/>
            </a:endParaRPr>
          </a:p>
        </p:txBody>
      </p:sp>
      <p:sp>
        <p:nvSpPr>
          <p:cNvPr id="6" name="object 6"/>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7230" cy="8710590"/>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19</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indent="495300" algn="just">
              <a:lnSpc>
                <a:spcPct val="155000"/>
              </a:lnSpc>
              <a:spcBef>
                <a:spcPts val="925"/>
              </a:spcBef>
            </a:pPr>
            <a:r>
              <a:rPr sz="1200" spc="-5" dirty="0">
                <a:latin typeface="Times New Roman"/>
                <a:cs typeface="Times New Roman"/>
              </a:rPr>
              <a:t>Users </a:t>
            </a:r>
            <a:r>
              <a:rPr sz="1200" dirty="0">
                <a:latin typeface="Times New Roman"/>
                <a:cs typeface="Times New Roman"/>
              </a:rPr>
              <a:t>can book appointments to the doctors available in the hospital </a:t>
            </a:r>
            <a:r>
              <a:rPr sz="1200" spc="-5" dirty="0">
                <a:latin typeface="Times New Roman"/>
                <a:cs typeface="Times New Roman"/>
              </a:rPr>
              <a:t>and request </a:t>
            </a:r>
            <a:r>
              <a:rPr sz="1200" spc="-20" dirty="0">
                <a:latin typeface="Times New Roman"/>
                <a:cs typeface="Times New Roman"/>
              </a:rPr>
              <a:t>for </a:t>
            </a:r>
            <a:r>
              <a:rPr sz="1200" spc="-15" dirty="0">
                <a:latin typeface="Times New Roman"/>
                <a:cs typeface="Times New Roman"/>
              </a:rPr>
              <a:t> </a:t>
            </a:r>
            <a:r>
              <a:rPr sz="1200" spc="-10" dirty="0">
                <a:latin typeface="Times New Roman"/>
                <a:cs typeface="Times New Roman"/>
              </a:rPr>
              <a:t>delivery </a:t>
            </a:r>
            <a:r>
              <a:rPr sz="1200" spc="5" dirty="0">
                <a:latin typeface="Times New Roman"/>
                <a:cs typeface="Times New Roman"/>
              </a:rPr>
              <a:t>of </a:t>
            </a:r>
            <a:r>
              <a:rPr sz="1200" spc="-10" dirty="0">
                <a:latin typeface="Times New Roman"/>
                <a:cs typeface="Times New Roman"/>
              </a:rPr>
              <a:t>medicines. Doctors </a:t>
            </a:r>
            <a:r>
              <a:rPr sz="1200" dirty="0">
                <a:latin typeface="Times New Roman"/>
                <a:cs typeface="Times New Roman"/>
              </a:rPr>
              <a:t>can write </a:t>
            </a:r>
            <a:r>
              <a:rPr sz="1200" spc="-10" dirty="0">
                <a:latin typeface="Times New Roman"/>
                <a:cs typeface="Times New Roman"/>
              </a:rPr>
              <a:t>prescriptions </a:t>
            </a:r>
            <a:r>
              <a:rPr sz="1200" dirty="0">
                <a:latin typeface="Times New Roman"/>
                <a:cs typeface="Times New Roman"/>
              </a:rPr>
              <a:t>and </a:t>
            </a:r>
            <a:r>
              <a:rPr sz="1200" spc="-5" dirty="0">
                <a:latin typeface="Times New Roman"/>
                <a:cs typeface="Times New Roman"/>
              </a:rPr>
              <a:t>send directly </a:t>
            </a:r>
            <a:r>
              <a:rPr sz="1200" dirty="0">
                <a:latin typeface="Times New Roman"/>
                <a:cs typeface="Times New Roman"/>
              </a:rPr>
              <a:t>to the </a:t>
            </a:r>
            <a:r>
              <a:rPr sz="1200" spc="-20" dirty="0">
                <a:latin typeface="Times New Roman"/>
                <a:cs typeface="Times New Roman"/>
              </a:rPr>
              <a:t>pharmacy. </a:t>
            </a:r>
            <a:r>
              <a:rPr sz="1200" spc="-5" dirty="0">
                <a:latin typeface="Times New Roman"/>
                <a:cs typeface="Times New Roman"/>
              </a:rPr>
              <a:t>Since </a:t>
            </a:r>
            <a:r>
              <a:rPr sz="1200" spc="-285" dirty="0">
                <a:latin typeface="Times New Roman"/>
                <a:cs typeface="Times New Roman"/>
              </a:rPr>
              <a:t> </a:t>
            </a:r>
            <a:r>
              <a:rPr sz="1200" dirty="0">
                <a:latin typeface="Times New Roman"/>
                <a:cs typeface="Times New Roman"/>
              </a:rPr>
              <a:t>the </a:t>
            </a:r>
            <a:r>
              <a:rPr sz="1200" spc="-5" dirty="0">
                <a:latin typeface="Times New Roman"/>
                <a:cs typeface="Times New Roman"/>
              </a:rPr>
              <a:t>proposed system </a:t>
            </a:r>
            <a:r>
              <a:rPr sz="1200" dirty="0">
                <a:latin typeface="Times New Roman"/>
                <a:cs typeface="Times New Roman"/>
              </a:rPr>
              <a:t>overcome all disadvantages of existing </a:t>
            </a:r>
            <a:r>
              <a:rPr sz="1200" spc="-5" dirty="0">
                <a:latin typeface="Times New Roman"/>
                <a:cs typeface="Times New Roman"/>
              </a:rPr>
              <a:t>system and </a:t>
            </a:r>
            <a:r>
              <a:rPr sz="1200" dirty="0">
                <a:latin typeface="Times New Roman"/>
                <a:cs typeface="Times New Roman"/>
              </a:rPr>
              <a:t>provide users to </a:t>
            </a:r>
            <a:r>
              <a:rPr sz="1200" spc="-20" dirty="0">
                <a:latin typeface="Times New Roman"/>
                <a:cs typeface="Times New Roman"/>
              </a:rPr>
              <a:t>feel </a:t>
            </a:r>
            <a:r>
              <a:rPr sz="1200" spc="-15" dirty="0">
                <a:latin typeface="Times New Roman"/>
                <a:cs typeface="Times New Roman"/>
              </a:rPr>
              <a:t> </a:t>
            </a:r>
            <a:r>
              <a:rPr sz="1200" spc="-5" dirty="0">
                <a:latin typeface="Times New Roman"/>
                <a:cs typeface="Times New Roman"/>
              </a:rPr>
              <a:t>better</a:t>
            </a:r>
            <a:r>
              <a:rPr sz="1200" spc="-1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15" dirty="0">
                <a:latin typeface="Times New Roman"/>
                <a:cs typeface="Times New Roman"/>
              </a:rPr>
              <a:t>good.</a:t>
            </a:r>
            <a:endParaRPr sz="1200" dirty="0">
              <a:latin typeface="Times New Roman"/>
              <a:cs typeface="Times New Roman"/>
            </a:endParaRPr>
          </a:p>
          <a:p>
            <a:pPr>
              <a:lnSpc>
                <a:spcPct val="100000"/>
              </a:lnSpc>
              <a:spcBef>
                <a:spcPts val="35"/>
              </a:spcBef>
            </a:pPr>
            <a:endParaRPr sz="1800" dirty="0">
              <a:latin typeface="Times New Roman"/>
              <a:cs typeface="Times New Roman"/>
            </a:endParaRPr>
          </a:p>
          <a:p>
            <a:pPr marL="12700">
              <a:lnSpc>
                <a:spcPct val="100000"/>
              </a:lnSpc>
            </a:pPr>
            <a:r>
              <a:rPr sz="1400" b="1" dirty="0">
                <a:latin typeface="Times New Roman"/>
                <a:cs typeface="Times New Roman"/>
              </a:rPr>
              <a:t>3.9</a:t>
            </a:r>
            <a:r>
              <a:rPr sz="1400" b="1" spc="-110" dirty="0">
                <a:latin typeface="Times New Roman"/>
                <a:cs typeface="Times New Roman"/>
              </a:rPr>
              <a:t> </a:t>
            </a:r>
            <a:r>
              <a:rPr sz="1400" b="1" spc="-10" dirty="0">
                <a:latin typeface="Times New Roman"/>
                <a:cs typeface="Times New Roman"/>
              </a:rPr>
              <a:t>A</a:t>
            </a:r>
            <a:r>
              <a:rPr sz="1400" b="1" dirty="0">
                <a:latin typeface="Times New Roman"/>
                <a:cs typeface="Times New Roman"/>
              </a:rPr>
              <a:t>dvantages</a:t>
            </a:r>
            <a:r>
              <a:rPr sz="1400" b="1" spc="-85" dirty="0">
                <a:latin typeface="Times New Roman"/>
                <a:cs typeface="Times New Roman"/>
              </a:rPr>
              <a:t> </a:t>
            </a:r>
            <a:r>
              <a:rPr sz="1400" b="1" spc="5" dirty="0">
                <a:latin typeface="Times New Roman"/>
                <a:cs typeface="Times New Roman"/>
              </a:rPr>
              <a:t>o</a:t>
            </a:r>
            <a:r>
              <a:rPr sz="1400" b="1" dirty="0">
                <a:latin typeface="Times New Roman"/>
                <a:cs typeface="Times New Roman"/>
              </a:rPr>
              <a:t>f</a:t>
            </a:r>
            <a:r>
              <a:rPr sz="1400" b="1" spc="-50" dirty="0">
                <a:latin typeface="Times New Roman"/>
                <a:cs typeface="Times New Roman"/>
              </a:rPr>
              <a:t> </a:t>
            </a:r>
            <a:r>
              <a:rPr sz="1400" b="1" spc="-10" dirty="0">
                <a:latin typeface="Times New Roman"/>
                <a:cs typeface="Times New Roman"/>
              </a:rPr>
              <a:t>P</a:t>
            </a:r>
            <a:r>
              <a:rPr sz="1400" b="1" dirty="0">
                <a:latin typeface="Times New Roman"/>
                <a:cs typeface="Times New Roman"/>
              </a:rPr>
              <a:t>r</a:t>
            </a:r>
            <a:r>
              <a:rPr sz="1400" b="1" spc="5" dirty="0">
                <a:latin typeface="Times New Roman"/>
                <a:cs typeface="Times New Roman"/>
              </a:rPr>
              <a:t>o</a:t>
            </a:r>
            <a:r>
              <a:rPr sz="1400" b="1" dirty="0">
                <a:latin typeface="Times New Roman"/>
                <a:cs typeface="Times New Roman"/>
              </a:rPr>
              <a:t>posed</a:t>
            </a:r>
            <a:r>
              <a:rPr sz="1400" b="1" spc="-60" dirty="0">
                <a:latin typeface="Times New Roman"/>
                <a:cs typeface="Times New Roman"/>
              </a:rPr>
              <a:t> </a:t>
            </a:r>
            <a:r>
              <a:rPr sz="1400" b="1" spc="-15" dirty="0">
                <a:latin typeface="Times New Roman"/>
                <a:cs typeface="Times New Roman"/>
              </a:rPr>
              <a:t>S</a:t>
            </a:r>
            <a:r>
              <a:rPr sz="1400" b="1" spc="-10" dirty="0">
                <a:latin typeface="Times New Roman"/>
                <a:cs typeface="Times New Roman"/>
              </a:rPr>
              <a:t>ys</a:t>
            </a:r>
            <a:r>
              <a:rPr sz="1400" b="1" spc="-15" dirty="0">
                <a:latin typeface="Times New Roman"/>
                <a:cs typeface="Times New Roman"/>
              </a:rPr>
              <a:t>te</a:t>
            </a:r>
            <a:r>
              <a:rPr sz="1400" b="1" dirty="0">
                <a:latin typeface="Times New Roman"/>
                <a:cs typeface="Times New Roman"/>
              </a:rPr>
              <a:t>m</a:t>
            </a:r>
            <a:endParaRPr sz="1400" dirty="0">
              <a:latin typeface="Times New Roman"/>
              <a:cs typeface="Times New Roman"/>
            </a:endParaRPr>
          </a:p>
          <a:p>
            <a:pPr>
              <a:lnSpc>
                <a:spcPct val="100000"/>
              </a:lnSpc>
              <a:spcBef>
                <a:spcPts val="10"/>
              </a:spcBef>
            </a:pPr>
            <a:endParaRPr sz="1300" dirty="0">
              <a:latin typeface="Times New Roman"/>
              <a:cs typeface="Times New Roman"/>
            </a:endParaRPr>
          </a:p>
          <a:p>
            <a:pPr marL="173990">
              <a:lnSpc>
                <a:spcPct val="100000"/>
              </a:lnSpc>
            </a:pPr>
            <a:r>
              <a:rPr sz="1200" spc="-5" dirty="0">
                <a:latin typeface="Times New Roman"/>
                <a:cs typeface="Times New Roman"/>
              </a:rPr>
              <a:t>The</a:t>
            </a:r>
            <a:r>
              <a:rPr sz="1200" spc="-35" dirty="0">
                <a:latin typeface="Times New Roman"/>
                <a:cs typeface="Times New Roman"/>
              </a:rPr>
              <a:t> </a:t>
            </a:r>
            <a:r>
              <a:rPr sz="1200" spc="-5" dirty="0">
                <a:latin typeface="Times New Roman"/>
                <a:cs typeface="Times New Roman"/>
              </a:rPr>
              <a:t>advantages</a:t>
            </a:r>
            <a:r>
              <a:rPr sz="1200" spc="15"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spc="-5" dirty="0">
                <a:latin typeface="Times New Roman"/>
                <a:cs typeface="Times New Roman"/>
              </a:rPr>
              <a:t>proposed</a:t>
            </a:r>
            <a:r>
              <a:rPr sz="1200" spc="-15"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spc="-25" dirty="0">
                <a:latin typeface="Times New Roman"/>
                <a:cs typeface="Times New Roman"/>
              </a:rPr>
              <a:t>are,</a:t>
            </a:r>
            <a:endParaRPr sz="1200" dirty="0">
              <a:latin typeface="Times New Roman"/>
              <a:cs typeface="Times New Roman"/>
            </a:endParaRPr>
          </a:p>
          <a:p>
            <a:pPr>
              <a:lnSpc>
                <a:spcPct val="100000"/>
              </a:lnSpc>
              <a:spcBef>
                <a:spcPts val="40"/>
              </a:spcBef>
            </a:pPr>
            <a:endParaRPr sz="1400" dirty="0">
              <a:latin typeface="Times New Roman"/>
              <a:cs typeface="Times New Roman"/>
            </a:endParaRPr>
          </a:p>
          <a:p>
            <a:pPr marL="480059" indent="-229235" algn="just">
              <a:lnSpc>
                <a:spcPct val="100000"/>
              </a:lnSpc>
              <a:buAutoNum type="arabicPeriod"/>
              <a:tabLst>
                <a:tab pos="480695" algn="l"/>
              </a:tabLst>
            </a:pPr>
            <a:r>
              <a:rPr sz="1200" b="1" spc="-15" dirty="0">
                <a:latin typeface="Times New Roman"/>
                <a:cs typeface="Times New Roman"/>
              </a:rPr>
              <a:t>Accuracy</a:t>
            </a:r>
            <a:endParaRPr sz="1200" dirty="0">
              <a:latin typeface="Times New Roman"/>
              <a:cs typeface="Times New Roman"/>
            </a:endParaRPr>
          </a:p>
          <a:p>
            <a:pPr marL="12700" marR="8255" indent="618490" algn="just">
              <a:lnSpc>
                <a:spcPct val="155000"/>
              </a:lnSpc>
              <a:spcBef>
                <a:spcPts val="515"/>
              </a:spcBef>
            </a:pPr>
            <a:r>
              <a:rPr sz="1200" spc="-5" dirty="0">
                <a:latin typeface="Times New Roman"/>
                <a:cs typeface="Times New Roman"/>
              </a:rPr>
              <a:t>Once </a:t>
            </a:r>
            <a:r>
              <a:rPr sz="1200" dirty="0">
                <a:latin typeface="Times New Roman"/>
                <a:cs typeface="Times New Roman"/>
              </a:rPr>
              <a:t>the details are added into the </a:t>
            </a:r>
            <a:r>
              <a:rPr sz="1200" spc="-5" dirty="0">
                <a:latin typeface="Times New Roman"/>
                <a:cs typeface="Times New Roman"/>
              </a:rPr>
              <a:t>system, </a:t>
            </a:r>
            <a:r>
              <a:rPr sz="1200" dirty="0">
                <a:latin typeface="Times New Roman"/>
                <a:cs typeface="Times New Roman"/>
              </a:rPr>
              <a:t>it </a:t>
            </a:r>
            <a:r>
              <a:rPr sz="1200" spc="-5" dirty="0">
                <a:latin typeface="Times New Roman"/>
                <a:cs typeface="Times New Roman"/>
              </a:rPr>
              <a:t>is </a:t>
            </a:r>
            <a:r>
              <a:rPr sz="1200" dirty="0">
                <a:latin typeface="Times New Roman"/>
                <a:cs typeface="Times New Roman"/>
              </a:rPr>
              <a:t>not necessary to enter it again. </a:t>
            </a:r>
            <a:r>
              <a:rPr sz="1200" spc="-25" dirty="0">
                <a:latin typeface="Times New Roman"/>
                <a:cs typeface="Times New Roman"/>
              </a:rPr>
              <a:t>This </a:t>
            </a:r>
            <a:r>
              <a:rPr sz="1200" spc="-20" dirty="0">
                <a:latin typeface="Times New Roman"/>
                <a:cs typeface="Times New Roman"/>
              </a:rPr>
              <a:t> </a:t>
            </a:r>
            <a:r>
              <a:rPr sz="1200" dirty="0">
                <a:latin typeface="Times New Roman"/>
                <a:cs typeface="Times New Roman"/>
              </a:rPr>
              <a:t>reduces the chance </a:t>
            </a:r>
            <a:r>
              <a:rPr sz="1200" spc="5" dirty="0">
                <a:latin typeface="Times New Roman"/>
                <a:cs typeface="Times New Roman"/>
              </a:rPr>
              <a:t>of </a:t>
            </a:r>
            <a:r>
              <a:rPr sz="1200" dirty="0">
                <a:latin typeface="Times New Roman"/>
                <a:cs typeface="Times New Roman"/>
              </a:rPr>
              <a:t>error </a:t>
            </a:r>
            <a:r>
              <a:rPr sz="1200" spc="5" dirty="0">
                <a:latin typeface="Times New Roman"/>
                <a:cs typeface="Times New Roman"/>
              </a:rPr>
              <a:t>by </a:t>
            </a:r>
            <a:r>
              <a:rPr sz="1200" dirty="0">
                <a:latin typeface="Times New Roman"/>
                <a:cs typeface="Times New Roman"/>
              </a:rPr>
              <a:t>reducing the human </a:t>
            </a:r>
            <a:r>
              <a:rPr sz="1200" spc="-5" dirty="0">
                <a:latin typeface="Times New Roman"/>
                <a:cs typeface="Times New Roman"/>
              </a:rPr>
              <a:t>involved </a:t>
            </a:r>
            <a:r>
              <a:rPr sz="1200" dirty="0">
                <a:latin typeface="Times New Roman"/>
                <a:cs typeface="Times New Roman"/>
              </a:rPr>
              <a:t>tasks. Accurate information </a:t>
            </a:r>
            <a:r>
              <a:rPr sz="1200" spc="-20" dirty="0">
                <a:latin typeface="Times New Roman"/>
                <a:cs typeface="Times New Roman"/>
              </a:rPr>
              <a:t>can </a:t>
            </a:r>
            <a:r>
              <a:rPr sz="1200" spc="-1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made</a:t>
            </a:r>
            <a:r>
              <a:rPr sz="1200" spc="-20" dirty="0">
                <a:latin typeface="Times New Roman"/>
                <a:cs typeface="Times New Roman"/>
              </a:rPr>
              <a:t> </a:t>
            </a:r>
            <a:r>
              <a:rPr sz="1200" spc="-5" dirty="0">
                <a:latin typeface="Times New Roman"/>
                <a:cs typeface="Times New Roman"/>
              </a:rPr>
              <a:t>at</a:t>
            </a:r>
            <a:r>
              <a:rPr sz="1200" dirty="0">
                <a:latin typeface="Times New Roman"/>
                <a:cs typeface="Times New Roman"/>
              </a:rPr>
              <a:t> </a:t>
            </a:r>
            <a:r>
              <a:rPr sz="1200" spc="-25" dirty="0">
                <a:latin typeface="Times New Roman"/>
                <a:cs typeface="Times New Roman"/>
              </a:rPr>
              <a:t>time.</a:t>
            </a:r>
            <a:endParaRPr sz="1200" dirty="0">
              <a:latin typeface="Times New Roman"/>
              <a:cs typeface="Times New Roman"/>
            </a:endParaRPr>
          </a:p>
          <a:p>
            <a:pPr>
              <a:lnSpc>
                <a:spcPct val="100000"/>
              </a:lnSpc>
              <a:spcBef>
                <a:spcPts val="20"/>
              </a:spcBef>
            </a:pPr>
            <a:endParaRPr sz="1650" dirty="0">
              <a:latin typeface="Times New Roman"/>
              <a:cs typeface="Times New Roman"/>
            </a:endParaRPr>
          </a:p>
          <a:p>
            <a:pPr marL="478790" indent="-227965" algn="just">
              <a:lnSpc>
                <a:spcPct val="100000"/>
              </a:lnSpc>
              <a:spcBef>
                <a:spcPts val="5"/>
              </a:spcBef>
              <a:buAutoNum type="arabicPeriod" startAt="2"/>
              <a:tabLst>
                <a:tab pos="479425" algn="l"/>
              </a:tabLst>
            </a:pPr>
            <a:r>
              <a:rPr sz="1200" b="1" spc="-5" dirty="0">
                <a:latin typeface="Times New Roman"/>
                <a:cs typeface="Times New Roman"/>
              </a:rPr>
              <a:t>Decision</a:t>
            </a:r>
            <a:r>
              <a:rPr sz="1200" b="1" spc="-65" dirty="0">
                <a:latin typeface="Times New Roman"/>
                <a:cs typeface="Times New Roman"/>
              </a:rPr>
              <a:t> </a:t>
            </a:r>
            <a:r>
              <a:rPr sz="1200" b="1" spc="-15" dirty="0">
                <a:latin typeface="Times New Roman"/>
                <a:cs typeface="Times New Roman"/>
              </a:rPr>
              <a:t>making</a:t>
            </a:r>
            <a:endParaRPr sz="1200" dirty="0">
              <a:latin typeface="Times New Roman"/>
              <a:cs typeface="Times New Roman"/>
            </a:endParaRPr>
          </a:p>
          <a:p>
            <a:pPr marL="12700" marR="6350" indent="600075" algn="just">
              <a:lnSpc>
                <a:spcPct val="155000"/>
              </a:lnSpc>
              <a:spcBef>
                <a:spcPts val="530"/>
              </a:spcBef>
            </a:pPr>
            <a:r>
              <a:rPr sz="1200" dirty="0">
                <a:latin typeface="Times New Roman"/>
                <a:cs typeface="Times New Roman"/>
              </a:rPr>
              <a:t>The proposed </a:t>
            </a:r>
            <a:r>
              <a:rPr sz="1200" spc="-5" dirty="0">
                <a:latin typeface="Times New Roman"/>
                <a:cs typeface="Times New Roman"/>
              </a:rPr>
              <a:t>system assists </a:t>
            </a:r>
            <a:r>
              <a:rPr sz="1200" dirty="0">
                <a:latin typeface="Times New Roman"/>
                <a:cs typeface="Times New Roman"/>
              </a:rPr>
              <a:t>in the decision making process producing reports </a:t>
            </a:r>
            <a:r>
              <a:rPr sz="1200" spc="-5" dirty="0">
                <a:latin typeface="Times New Roman"/>
                <a:cs typeface="Times New Roman"/>
              </a:rPr>
              <a:t>at </a:t>
            </a:r>
            <a:r>
              <a:rPr sz="1200" spc="-1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right </a:t>
            </a:r>
            <a:r>
              <a:rPr sz="1200" dirty="0">
                <a:latin typeface="Times New Roman"/>
                <a:cs typeface="Times New Roman"/>
              </a:rPr>
              <a:t>time. The new </a:t>
            </a:r>
            <a:r>
              <a:rPr sz="1200" spc="-5" dirty="0">
                <a:latin typeface="Times New Roman"/>
                <a:cs typeface="Times New Roman"/>
              </a:rPr>
              <a:t>system allows us </a:t>
            </a:r>
            <a:r>
              <a:rPr sz="1200" dirty="0">
                <a:latin typeface="Times New Roman"/>
                <a:cs typeface="Times New Roman"/>
              </a:rPr>
              <a:t>to make the </a:t>
            </a:r>
            <a:r>
              <a:rPr sz="1200" spc="-5" dirty="0">
                <a:latin typeface="Times New Roman"/>
                <a:cs typeface="Times New Roman"/>
              </a:rPr>
              <a:t>reports </a:t>
            </a:r>
            <a:r>
              <a:rPr sz="1200" dirty="0">
                <a:latin typeface="Times New Roman"/>
                <a:cs typeface="Times New Roman"/>
              </a:rPr>
              <a:t>depending upon a </a:t>
            </a:r>
            <a:r>
              <a:rPr sz="1200" spc="-10" dirty="0">
                <a:latin typeface="Times New Roman"/>
                <a:cs typeface="Times New Roman"/>
              </a:rPr>
              <a:t>particular </a:t>
            </a:r>
            <a:r>
              <a:rPr sz="1200" spc="-5" dirty="0">
                <a:latin typeface="Times New Roman"/>
                <a:cs typeface="Times New Roman"/>
              </a:rPr>
              <a:t>member </a:t>
            </a:r>
            <a:r>
              <a:rPr sz="1200" spc="-285" dirty="0">
                <a:latin typeface="Times New Roman"/>
                <a:cs typeface="Times New Roman"/>
              </a:rPr>
              <a:t> </a:t>
            </a:r>
            <a:r>
              <a:rPr sz="1200" spc="-5" dirty="0">
                <a:latin typeface="Times New Roman"/>
                <a:cs typeface="Times New Roman"/>
              </a:rPr>
              <a:t>and </a:t>
            </a:r>
            <a:r>
              <a:rPr sz="1200" spc="-15" dirty="0">
                <a:latin typeface="Times New Roman"/>
                <a:cs typeface="Times New Roman"/>
              </a:rPr>
              <a:t>house</a:t>
            </a:r>
            <a:endParaRPr sz="1200" dirty="0">
              <a:latin typeface="Times New Roman"/>
              <a:cs typeface="Times New Roman"/>
            </a:endParaRPr>
          </a:p>
          <a:p>
            <a:pPr>
              <a:lnSpc>
                <a:spcPct val="100000"/>
              </a:lnSpc>
              <a:spcBef>
                <a:spcPts val="5"/>
              </a:spcBef>
            </a:pPr>
            <a:endParaRPr sz="1650" dirty="0">
              <a:latin typeface="Times New Roman"/>
              <a:cs typeface="Times New Roman"/>
            </a:endParaRPr>
          </a:p>
          <a:p>
            <a:pPr marL="478790" indent="-227965" algn="just">
              <a:lnSpc>
                <a:spcPct val="100000"/>
              </a:lnSpc>
              <a:spcBef>
                <a:spcPts val="5"/>
              </a:spcBef>
              <a:buAutoNum type="arabicPeriod" startAt="3"/>
              <a:tabLst>
                <a:tab pos="479425" algn="l"/>
              </a:tabLst>
            </a:pPr>
            <a:r>
              <a:rPr sz="1200" b="1" spc="-5" dirty="0">
                <a:latin typeface="Times New Roman"/>
                <a:cs typeface="Times New Roman"/>
              </a:rPr>
              <a:t>Data</a:t>
            </a:r>
            <a:r>
              <a:rPr sz="1200" b="1" spc="-50" dirty="0">
                <a:latin typeface="Times New Roman"/>
                <a:cs typeface="Times New Roman"/>
              </a:rPr>
              <a:t> </a:t>
            </a:r>
            <a:r>
              <a:rPr sz="1200" b="1" spc="-15" dirty="0">
                <a:latin typeface="Times New Roman"/>
                <a:cs typeface="Times New Roman"/>
              </a:rPr>
              <a:t>storage</a:t>
            </a:r>
            <a:endParaRPr sz="1200" dirty="0">
              <a:latin typeface="Times New Roman"/>
              <a:cs typeface="Times New Roman"/>
            </a:endParaRPr>
          </a:p>
          <a:p>
            <a:pPr marL="12700" marR="10160" indent="571500" algn="just">
              <a:lnSpc>
                <a:spcPct val="150100"/>
              </a:lnSpc>
              <a:spcBef>
                <a:spcPts val="645"/>
              </a:spcBef>
            </a:pPr>
            <a:r>
              <a:rPr sz="1200" spc="-5" dirty="0">
                <a:latin typeface="Times New Roman"/>
                <a:cs typeface="Times New Roman"/>
              </a:rPr>
              <a:t>A database allows </a:t>
            </a:r>
            <a:r>
              <a:rPr sz="1200" dirty="0">
                <a:latin typeface="Times New Roman"/>
                <a:cs typeface="Times New Roman"/>
              </a:rPr>
              <a:t>centralized storage of data, thereby eliminating the redundancy </a:t>
            </a:r>
            <a:r>
              <a:rPr sz="1200" spc="-25" dirty="0">
                <a:latin typeface="Times New Roman"/>
                <a:cs typeface="Times New Roman"/>
              </a:rPr>
              <a:t>of </a:t>
            </a:r>
            <a:r>
              <a:rPr sz="1200" spc="-285" dirty="0">
                <a:latin typeface="Times New Roman"/>
                <a:cs typeface="Times New Roman"/>
              </a:rPr>
              <a:t> </a:t>
            </a:r>
            <a:r>
              <a:rPr sz="1200" spc="-5" dirty="0">
                <a:latin typeface="Times New Roman"/>
                <a:cs typeface="Times New Roman"/>
              </a:rPr>
              <a:t>file.</a:t>
            </a:r>
            <a:r>
              <a:rPr sz="1200" dirty="0">
                <a:latin typeface="Times New Roman"/>
                <a:cs typeface="Times New Roman"/>
              </a:rPr>
              <a:t> Searching</a:t>
            </a:r>
            <a:r>
              <a:rPr sz="1200" spc="5"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5" dirty="0">
                <a:latin typeface="Times New Roman"/>
                <a:cs typeface="Times New Roman"/>
              </a:rPr>
              <a:t>be</a:t>
            </a:r>
            <a:r>
              <a:rPr sz="1200" spc="10" dirty="0">
                <a:latin typeface="Times New Roman"/>
                <a:cs typeface="Times New Roman"/>
              </a:rPr>
              <a:t> </a:t>
            </a:r>
            <a:r>
              <a:rPr sz="1200" dirty="0">
                <a:latin typeface="Times New Roman"/>
                <a:cs typeface="Times New Roman"/>
              </a:rPr>
              <a:t>made</a:t>
            </a:r>
            <a:r>
              <a:rPr sz="1200" spc="5" dirty="0">
                <a:latin typeface="Times New Roman"/>
                <a:cs typeface="Times New Roman"/>
              </a:rPr>
              <a:t> </a:t>
            </a:r>
            <a:r>
              <a:rPr sz="1200" dirty="0">
                <a:latin typeface="Times New Roman"/>
                <a:cs typeface="Times New Roman"/>
              </a:rPr>
              <a:t>fast.</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5" dirty="0">
                <a:latin typeface="Times New Roman"/>
                <a:cs typeface="Times New Roman"/>
              </a:rPr>
              <a:t>stored</a:t>
            </a:r>
            <a:r>
              <a:rPr sz="1200" dirty="0">
                <a:latin typeface="Times New Roman"/>
                <a:cs typeface="Times New Roman"/>
              </a:rPr>
              <a:t> </a:t>
            </a:r>
            <a:r>
              <a:rPr sz="1200" spc="-5" dirty="0">
                <a:latin typeface="Times New Roman"/>
                <a:cs typeface="Times New Roman"/>
              </a:rPr>
              <a:t>data</a:t>
            </a:r>
            <a:r>
              <a:rPr sz="1200" dirty="0">
                <a:latin typeface="Times New Roman"/>
                <a:cs typeface="Times New Roman"/>
              </a:rPr>
              <a:t> </a:t>
            </a:r>
            <a:r>
              <a:rPr sz="1200" spc="-5" dirty="0">
                <a:latin typeface="Times New Roman"/>
                <a:cs typeface="Times New Roman"/>
              </a:rPr>
              <a:t>is</a:t>
            </a:r>
            <a:r>
              <a:rPr sz="1200" dirty="0">
                <a:latin typeface="Times New Roman"/>
                <a:cs typeface="Times New Roman"/>
              </a:rPr>
              <a:t> portable</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flexible</a:t>
            </a:r>
            <a:r>
              <a:rPr sz="1200"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spc="-10" dirty="0">
                <a:latin typeface="Times New Roman"/>
                <a:cs typeface="Times New Roman"/>
              </a:rPr>
              <a:t>future </a:t>
            </a:r>
            <a:r>
              <a:rPr sz="1200" spc="-5" dirty="0">
                <a:latin typeface="Times New Roman"/>
                <a:cs typeface="Times New Roman"/>
              </a:rPr>
              <a:t> </a:t>
            </a:r>
            <a:r>
              <a:rPr sz="1200" spc="-15" dirty="0">
                <a:latin typeface="Times New Roman"/>
                <a:cs typeface="Times New Roman"/>
              </a:rPr>
              <a:t>enhancements.</a:t>
            </a:r>
            <a:endParaRPr sz="1200" dirty="0">
              <a:latin typeface="Times New Roman"/>
              <a:cs typeface="Times New Roman"/>
            </a:endParaRPr>
          </a:p>
          <a:p>
            <a:pPr>
              <a:lnSpc>
                <a:spcPct val="100000"/>
              </a:lnSpc>
              <a:spcBef>
                <a:spcPts val="15"/>
              </a:spcBef>
            </a:pPr>
            <a:endParaRPr sz="1550" dirty="0">
              <a:latin typeface="Times New Roman"/>
              <a:cs typeface="Times New Roman"/>
            </a:endParaRPr>
          </a:p>
          <a:p>
            <a:pPr marL="478790" indent="-227965" algn="just">
              <a:lnSpc>
                <a:spcPct val="100000"/>
              </a:lnSpc>
              <a:buAutoNum type="arabicPeriod" startAt="4"/>
              <a:tabLst>
                <a:tab pos="479425" algn="l"/>
              </a:tabLst>
            </a:pPr>
            <a:r>
              <a:rPr sz="1200" b="1" spc="-5" dirty="0">
                <a:latin typeface="Times New Roman"/>
                <a:cs typeface="Times New Roman"/>
              </a:rPr>
              <a:t>Data</a:t>
            </a:r>
            <a:r>
              <a:rPr sz="1200" b="1" spc="-45" dirty="0">
                <a:latin typeface="Times New Roman"/>
                <a:cs typeface="Times New Roman"/>
              </a:rPr>
              <a:t> </a:t>
            </a:r>
            <a:r>
              <a:rPr sz="1200" b="1" spc="-15" dirty="0">
                <a:latin typeface="Times New Roman"/>
                <a:cs typeface="Times New Roman"/>
              </a:rPr>
              <a:t>collection</a:t>
            </a:r>
            <a:endParaRPr sz="1200" dirty="0">
              <a:latin typeface="Times New Roman"/>
              <a:cs typeface="Times New Roman"/>
            </a:endParaRPr>
          </a:p>
          <a:p>
            <a:pPr marL="12700" marR="8255" indent="609600" algn="just">
              <a:lnSpc>
                <a:spcPct val="155000"/>
              </a:lnSpc>
              <a:spcBef>
                <a:spcPts val="520"/>
              </a:spcBef>
            </a:pPr>
            <a:r>
              <a:rPr sz="1200" spc="-5" dirty="0">
                <a:latin typeface="Times New Roman"/>
                <a:cs typeface="Times New Roman"/>
              </a:rPr>
              <a:t>Methods </a:t>
            </a:r>
            <a:r>
              <a:rPr sz="1200" dirty="0">
                <a:latin typeface="Times New Roman"/>
                <a:cs typeface="Times New Roman"/>
              </a:rPr>
              <a:t>for collecting data are faster </a:t>
            </a:r>
            <a:r>
              <a:rPr sz="1200" spc="-5" dirty="0">
                <a:latin typeface="Times New Roman"/>
                <a:cs typeface="Times New Roman"/>
              </a:rPr>
              <a:t>and </a:t>
            </a:r>
            <a:r>
              <a:rPr sz="1200" dirty="0">
                <a:latin typeface="Times New Roman"/>
                <a:cs typeface="Times New Roman"/>
              </a:rPr>
              <a:t>more efficient. Retrieval of information </a:t>
            </a:r>
            <a:r>
              <a:rPr sz="1200" spc="-30" dirty="0">
                <a:latin typeface="Times New Roman"/>
                <a:cs typeface="Times New Roman"/>
              </a:rPr>
              <a:t>is </a:t>
            </a:r>
            <a:r>
              <a:rPr sz="1200" spc="-285" dirty="0">
                <a:latin typeface="Times New Roman"/>
                <a:cs typeface="Times New Roman"/>
              </a:rPr>
              <a:t> </a:t>
            </a:r>
            <a:r>
              <a:rPr sz="1200" spc="-5" dirty="0">
                <a:latin typeface="Times New Roman"/>
                <a:cs typeface="Times New Roman"/>
              </a:rPr>
              <a:t>faster</a:t>
            </a:r>
            <a:r>
              <a:rPr sz="1200" spc="-20" dirty="0">
                <a:latin typeface="Times New Roman"/>
                <a:cs typeface="Times New Roman"/>
              </a:rPr>
              <a:t> </a:t>
            </a:r>
            <a:r>
              <a:rPr sz="1200" dirty="0">
                <a:latin typeface="Times New Roman"/>
                <a:cs typeface="Times New Roman"/>
              </a:rPr>
              <a:t>than</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existing</a:t>
            </a:r>
            <a:r>
              <a:rPr sz="1200" spc="-20"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dirty="0">
                <a:latin typeface="Times New Roman"/>
                <a:cs typeface="Times New Roman"/>
              </a:rPr>
              <a:t>manipulation</a:t>
            </a:r>
            <a:r>
              <a:rPr sz="1200" spc="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spc="-5" dirty="0">
                <a:latin typeface="Times New Roman"/>
                <a:cs typeface="Times New Roman"/>
              </a:rPr>
              <a:t>also</a:t>
            </a:r>
            <a:r>
              <a:rPr sz="1200" spc="-25" dirty="0">
                <a:latin typeface="Times New Roman"/>
                <a:cs typeface="Times New Roman"/>
              </a:rPr>
              <a:t> </a:t>
            </a:r>
            <a:r>
              <a:rPr sz="1200" dirty="0">
                <a:latin typeface="Times New Roman"/>
                <a:cs typeface="Times New Roman"/>
              </a:rPr>
              <a:t>done</a:t>
            </a:r>
            <a:r>
              <a:rPr sz="1200" spc="-3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an</a:t>
            </a:r>
            <a:r>
              <a:rPr sz="1200" spc="-15" dirty="0">
                <a:latin typeface="Times New Roman"/>
                <a:cs typeface="Times New Roman"/>
              </a:rPr>
              <a:t> effective</a:t>
            </a:r>
            <a:r>
              <a:rPr sz="1200" spc="5" dirty="0">
                <a:latin typeface="Times New Roman"/>
                <a:cs typeface="Times New Roman"/>
              </a:rPr>
              <a:t> </a:t>
            </a:r>
            <a:r>
              <a:rPr sz="1200" spc="-15" dirty="0">
                <a:latin typeface="Times New Roman"/>
                <a:cs typeface="Times New Roman"/>
              </a:rPr>
              <a:t>manner.</a:t>
            </a:r>
            <a:endParaRPr sz="1200" dirty="0">
              <a:latin typeface="Times New Roman"/>
              <a:cs typeface="Times New Roman"/>
            </a:endParaRPr>
          </a:p>
          <a:p>
            <a:pPr>
              <a:lnSpc>
                <a:spcPct val="100000"/>
              </a:lnSpc>
              <a:spcBef>
                <a:spcPts val="20"/>
              </a:spcBef>
            </a:pPr>
            <a:endParaRPr sz="1650" dirty="0">
              <a:latin typeface="Times New Roman"/>
              <a:cs typeface="Times New Roman"/>
            </a:endParaRPr>
          </a:p>
          <a:p>
            <a:pPr marL="480059" indent="-229235">
              <a:lnSpc>
                <a:spcPct val="100000"/>
              </a:lnSpc>
              <a:buAutoNum type="arabicPeriod" startAt="5"/>
              <a:tabLst>
                <a:tab pos="480695" algn="l"/>
              </a:tabLst>
            </a:pPr>
            <a:r>
              <a:rPr sz="1200" b="1" spc="-5" dirty="0">
                <a:latin typeface="Times New Roman"/>
                <a:cs typeface="Times New Roman"/>
              </a:rPr>
              <a:t>Speed</a:t>
            </a:r>
            <a:r>
              <a:rPr sz="1200" b="1" spc="-35" dirty="0">
                <a:latin typeface="Times New Roman"/>
                <a:cs typeface="Times New Roman"/>
              </a:rPr>
              <a:t> </a:t>
            </a:r>
            <a:r>
              <a:rPr sz="1200" b="1" dirty="0">
                <a:latin typeface="Times New Roman"/>
                <a:cs typeface="Times New Roman"/>
              </a:rPr>
              <a:t>of</a:t>
            </a:r>
            <a:r>
              <a:rPr sz="1200" b="1" spc="-40" dirty="0">
                <a:latin typeface="Times New Roman"/>
                <a:cs typeface="Times New Roman"/>
              </a:rPr>
              <a:t> </a:t>
            </a:r>
            <a:r>
              <a:rPr sz="1200" b="1" spc="-15" dirty="0">
                <a:latin typeface="Times New Roman"/>
                <a:cs typeface="Times New Roman"/>
              </a:rPr>
              <a:t>Response</a:t>
            </a:r>
            <a:endParaRPr sz="1200" dirty="0">
              <a:latin typeface="Times New Roman"/>
              <a:cs typeface="Times New Roman"/>
            </a:endParaRPr>
          </a:p>
          <a:p>
            <a:pPr>
              <a:lnSpc>
                <a:spcPct val="100000"/>
              </a:lnSpc>
            </a:pPr>
            <a:endParaRPr sz="1150" dirty="0">
              <a:latin typeface="Times New Roman"/>
              <a:cs typeface="Times New Roman"/>
            </a:endParaRPr>
          </a:p>
          <a:p>
            <a:pPr marL="546100">
              <a:lnSpc>
                <a:spcPct val="100000"/>
              </a:lnSpc>
            </a:pPr>
            <a:r>
              <a:rPr sz="1200" spc="-5" dirty="0">
                <a:latin typeface="Times New Roman"/>
                <a:cs typeface="Times New Roman"/>
              </a:rPr>
              <a:t>The</a:t>
            </a:r>
            <a:r>
              <a:rPr sz="1200" spc="10" dirty="0">
                <a:latin typeface="Times New Roman"/>
                <a:cs typeface="Times New Roman"/>
              </a:rPr>
              <a:t> </a:t>
            </a:r>
            <a:r>
              <a:rPr sz="1200" dirty="0">
                <a:latin typeface="Times New Roman"/>
                <a:cs typeface="Times New Roman"/>
              </a:rPr>
              <a:t>time</a:t>
            </a:r>
            <a:r>
              <a:rPr sz="1200" spc="-5" dirty="0">
                <a:latin typeface="Times New Roman"/>
                <a:cs typeface="Times New Roman"/>
              </a:rPr>
              <a:t> required</a:t>
            </a:r>
            <a:r>
              <a:rPr sz="1200" spc="20" dirty="0">
                <a:latin typeface="Times New Roman"/>
                <a:cs typeface="Times New Roman"/>
              </a:rPr>
              <a:t> </a:t>
            </a:r>
            <a:r>
              <a:rPr sz="1200" spc="-5" dirty="0">
                <a:latin typeface="Times New Roman"/>
                <a:cs typeface="Times New Roman"/>
              </a:rPr>
              <a:t>for</a:t>
            </a:r>
            <a:r>
              <a:rPr sz="1200" spc="-1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to </a:t>
            </a:r>
            <a:r>
              <a:rPr sz="1200" spc="5" dirty="0">
                <a:latin typeface="Times New Roman"/>
                <a:cs typeface="Times New Roman"/>
              </a:rPr>
              <a:t>be</a:t>
            </a:r>
            <a:r>
              <a:rPr sz="1200" spc="10" dirty="0">
                <a:latin typeface="Times New Roman"/>
                <a:cs typeface="Times New Roman"/>
              </a:rPr>
              <a:t> </a:t>
            </a:r>
            <a:r>
              <a:rPr sz="1200" dirty="0">
                <a:latin typeface="Times New Roman"/>
                <a:cs typeface="Times New Roman"/>
              </a:rPr>
              <a:t>available</a:t>
            </a:r>
            <a:r>
              <a:rPr sz="1200" spc="15"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greatly</a:t>
            </a:r>
            <a:r>
              <a:rPr sz="1200" spc="-5" dirty="0">
                <a:latin typeface="Times New Roman"/>
                <a:cs typeface="Times New Roman"/>
              </a:rPr>
              <a:t> reduced</a:t>
            </a:r>
            <a:r>
              <a:rPr sz="1200" spc="5" dirty="0">
                <a:latin typeface="Times New Roman"/>
                <a:cs typeface="Times New Roman"/>
              </a:rPr>
              <a:t> </a:t>
            </a:r>
            <a:r>
              <a:rPr sz="1200" dirty="0">
                <a:latin typeface="Times New Roman"/>
                <a:cs typeface="Times New Roman"/>
              </a:rPr>
              <a:t>without</a:t>
            </a:r>
            <a:r>
              <a:rPr sz="1200" spc="-5" dirty="0">
                <a:latin typeface="Times New Roman"/>
                <a:cs typeface="Times New Roman"/>
              </a:rPr>
              <a:t> </a:t>
            </a:r>
            <a:r>
              <a:rPr sz="1200" spc="-10" dirty="0">
                <a:latin typeface="Times New Roman"/>
                <a:cs typeface="Times New Roman"/>
              </a:rPr>
              <a:t>affecting</a:t>
            </a:r>
            <a:endParaRPr sz="1200" dirty="0">
              <a:latin typeface="Times New Roman"/>
              <a:cs typeface="Times New Roman"/>
            </a:endParaRPr>
          </a:p>
          <a:p>
            <a:pPr marL="12700" algn="just">
              <a:lnSpc>
                <a:spcPct val="100000"/>
              </a:lnSpc>
              <a:spcBef>
                <a:spcPts val="795"/>
              </a:spcBef>
            </a:pP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accuracy</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system.</a:t>
            </a:r>
            <a:r>
              <a:rPr sz="1200" spc="10" dirty="0">
                <a:latin typeface="Times New Roman"/>
                <a:cs typeface="Times New Roman"/>
              </a:rPr>
              <a:t> </a:t>
            </a:r>
            <a:r>
              <a:rPr sz="1200" spc="-5" dirty="0">
                <a:latin typeface="Times New Roman"/>
                <a:cs typeface="Times New Roman"/>
              </a:rPr>
              <a:t>Manual</a:t>
            </a:r>
            <a:r>
              <a:rPr sz="1200" spc="5" dirty="0">
                <a:latin typeface="Times New Roman"/>
                <a:cs typeface="Times New Roman"/>
              </a:rPr>
              <a:t> </a:t>
            </a:r>
            <a:r>
              <a:rPr sz="1200" spc="-5" dirty="0">
                <a:latin typeface="Times New Roman"/>
                <a:cs typeface="Times New Roman"/>
              </a:rPr>
              <a:t>works</a:t>
            </a:r>
            <a:r>
              <a:rPr sz="1200" spc="-35" dirty="0">
                <a:latin typeface="Times New Roman"/>
                <a:cs typeface="Times New Roman"/>
              </a:rPr>
              <a:t> </a:t>
            </a:r>
            <a:r>
              <a:rPr sz="1200" dirty="0">
                <a:latin typeface="Times New Roman"/>
                <a:cs typeface="Times New Roman"/>
              </a:rPr>
              <a:t>involve</a:t>
            </a:r>
            <a:r>
              <a:rPr sz="1200" spc="-20" dirty="0">
                <a:latin typeface="Times New Roman"/>
                <a:cs typeface="Times New Roman"/>
              </a:rPr>
              <a:t> </a:t>
            </a:r>
            <a:r>
              <a:rPr sz="1200" spc="-5" dirty="0">
                <a:latin typeface="Times New Roman"/>
                <a:cs typeface="Times New Roman"/>
              </a:rPr>
              <a:t>wastage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time.</a:t>
            </a:r>
            <a:endParaRPr sz="1200" dirty="0">
              <a:latin typeface="Times New Roman"/>
              <a:cs typeface="Times New Roman"/>
            </a:endParaRPr>
          </a:p>
        </p:txBody>
      </p:sp>
      <p:sp>
        <p:nvSpPr>
          <p:cNvPr id="4" name="object 4"/>
          <p:cNvSpPr/>
          <p:nvPr/>
        </p:nvSpPr>
        <p:spPr>
          <a:xfrm>
            <a:off x="584454" y="467106"/>
            <a:ext cx="6400800" cy="9930765"/>
          </a:xfrm>
          <a:custGeom>
            <a:avLst/>
            <a:gdLst/>
            <a:ahLst/>
            <a:cxnLst/>
            <a:rect l="l" t="t" r="r" b="b"/>
            <a:pathLst>
              <a:path w="6400800" h="9930765">
                <a:moveTo>
                  <a:pt x="0" y="9930384"/>
                </a:moveTo>
                <a:lnTo>
                  <a:pt x="6400800" y="9930384"/>
                </a:lnTo>
                <a:lnTo>
                  <a:pt x="6400800" y="0"/>
                </a:lnTo>
                <a:lnTo>
                  <a:pt x="0" y="0"/>
                </a:lnTo>
                <a:lnTo>
                  <a:pt x="0" y="9930384"/>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5774690" cy="2957195"/>
          </a:xfrm>
          <a:prstGeom prst="rect">
            <a:avLst/>
          </a:prstGeom>
        </p:spPr>
        <p:txBody>
          <a:bodyPr vert="horz" wrap="square" lIns="0" tIns="12700" rIns="0" bIns="0" rtlCol="0">
            <a:spAutoFit/>
          </a:bodyPr>
          <a:lstStyle/>
          <a:p>
            <a:pPr marL="481965" indent="-231140" algn="just">
              <a:lnSpc>
                <a:spcPct val="100000"/>
              </a:lnSpc>
              <a:spcBef>
                <a:spcPts val="100"/>
              </a:spcBef>
              <a:buAutoNum type="arabicPeriod" startAt="6"/>
              <a:tabLst>
                <a:tab pos="482600" algn="l"/>
              </a:tabLst>
            </a:pPr>
            <a:r>
              <a:rPr sz="1200" b="1" spc="-5" dirty="0">
                <a:latin typeface="Times New Roman"/>
                <a:cs typeface="Times New Roman"/>
              </a:rPr>
              <a:t>User</a:t>
            </a:r>
            <a:r>
              <a:rPr sz="1200" b="1" spc="-65" dirty="0">
                <a:latin typeface="Times New Roman"/>
                <a:cs typeface="Times New Roman"/>
              </a:rPr>
              <a:t> </a:t>
            </a:r>
            <a:r>
              <a:rPr sz="1200" b="1" spc="-15" dirty="0">
                <a:latin typeface="Times New Roman"/>
                <a:cs typeface="Times New Roman"/>
              </a:rPr>
              <a:t>Friendliness</a:t>
            </a:r>
            <a:endParaRPr sz="1200">
              <a:latin typeface="Times New Roman"/>
              <a:cs typeface="Times New Roman"/>
            </a:endParaRPr>
          </a:p>
          <a:p>
            <a:pPr marL="12700" marR="12700" indent="495300" algn="just">
              <a:lnSpc>
                <a:spcPct val="153300"/>
              </a:lnSpc>
              <a:spcBef>
                <a:spcPts val="520"/>
              </a:spcBef>
            </a:pPr>
            <a:r>
              <a:rPr sz="1200" dirty="0">
                <a:latin typeface="Times New Roman"/>
                <a:cs typeface="Times New Roman"/>
              </a:rPr>
              <a:t>The </a:t>
            </a:r>
            <a:r>
              <a:rPr sz="1200" spc="-5" dirty="0">
                <a:latin typeface="Times New Roman"/>
                <a:cs typeface="Times New Roman"/>
              </a:rPr>
              <a:t>user </a:t>
            </a:r>
            <a:r>
              <a:rPr sz="1200" dirty="0">
                <a:latin typeface="Times New Roman"/>
                <a:cs typeface="Times New Roman"/>
              </a:rPr>
              <a:t>friendliness </a:t>
            </a:r>
            <a:r>
              <a:rPr sz="1200" spc="-5" dirty="0">
                <a:latin typeface="Times New Roman"/>
                <a:cs typeface="Times New Roman"/>
              </a:rPr>
              <a:t>is </a:t>
            </a:r>
            <a:r>
              <a:rPr sz="1200" spc="5" dirty="0">
                <a:latin typeface="Times New Roman"/>
                <a:cs typeface="Times New Roman"/>
              </a:rPr>
              <a:t>very </a:t>
            </a:r>
            <a:r>
              <a:rPr sz="1200" spc="-5" dirty="0">
                <a:latin typeface="Times New Roman"/>
                <a:cs typeface="Times New Roman"/>
              </a:rPr>
              <a:t>high when </a:t>
            </a:r>
            <a:r>
              <a:rPr sz="1200" dirty="0">
                <a:latin typeface="Times New Roman"/>
                <a:cs typeface="Times New Roman"/>
              </a:rPr>
              <a:t>compared to the manual system. The </a:t>
            </a:r>
            <a:r>
              <a:rPr sz="1200" spc="-5" dirty="0">
                <a:latin typeface="Times New Roman"/>
                <a:cs typeface="Times New Roman"/>
              </a:rPr>
              <a:t>user </a:t>
            </a:r>
            <a:r>
              <a:rPr sz="1200" spc="-20" dirty="0">
                <a:latin typeface="Times New Roman"/>
                <a:cs typeface="Times New Roman"/>
              </a:rPr>
              <a:t>can </a:t>
            </a:r>
            <a:r>
              <a:rPr sz="1200" spc="-285" dirty="0">
                <a:latin typeface="Times New Roman"/>
                <a:cs typeface="Times New Roman"/>
              </a:rPr>
              <a:t> </a:t>
            </a:r>
            <a:r>
              <a:rPr sz="1200" dirty="0">
                <a:latin typeface="Times New Roman"/>
                <a:cs typeface="Times New Roman"/>
              </a:rPr>
              <a:t>do the </a:t>
            </a:r>
            <a:r>
              <a:rPr sz="1200" spc="-10" dirty="0">
                <a:latin typeface="Times New Roman"/>
                <a:cs typeface="Times New Roman"/>
              </a:rPr>
              <a:t>operations </a:t>
            </a:r>
            <a:r>
              <a:rPr sz="1200" dirty="0">
                <a:latin typeface="Times New Roman"/>
                <a:cs typeface="Times New Roman"/>
              </a:rPr>
              <a:t>without the </a:t>
            </a:r>
            <a:r>
              <a:rPr sz="1200" spc="-5" dirty="0">
                <a:latin typeface="Times New Roman"/>
                <a:cs typeface="Times New Roman"/>
              </a:rPr>
              <a:t>average </a:t>
            </a:r>
            <a:r>
              <a:rPr sz="1200" dirty="0">
                <a:latin typeface="Times New Roman"/>
                <a:cs typeface="Times New Roman"/>
              </a:rPr>
              <a:t>of the complex of the inner details. </a:t>
            </a:r>
            <a:r>
              <a:rPr sz="1200" spc="-5" dirty="0">
                <a:latin typeface="Times New Roman"/>
                <a:cs typeface="Times New Roman"/>
              </a:rPr>
              <a:t>New system </a:t>
            </a:r>
            <a:r>
              <a:rPr sz="1200" spc="-10" dirty="0">
                <a:latin typeface="Times New Roman"/>
                <a:cs typeface="Times New Roman"/>
              </a:rPr>
              <a:t>screens </a:t>
            </a:r>
            <a:r>
              <a:rPr sz="1200" spc="-285"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dirty="0">
                <a:latin typeface="Times New Roman"/>
                <a:cs typeface="Times New Roman"/>
              </a:rPr>
              <a:t>made</a:t>
            </a:r>
            <a:r>
              <a:rPr sz="1200" spc="-10" dirty="0">
                <a:latin typeface="Times New Roman"/>
                <a:cs typeface="Times New Roman"/>
              </a:rPr>
              <a:t> </a:t>
            </a:r>
            <a:r>
              <a:rPr sz="1200" spc="-5" dirty="0">
                <a:latin typeface="Times New Roman"/>
                <a:cs typeface="Times New Roman"/>
              </a:rPr>
              <a:t>user</a:t>
            </a:r>
            <a:r>
              <a:rPr sz="1200" spc="-25" dirty="0">
                <a:latin typeface="Times New Roman"/>
                <a:cs typeface="Times New Roman"/>
              </a:rPr>
              <a:t> </a:t>
            </a:r>
            <a:r>
              <a:rPr sz="1200" spc="-20" dirty="0">
                <a:latin typeface="Times New Roman"/>
                <a:cs typeface="Times New Roman"/>
              </a:rPr>
              <a:t>friendly.</a:t>
            </a:r>
            <a:r>
              <a:rPr sz="1200" spc="20" dirty="0">
                <a:latin typeface="Times New Roman"/>
                <a:cs typeface="Times New Roman"/>
              </a:rPr>
              <a:t> </a:t>
            </a:r>
            <a:r>
              <a:rPr sz="1200" spc="-15" dirty="0">
                <a:latin typeface="Times New Roman"/>
                <a:cs typeface="Times New Roman"/>
              </a:rPr>
              <a:t>It</a:t>
            </a:r>
            <a:r>
              <a:rPr sz="1200" spc="10" dirty="0">
                <a:latin typeface="Times New Roman"/>
                <a:cs typeface="Times New Roman"/>
              </a:rPr>
              <a:t> </a:t>
            </a:r>
            <a:r>
              <a:rPr sz="1200" spc="-5" dirty="0">
                <a:latin typeface="Times New Roman"/>
                <a:cs typeface="Times New Roman"/>
              </a:rPr>
              <a:t>reduces</a:t>
            </a:r>
            <a:r>
              <a:rPr sz="1200" dirty="0">
                <a:latin typeface="Times New Roman"/>
                <a:cs typeface="Times New Roman"/>
              </a:rPr>
              <a:t> the</a:t>
            </a:r>
            <a:r>
              <a:rPr sz="1200" spc="-15" dirty="0">
                <a:latin typeface="Times New Roman"/>
                <a:cs typeface="Times New Roman"/>
              </a:rPr>
              <a:t> </a:t>
            </a:r>
            <a:r>
              <a:rPr sz="1200" spc="-5" dirty="0">
                <a:latin typeface="Times New Roman"/>
                <a:cs typeface="Times New Roman"/>
              </a:rPr>
              <a:t>workload</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employees.</a:t>
            </a:r>
            <a:endParaRPr sz="1200">
              <a:latin typeface="Times New Roman"/>
              <a:cs typeface="Times New Roman"/>
            </a:endParaRPr>
          </a:p>
          <a:p>
            <a:pPr>
              <a:lnSpc>
                <a:spcPct val="100000"/>
              </a:lnSpc>
              <a:spcBef>
                <a:spcPts val="10"/>
              </a:spcBef>
            </a:pPr>
            <a:endParaRPr sz="1650">
              <a:latin typeface="Times New Roman"/>
              <a:cs typeface="Times New Roman"/>
            </a:endParaRPr>
          </a:p>
          <a:p>
            <a:pPr marL="480059" indent="-229235" algn="just">
              <a:lnSpc>
                <a:spcPct val="100000"/>
              </a:lnSpc>
              <a:buAutoNum type="arabicPeriod" startAt="7"/>
              <a:tabLst>
                <a:tab pos="480695" algn="l"/>
              </a:tabLst>
            </a:pPr>
            <a:r>
              <a:rPr sz="1200" b="1" spc="-15" dirty="0">
                <a:latin typeface="Times New Roman"/>
                <a:cs typeface="Times New Roman"/>
              </a:rPr>
              <a:t>Queries</a:t>
            </a:r>
            <a:endParaRPr sz="1200">
              <a:latin typeface="Times New Roman"/>
              <a:cs typeface="Times New Roman"/>
            </a:endParaRPr>
          </a:p>
          <a:p>
            <a:pPr>
              <a:lnSpc>
                <a:spcPct val="100000"/>
              </a:lnSpc>
              <a:spcBef>
                <a:spcPts val="20"/>
              </a:spcBef>
              <a:buFont typeface="Times New Roman"/>
              <a:buAutoNum type="arabicPeriod" startAt="7"/>
            </a:pPr>
            <a:endParaRPr sz="1400">
              <a:latin typeface="Times New Roman"/>
              <a:cs typeface="Times New Roman"/>
            </a:endParaRPr>
          </a:p>
          <a:p>
            <a:pPr marL="478790">
              <a:lnSpc>
                <a:spcPct val="100000"/>
              </a:lnSpc>
            </a:pPr>
            <a:r>
              <a:rPr sz="1200" spc="-5" dirty="0">
                <a:latin typeface="Times New Roman"/>
                <a:cs typeface="Times New Roman"/>
              </a:rPr>
              <a:t>By</a:t>
            </a:r>
            <a:r>
              <a:rPr sz="1200" spc="-10"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spc="-5" dirty="0">
                <a:latin typeface="Times New Roman"/>
                <a:cs typeface="Times New Roman"/>
              </a:rPr>
              <a:t>queries</a:t>
            </a:r>
            <a:r>
              <a:rPr sz="1200" dirty="0">
                <a:latin typeface="Times New Roman"/>
                <a:cs typeface="Times New Roman"/>
              </a:rPr>
              <a:t> </a:t>
            </a:r>
            <a:r>
              <a:rPr sz="1200" spc="-5" dirty="0">
                <a:latin typeface="Times New Roman"/>
                <a:cs typeface="Times New Roman"/>
              </a:rPr>
              <a:t>data can</a:t>
            </a:r>
            <a:r>
              <a:rPr sz="1200" dirty="0">
                <a:latin typeface="Times New Roman"/>
                <a:cs typeface="Times New Roman"/>
              </a:rPr>
              <a:t> be</a:t>
            </a:r>
            <a:r>
              <a:rPr sz="1200" spc="-20" dirty="0">
                <a:latin typeface="Times New Roman"/>
                <a:cs typeface="Times New Roman"/>
              </a:rPr>
              <a:t> </a:t>
            </a:r>
            <a:r>
              <a:rPr sz="1200" spc="-5" dirty="0">
                <a:latin typeface="Times New Roman"/>
                <a:cs typeface="Times New Roman"/>
              </a:rPr>
              <a:t>accessed</a:t>
            </a:r>
            <a:r>
              <a:rPr sz="1200" spc="25" dirty="0">
                <a:latin typeface="Times New Roman"/>
                <a:cs typeface="Times New Roman"/>
              </a:rPr>
              <a:t> </a:t>
            </a:r>
            <a:r>
              <a:rPr sz="1200" spc="-5" dirty="0">
                <a:latin typeface="Times New Roman"/>
                <a:cs typeface="Times New Roman"/>
              </a:rPr>
              <a:t>subject</a:t>
            </a:r>
            <a:r>
              <a:rPr sz="1200" dirty="0">
                <a:latin typeface="Times New Roman"/>
                <a:cs typeface="Times New Roman"/>
              </a:rPr>
              <a:t> to</a:t>
            </a:r>
            <a:r>
              <a:rPr sz="1200" spc="-25" dirty="0">
                <a:latin typeface="Times New Roman"/>
                <a:cs typeface="Times New Roman"/>
              </a:rPr>
              <a:t> </a:t>
            </a:r>
            <a:r>
              <a:rPr sz="1200" dirty="0">
                <a:latin typeface="Times New Roman"/>
                <a:cs typeface="Times New Roman"/>
              </a:rPr>
              <a:t>some</a:t>
            </a:r>
            <a:r>
              <a:rPr sz="1200" spc="-15" dirty="0">
                <a:latin typeface="Times New Roman"/>
                <a:cs typeface="Times New Roman"/>
              </a:rPr>
              <a:t> condition.</a:t>
            </a:r>
            <a:endParaRPr sz="1200">
              <a:latin typeface="Times New Roman"/>
              <a:cs typeface="Times New Roman"/>
            </a:endParaRPr>
          </a:p>
          <a:p>
            <a:pPr>
              <a:lnSpc>
                <a:spcPct val="100000"/>
              </a:lnSpc>
              <a:spcBef>
                <a:spcPts val="35"/>
              </a:spcBef>
            </a:pPr>
            <a:endParaRPr sz="1400">
              <a:latin typeface="Times New Roman"/>
              <a:cs typeface="Times New Roman"/>
            </a:endParaRPr>
          </a:p>
          <a:p>
            <a:pPr marL="478790" indent="-227965" algn="just">
              <a:lnSpc>
                <a:spcPct val="100000"/>
              </a:lnSpc>
              <a:buAutoNum type="arabicPeriod" startAt="8"/>
              <a:tabLst>
                <a:tab pos="479425" algn="l"/>
              </a:tabLst>
            </a:pPr>
            <a:r>
              <a:rPr sz="1200" b="1" spc="-5" dirty="0">
                <a:latin typeface="Times New Roman"/>
                <a:cs typeface="Times New Roman"/>
              </a:rPr>
              <a:t>Cost</a:t>
            </a:r>
            <a:r>
              <a:rPr sz="1200" b="1" spc="-45" dirty="0">
                <a:latin typeface="Times New Roman"/>
                <a:cs typeface="Times New Roman"/>
              </a:rPr>
              <a:t> </a:t>
            </a:r>
            <a:r>
              <a:rPr sz="1200" b="1" spc="-15" dirty="0">
                <a:latin typeface="Times New Roman"/>
                <a:cs typeface="Times New Roman"/>
              </a:rPr>
              <a:t>Optimum</a:t>
            </a:r>
            <a:endParaRPr sz="1200">
              <a:latin typeface="Times New Roman"/>
              <a:cs typeface="Times New Roman"/>
            </a:endParaRPr>
          </a:p>
          <a:p>
            <a:pPr marL="12700" marR="5080" indent="457200" algn="just">
              <a:lnSpc>
                <a:spcPct val="155000"/>
              </a:lnSpc>
              <a:spcBef>
                <a:spcPts val="530"/>
              </a:spcBef>
            </a:pPr>
            <a:r>
              <a:rPr sz="1200" dirty="0">
                <a:latin typeface="Times New Roman"/>
                <a:cs typeface="Times New Roman"/>
              </a:rPr>
              <a:t>The implementation of a computer </a:t>
            </a:r>
            <a:r>
              <a:rPr sz="1200" spc="-5" dirty="0">
                <a:latin typeface="Times New Roman"/>
                <a:cs typeface="Times New Roman"/>
              </a:rPr>
              <a:t>system results </a:t>
            </a:r>
            <a:r>
              <a:rPr sz="1200" dirty="0">
                <a:latin typeface="Times New Roman"/>
                <a:cs typeface="Times New Roman"/>
              </a:rPr>
              <a:t>in optimizing the overall </a:t>
            </a:r>
            <a:r>
              <a:rPr sz="1200" spc="-10" dirty="0">
                <a:latin typeface="Times New Roman"/>
                <a:cs typeface="Times New Roman"/>
              </a:rPr>
              <a:t>expense </a:t>
            </a:r>
            <a:r>
              <a:rPr sz="1200" spc="-5" dirty="0">
                <a:latin typeface="Times New Roman"/>
                <a:cs typeface="Times New Roman"/>
              </a:rPr>
              <a:t> associates</a:t>
            </a:r>
            <a:r>
              <a:rPr sz="1200" spc="-2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manual</a:t>
            </a:r>
            <a:r>
              <a:rPr sz="120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p:txBody>
      </p:sp>
      <p:sp>
        <p:nvSpPr>
          <p:cNvPr id="6" name="object 6"/>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565654" y="5049774"/>
            <a:ext cx="270383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4.</a:t>
            </a:r>
            <a:r>
              <a:rPr sz="1600" b="1" spc="-50" dirty="0">
                <a:latin typeface="Times New Roman"/>
                <a:cs typeface="Times New Roman"/>
              </a:rPr>
              <a:t> </a:t>
            </a:r>
            <a:r>
              <a:rPr sz="1600" b="1" spc="-5" dirty="0">
                <a:latin typeface="Times New Roman"/>
                <a:cs typeface="Times New Roman"/>
              </a:rPr>
              <a:t>SYSTEM</a:t>
            </a:r>
            <a:r>
              <a:rPr sz="1600" b="1" spc="-50" dirty="0">
                <a:latin typeface="Times New Roman"/>
                <a:cs typeface="Times New Roman"/>
              </a:rPr>
              <a:t> </a:t>
            </a:r>
            <a:r>
              <a:rPr sz="1600" b="1" spc="-15" dirty="0">
                <a:latin typeface="Times New Roman"/>
                <a:cs typeface="Times New Roman"/>
              </a:rPr>
              <a:t>SPECIFICATION</a:t>
            </a:r>
            <a:endParaRPr sz="1600">
              <a:latin typeface="Times New Roman"/>
              <a:cs typeface="Times New Roman"/>
            </a:endParaRPr>
          </a:p>
        </p:txBody>
      </p:sp>
      <p:sp>
        <p:nvSpPr>
          <p:cNvPr id="6" name="object 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155063" y="3200781"/>
            <a:ext cx="1583690" cy="827405"/>
          </a:xfrm>
          <a:prstGeom prst="rect">
            <a:avLst/>
          </a:prstGeom>
        </p:spPr>
        <p:txBody>
          <a:bodyPr vert="horz" wrap="square" lIns="0" tIns="88900" rIns="0" bIns="0" rtlCol="0">
            <a:spAutoFit/>
          </a:bodyPr>
          <a:lstStyle/>
          <a:p>
            <a:pPr marL="12700">
              <a:lnSpc>
                <a:spcPct val="100000"/>
              </a:lnSpc>
              <a:spcBef>
                <a:spcPts val="700"/>
              </a:spcBef>
            </a:pPr>
            <a:r>
              <a:rPr sz="1200" dirty="0">
                <a:latin typeface="Times New Roman"/>
                <a:cs typeface="Times New Roman"/>
              </a:rPr>
              <a:t>:</a:t>
            </a:r>
            <a:r>
              <a:rPr sz="1200" spc="-35" dirty="0">
                <a:latin typeface="Times New Roman"/>
                <a:cs typeface="Times New Roman"/>
              </a:rPr>
              <a:t> </a:t>
            </a:r>
            <a:r>
              <a:rPr sz="1200" spc="-10" dirty="0">
                <a:latin typeface="Times New Roman"/>
                <a:cs typeface="Times New Roman"/>
              </a:rPr>
              <a:t>PENTIUM</a:t>
            </a:r>
            <a:r>
              <a:rPr sz="1200" spc="-5" dirty="0">
                <a:latin typeface="Times New Roman"/>
                <a:cs typeface="Times New Roman"/>
              </a:rPr>
              <a:t> </a:t>
            </a:r>
            <a:r>
              <a:rPr sz="1200" spc="-20" dirty="0">
                <a:latin typeface="Times New Roman"/>
                <a:cs typeface="Times New Roman"/>
              </a:rPr>
              <a:t>III</a:t>
            </a:r>
            <a:r>
              <a:rPr sz="1200" spc="5" dirty="0">
                <a:latin typeface="Times New Roman"/>
                <a:cs typeface="Times New Roman"/>
              </a:rPr>
              <a:t> </a:t>
            </a:r>
            <a:r>
              <a:rPr sz="1200" spc="-15" dirty="0">
                <a:latin typeface="Times New Roman"/>
                <a:cs typeface="Times New Roman"/>
              </a:rPr>
              <a:t>Processor</a:t>
            </a:r>
            <a:endParaRPr sz="1200">
              <a:latin typeface="Times New Roman"/>
              <a:cs typeface="Times New Roman"/>
            </a:endParaRPr>
          </a:p>
          <a:p>
            <a:pPr marL="38100">
              <a:lnSpc>
                <a:spcPct val="100000"/>
              </a:lnSpc>
              <a:spcBef>
                <a:spcPts val="600"/>
              </a:spcBef>
            </a:pP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128</a:t>
            </a:r>
            <a:r>
              <a:rPr sz="1200" spc="-40" dirty="0">
                <a:latin typeface="Times New Roman"/>
                <a:cs typeface="Times New Roman"/>
              </a:rPr>
              <a:t> </a:t>
            </a:r>
            <a:r>
              <a:rPr sz="1200" spc="-30" dirty="0">
                <a:latin typeface="Times New Roman"/>
                <a:cs typeface="Times New Roman"/>
              </a:rPr>
              <a:t>MB</a:t>
            </a:r>
            <a:endParaRPr sz="1200">
              <a:latin typeface="Times New Roman"/>
              <a:cs typeface="Times New Roman"/>
            </a:endParaRPr>
          </a:p>
          <a:p>
            <a:pPr marL="50800">
              <a:lnSpc>
                <a:spcPct val="100000"/>
              </a:lnSpc>
              <a:spcBef>
                <a:spcPts val="790"/>
              </a:spcBef>
            </a:pPr>
            <a:r>
              <a:rPr sz="1200" dirty="0">
                <a:latin typeface="Times New Roman"/>
                <a:cs typeface="Times New Roman"/>
              </a:rPr>
              <a:t>:</a:t>
            </a:r>
            <a:r>
              <a:rPr sz="1200" spc="-50" dirty="0">
                <a:latin typeface="Times New Roman"/>
                <a:cs typeface="Times New Roman"/>
              </a:rPr>
              <a:t> </a:t>
            </a:r>
            <a:r>
              <a:rPr sz="1200" spc="-15" dirty="0">
                <a:latin typeface="Times New Roman"/>
                <a:cs typeface="Times New Roman"/>
              </a:rPr>
              <a:t>512KB</a:t>
            </a:r>
            <a:endParaRPr sz="1200">
              <a:latin typeface="Times New Roman"/>
              <a:cs typeface="Times New Roman"/>
            </a:endParaRPr>
          </a:p>
        </p:txBody>
      </p:sp>
      <p:sp>
        <p:nvSpPr>
          <p:cNvPr id="6" name="object 6"/>
          <p:cNvSpPr txBox="1"/>
          <p:nvPr/>
        </p:nvSpPr>
        <p:spPr>
          <a:xfrm>
            <a:off x="2206879" y="4274499"/>
            <a:ext cx="2512060" cy="727710"/>
          </a:xfrm>
          <a:prstGeom prst="rect">
            <a:avLst/>
          </a:prstGeom>
        </p:spPr>
        <p:txBody>
          <a:bodyPr vert="horz" wrap="square" lIns="0" tIns="51435" rIns="0" bIns="0" rtlCol="0">
            <a:spAutoFit/>
          </a:bodyPr>
          <a:lstStyle/>
          <a:p>
            <a:pPr marL="12700">
              <a:lnSpc>
                <a:spcPct val="100000"/>
              </a:lnSpc>
              <a:spcBef>
                <a:spcPts val="405"/>
              </a:spcBef>
            </a:pPr>
            <a:r>
              <a:rPr sz="1200" spc="-15" dirty="0">
                <a:latin typeface="Times New Roman"/>
                <a:cs typeface="Times New Roman"/>
              </a:rPr>
              <a:t>:4.3GB</a:t>
            </a:r>
            <a:endParaRPr sz="1200">
              <a:latin typeface="Times New Roman"/>
              <a:cs typeface="Times New Roman"/>
            </a:endParaRPr>
          </a:p>
          <a:p>
            <a:pPr marL="12700">
              <a:lnSpc>
                <a:spcPct val="100000"/>
              </a:lnSpc>
              <a:spcBef>
                <a:spcPts val="300"/>
              </a:spcBef>
            </a:pP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15”</a:t>
            </a:r>
            <a:r>
              <a:rPr sz="1200" spc="-25" dirty="0">
                <a:latin typeface="Times New Roman"/>
                <a:cs typeface="Times New Roman"/>
              </a:rPr>
              <a:t> </a:t>
            </a:r>
            <a:r>
              <a:rPr sz="1200" spc="-15" dirty="0">
                <a:latin typeface="Times New Roman"/>
                <a:cs typeface="Times New Roman"/>
              </a:rPr>
              <a:t>Monitor</a:t>
            </a:r>
            <a:endParaRPr sz="1200">
              <a:latin typeface="Times New Roman"/>
              <a:cs typeface="Times New Roman"/>
            </a:endParaRPr>
          </a:p>
          <a:p>
            <a:pPr marL="12700">
              <a:lnSpc>
                <a:spcPct val="100000"/>
              </a:lnSpc>
              <a:spcBef>
                <a:spcPts val="600"/>
              </a:spcBef>
            </a:pPr>
            <a:r>
              <a:rPr sz="1200" dirty="0">
                <a:latin typeface="Times New Roman"/>
                <a:cs typeface="Times New Roman"/>
              </a:rPr>
              <a:t>:Standard</a:t>
            </a:r>
            <a:r>
              <a:rPr sz="1200" spc="-50" dirty="0">
                <a:latin typeface="Times New Roman"/>
                <a:cs typeface="Times New Roman"/>
              </a:rPr>
              <a:t> </a:t>
            </a:r>
            <a:r>
              <a:rPr sz="1200" dirty="0">
                <a:latin typeface="Times New Roman"/>
                <a:cs typeface="Times New Roman"/>
              </a:rPr>
              <a:t>108</a:t>
            </a:r>
            <a:r>
              <a:rPr sz="1200" spc="-30" dirty="0">
                <a:latin typeface="Times New Roman"/>
                <a:cs typeface="Times New Roman"/>
              </a:rPr>
              <a:t> </a:t>
            </a:r>
            <a:r>
              <a:rPr sz="1200" spc="-15" dirty="0">
                <a:latin typeface="Times New Roman"/>
                <a:cs typeface="Times New Roman"/>
              </a:rPr>
              <a:t>keys</a:t>
            </a:r>
            <a:r>
              <a:rPr sz="1200" spc="-5" dirty="0">
                <a:latin typeface="Times New Roman"/>
                <a:cs typeface="Times New Roman"/>
              </a:rPr>
              <a:t> Enhanced</a:t>
            </a:r>
            <a:r>
              <a:rPr sz="1200" spc="5" dirty="0">
                <a:latin typeface="Times New Roman"/>
                <a:cs typeface="Times New Roman"/>
              </a:rPr>
              <a:t> </a:t>
            </a:r>
            <a:r>
              <a:rPr sz="1200" spc="-5" dirty="0">
                <a:latin typeface="Times New Roman"/>
                <a:cs typeface="Times New Roman"/>
              </a:rPr>
              <a:t>Key</a:t>
            </a:r>
            <a:r>
              <a:rPr sz="1200" spc="-30" dirty="0">
                <a:latin typeface="Times New Roman"/>
                <a:cs typeface="Times New Roman"/>
              </a:rPr>
              <a:t> </a:t>
            </a:r>
            <a:r>
              <a:rPr sz="1200" spc="-20" dirty="0">
                <a:latin typeface="Times New Roman"/>
                <a:cs typeface="Times New Roman"/>
              </a:rPr>
              <a:t>Board</a:t>
            </a:r>
            <a:endParaRPr sz="1200">
              <a:latin typeface="Times New Roman"/>
              <a:cs typeface="Times New Roman"/>
            </a:endParaRPr>
          </a:p>
        </p:txBody>
      </p:sp>
      <p:sp>
        <p:nvSpPr>
          <p:cNvPr id="7" name="object 7"/>
          <p:cNvSpPr txBox="1"/>
          <p:nvPr/>
        </p:nvSpPr>
        <p:spPr>
          <a:xfrm>
            <a:off x="2438526" y="6359779"/>
            <a:ext cx="37846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P</a:t>
            </a:r>
            <a:r>
              <a:rPr sz="1200" spc="-35" dirty="0">
                <a:latin typeface="Times New Roman"/>
                <a:cs typeface="Times New Roman"/>
              </a:rPr>
              <a:t>H</a:t>
            </a:r>
            <a:r>
              <a:rPr sz="1200" spc="-5" dirty="0">
                <a:latin typeface="Times New Roman"/>
                <a:cs typeface="Times New Roman"/>
              </a:rPr>
              <a:t>P</a:t>
            </a:r>
            <a:endParaRPr sz="1200">
              <a:latin typeface="Times New Roman"/>
              <a:cs typeface="Times New Roman"/>
            </a:endParaRPr>
          </a:p>
        </p:txBody>
      </p:sp>
      <p:sp>
        <p:nvSpPr>
          <p:cNvPr id="8" name="object 8"/>
          <p:cNvSpPr txBox="1"/>
          <p:nvPr/>
        </p:nvSpPr>
        <p:spPr>
          <a:xfrm>
            <a:off x="1220216" y="3237739"/>
            <a:ext cx="708660" cy="775335"/>
          </a:xfrm>
          <a:prstGeom prst="rect">
            <a:avLst/>
          </a:prstGeom>
        </p:spPr>
        <p:txBody>
          <a:bodyPr vert="horz" wrap="square" lIns="0" tIns="74930" rIns="0" bIns="0" rtlCol="0">
            <a:spAutoFit/>
          </a:bodyPr>
          <a:lstStyle/>
          <a:p>
            <a:pPr marL="165100" indent="-152400">
              <a:lnSpc>
                <a:spcPct val="100000"/>
              </a:lnSpc>
              <a:spcBef>
                <a:spcPts val="590"/>
              </a:spcBef>
              <a:buAutoNum type="arabicPeriod"/>
              <a:tabLst>
                <a:tab pos="165100" algn="l"/>
              </a:tabLst>
            </a:pPr>
            <a:r>
              <a:rPr sz="1200" spc="-20" dirty="0">
                <a:latin typeface="Times New Roman"/>
                <a:cs typeface="Times New Roman"/>
              </a:rPr>
              <a:t>CPU</a:t>
            </a:r>
            <a:endParaRPr sz="1200">
              <a:latin typeface="Times New Roman"/>
              <a:cs typeface="Times New Roman"/>
            </a:endParaRPr>
          </a:p>
          <a:p>
            <a:pPr marL="178435" indent="-153035">
              <a:lnSpc>
                <a:spcPct val="100000"/>
              </a:lnSpc>
              <a:spcBef>
                <a:spcPts val="490"/>
              </a:spcBef>
              <a:buAutoNum type="arabicPeriod"/>
              <a:tabLst>
                <a:tab pos="179070" algn="l"/>
              </a:tabLst>
            </a:pPr>
            <a:r>
              <a:rPr sz="1200" spc="-20" dirty="0">
                <a:latin typeface="Times New Roman"/>
                <a:cs typeface="Times New Roman"/>
              </a:rPr>
              <a:t>Me</a:t>
            </a:r>
            <a:r>
              <a:rPr sz="1200" spc="-10" dirty="0">
                <a:latin typeface="Times New Roman"/>
                <a:cs typeface="Times New Roman"/>
              </a:rPr>
              <a:t>m</a:t>
            </a:r>
            <a:r>
              <a:rPr sz="1200" spc="-15" dirty="0">
                <a:latin typeface="Times New Roman"/>
                <a:cs typeface="Times New Roman"/>
              </a:rPr>
              <a:t>o</a:t>
            </a:r>
            <a:r>
              <a:rPr sz="1200" spc="-20" dirty="0">
                <a:latin typeface="Times New Roman"/>
                <a:cs typeface="Times New Roman"/>
              </a:rPr>
              <a:t>r</a:t>
            </a:r>
            <a:r>
              <a:rPr sz="1200" dirty="0">
                <a:latin typeface="Times New Roman"/>
                <a:cs typeface="Times New Roman"/>
              </a:rPr>
              <a:t>y</a:t>
            </a:r>
            <a:endParaRPr sz="1200">
              <a:latin typeface="Times New Roman"/>
              <a:cs typeface="Times New Roman"/>
            </a:endParaRPr>
          </a:p>
          <a:p>
            <a:pPr marL="190500" indent="-153035">
              <a:lnSpc>
                <a:spcPct val="100000"/>
              </a:lnSpc>
              <a:spcBef>
                <a:spcPts val="600"/>
              </a:spcBef>
              <a:buAutoNum type="arabicPeriod"/>
              <a:tabLst>
                <a:tab pos="191135" algn="l"/>
              </a:tabLst>
            </a:pPr>
            <a:r>
              <a:rPr sz="1200" spc="-15" dirty="0">
                <a:latin typeface="Times New Roman"/>
                <a:cs typeface="Times New Roman"/>
              </a:rPr>
              <a:t>Cache</a:t>
            </a:r>
            <a:endParaRPr sz="1200">
              <a:latin typeface="Times New Roman"/>
              <a:cs typeface="Times New Roman"/>
            </a:endParaRPr>
          </a:p>
        </p:txBody>
      </p:sp>
      <p:sp>
        <p:nvSpPr>
          <p:cNvPr id="9" name="object 9"/>
          <p:cNvSpPr txBox="1"/>
          <p:nvPr/>
        </p:nvSpPr>
        <p:spPr>
          <a:xfrm>
            <a:off x="1233932" y="4078605"/>
            <a:ext cx="15608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a:t>
            </a:r>
            <a:r>
              <a:rPr sz="1200" spc="-10" dirty="0">
                <a:latin typeface="Times New Roman"/>
                <a:cs typeface="Times New Roman"/>
              </a:rPr>
              <a:t> </a:t>
            </a:r>
            <a:r>
              <a:rPr sz="1200" spc="-5" dirty="0">
                <a:latin typeface="Times New Roman"/>
                <a:cs typeface="Times New Roman"/>
              </a:rPr>
              <a:t>Floppy</a:t>
            </a:r>
            <a:r>
              <a:rPr sz="1200" spc="-10" dirty="0">
                <a:latin typeface="Times New Roman"/>
                <a:cs typeface="Times New Roman"/>
              </a:rPr>
              <a:t> </a:t>
            </a:r>
            <a:r>
              <a:rPr sz="1200" spc="-25" dirty="0">
                <a:latin typeface="Times New Roman"/>
                <a:cs typeface="Times New Roman"/>
              </a:rPr>
              <a:t>Disk</a:t>
            </a:r>
            <a:r>
              <a:rPr sz="1200" spc="14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spc="-15" dirty="0">
                <a:latin typeface="Times New Roman"/>
                <a:cs typeface="Times New Roman"/>
              </a:rPr>
              <a:t>1.44MB</a:t>
            </a:r>
            <a:endParaRPr sz="1200">
              <a:latin typeface="Times New Roman"/>
              <a:cs typeface="Times New Roman"/>
            </a:endParaRPr>
          </a:p>
        </p:txBody>
      </p:sp>
      <p:sp>
        <p:nvSpPr>
          <p:cNvPr id="10" name="object 10"/>
          <p:cNvSpPr txBox="1"/>
          <p:nvPr/>
        </p:nvSpPr>
        <p:spPr>
          <a:xfrm>
            <a:off x="1233932" y="4284980"/>
            <a:ext cx="833119" cy="714375"/>
          </a:xfrm>
          <a:prstGeom prst="rect">
            <a:avLst/>
          </a:prstGeom>
        </p:spPr>
        <p:txBody>
          <a:bodyPr vert="horz" wrap="square" lIns="0" tIns="50800" rIns="0" bIns="0" rtlCol="0">
            <a:spAutoFit/>
          </a:bodyPr>
          <a:lstStyle/>
          <a:p>
            <a:pPr marL="177165" indent="-153035">
              <a:lnSpc>
                <a:spcPct val="100000"/>
              </a:lnSpc>
              <a:spcBef>
                <a:spcPts val="400"/>
              </a:spcBef>
              <a:buAutoNum type="arabicPeriod" startAt="5"/>
              <a:tabLst>
                <a:tab pos="177800" algn="l"/>
              </a:tabLst>
            </a:pPr>
            <a:r>
              <a:rPr sz="1200" spc="-5" dirty="0">
                <a:latin typeface="Times New Roman"/>
                <a:cs typeface="Times New Roman"/>
              </a:rPr>
              <a:t>Hard</a:t>
            </a:r>
            <a:r>
              <a:rPr sz="1200" spc="-65" dirty="0">
                <a:latin typeface="Times New Roman"/>
                <a:cs typeface="Times New Roman"/>
              </a:rPr>
              <a:t> </a:t>
            </a:r>
            <a:r>
              <a:rPr sz="1200" spc="-20" dirty="0">
                <a:latin typeface="Times New Roman"/>
                <a:cs typeface="Times New Roman"/>
              </a:rPr>
              <a:t>Disk</a:t>
            </a:r>
            <a:endParaRPr sz="1200">
              <a:latin typeface="Times New Roman"/>
              <a:cs typeface="Times New Roman"/>
            </a:endParaRPr>
          </a:p>
          <a:p>
            <a:pPr marL="165100" indent="-152400">
              <a:lnSpc>
                <a:spcPct val="100000"/>
              </a:lnSpc>
              <a:spcBef>
                <a:spcPts val="300"/>
              </a:spcBef>
              <a:buAutoNum type="arabicPeriod" startAt="5"/>
              <a:tabLst>
                <a:tab pos="165100" algn="l"/>
              </a:tabLst>
            </a:pPr>
            <a:r>
              <a:rPr sz="1200" spc="-15" dirty="0">
                <a:latin typeface="Times New Roman"/>
                <a:cs typeface="Times New Roman"/>
              </a:rPr>
              <a:t>Display</a:t>
            </a:r>
            <a:endParaRPr sz="1200">
              <a:latin typeface="Times New Roman"/>
              <a:cs typeface="Times New Roman"/>
            </a:endParaRPr>
          </a:p>
          <a:p>
            <a:pPr marL="165100" indent="-152400">
              <a:lnSpc>
                <a:spcPct val="100000"/>
              </a:lnSpc>
              <a:spcBef>
                <a:spcPts val="500"/>
              </a:spcBef>
              <a:buAutoNum type="arabicPeriod" startAt="5"/>
              <a:tabLst>
                <a:tab pos="165100" algn="l"/>
              </a:tabLst>
            </a:pPr>
            <a:r>
              <a:rPr sz="1200" spc="-5" dirty="0">
                <a:latin typeface="Times New Roman"/>
                <a:cs typeface="Times New Roman"/>
              </a:rPr>
              <a:t>K</a:t>
            </a:r>
            <a:r>
              <a:rPr sz="1200" spc="-15" dirty="0">
                <a:latin typeface="Times New Roman"/>
                <a:cs typeface="Times New Roman"/>
              </a:rPr>
              <a:t>e</a:t>
            </a:r>
            <a:r>
              <a:rPr sz="1200" dirty="0">
                <a:latin typeface="Times New Roman"/>
                <a:cs typeface="Times New Roman"/>
              </a:rPr>
              <a:t>y</a:t>
            </a:r>
            <a:r>
              <a:rPr sz="1200" spc="-15" dirty="0">
                <a:latin typeface="Times New Roman"/>
                <a:cs typeface="Times New Roman"/>
              </a:rPr>
              <a:t> </a:t>
            </a:r>
            <a:r>
              <a:rPr sz="1200" spc="-20" dirty="0">
                <a:latin typeface="Times New Roman"/>
                <a:cs typeface="Times New Roman"/>
              </a:rPr>
              <a:t>B</a:t>
            </a:r>
            <a:r>
              <a:rPr sz="1200" spc="-10" dirty="0">
                <a:latin typeface="Times New Roman"/>
                <a:cs typeface="Times New Roman"/>
              </a:rPr>
              <a:t>o</a:t>
            </a:r>
            <a:r>
              <a:rPr sz="1200" spc="-15" dirty="0">
                <a:latin typeface="Times New Roman"/>
                <a:cs typeface="Times New Roman"/>
              </a:rPr>
              <a:t>ar</a:t>
            </a:r>
            <a:r>
              <a:rPr sz="1200" dirty="0">
                <a:latin typeface="Times New Roman"/>
                <a:cs typeface="Times New Roman"/>
              </a:rPr>
              <a:t>d</a:t>
            </a:r>
            <a:endParaRPr sz="1200">
              <a:latin typeface="Times New Roman"/>
              <a:cs typeface="Times New Roman"/>
            </a:endParaRPr>
          </a:p>
        </p:txBody>
      </p:sp>
      <p:sp>
        <p:nvSpPr>
          <p:cNvPr id="11" name="object 11"/>
          <p:cNvSpPr txBox="1"/>
          <p:nvPr/>
        </p:nvSpPr>
        <p:spPr>
          <a:xfrm>
            <a:off x="1040993" y="4997958"/>
            <a:ext cx="3162300" cy="1260475"/>
          </a:xfrm>
          <a:prstGeom prst="rect">
            <a:avLst/>
          </a:prstGeom>
        </p:spPr>
        <p:txBody>
          <a:bodyPr vert="horz" wrap="square" lIns="0" tIns="12700" rIns="0" bIns="0" rtlCol="0">
            <a:spAutoFit/>
          </a:bodyPr>
          <a:lstStyle/>
          <a:p>
            <a:pPr marL="200660">
              <a:lnSpc>
                <a:spcPct val="100000"/>
              </a:lnSpc>
              <a:spcBef>
                <a:spcPts val="100"/>
              </a:spcBef>
            </a:pPr>
            <a:r>
              <a:rPr sz="1200" dirty="0">
                <a:latin typeface="Times New Roman"/>
                <a:cs typeface="Times New Roman"/>
              </a:rPr>
              <a:t>8.</a:t>
            </a:r>
            <a:r>
              <a:rPr sz="1200" spc="-25" dirty="0">
                <a:latin typeface="Times New Roman"/>
                <a:cs typeface="Times New Roman"/>
              </a:rPr>
              <a:t> </a:t>
            </a:r>
            <a:r>
              <a:rPr sz="1200" spc="-5" dirty="0">
                <a:latin typeface="Times New Roman"/>
                <a:cs typeface="Times New Roman"/>
              </a:rPr>
              <a:t>Mouse</a:t>
            </a:r>
            <a:r>
              <a:rPr sz="1200" spc="-20" dirty="0">
                <a:latin typeface="Times New Roman"/>
                <a:cs typeface="Times New Roman"/>
              </a:rPr>
              <a:t> </a:t>
            </a:r>
            <a:r>
              <a:rPr sz="1200" spc="-5" dirty="0">
                <a:latin typeface="Times New Roman"/>
                <a:cs typeface="Times New Roman"/>
              </a:rPr>
              <a:t>:MS</a:t>
            </a:r>
            <a:r>
              <a:rPr sz="1200" spc="-25" dirty="0">
                <a:latin typeface="Times New Roman"/>
                <a:cs typeface="Times New Roman"/>
              </a:rPr>
              <a:t> </a:t>
            </a:r>
            <a:r>
              <a:rPr sz="1200" spc="-5" dirty="0">
                <a:latin typeface="Times New Roman"/>
                <a:cs typeface="Times New Roman"/>
              </a:rPr>
              <a:t>Serial </a:t>
            </a:r>
            <a:r>
              <a:rPr sz="1200" spc="-15" dirty="0">
                <a:latin typeface="Times New Roman"/>
                <a:cs typeface="Times New Roman"/>
              </a:rPr>
              <a:t>Mouse</a:t>
            </a:r>
            <a:endParaRPr sz="1200">
              <a:latin typeface="Times New Roman"/>
              <a:cs typeface="Times New Roman"/>
            </a:endParaRPr>
          </a:p>
          <a:p>
            <a:pPr>
              <a:lnSpc>
                <a:spcPct val="100000"/>
              </a:lnSpc>
            </a:pPr>
            <a:endParaRPr sz="1300">
              <a:latin typeface="Times New Roman"/>
              <a:cs typeface="Times New Roman"/>
            </a:endParaRPr>
          </a:p>
          <a:p>
            <a:pPr>
              <a:lnSpc>
                <a:spcPct val="100000"/>
              </a:lnSpc>
              <a:spcBef>
                <a:spcPts val="10"/>
              </a:spcBef>
            </a:pPr>
            <a:endParaRPr sz="1450">
              <a:latin typeface="Times New Roman"/>
              <a:cs typeface="Times New Roman"/>
            </a:endParaRPr>
          </a:p>
          <a:p>
            <a:pPr marL="280035" lvl="1" indent="-267970">
              <a:lnSpc>
                <a:spcPct val="100000"/>
              </a:lnSpc>
              <a:buAutoNum type="arabicPeriod" startAt="2"/>
              <a:tabLst>
                <a:tab pos="280670" algn="l"/>
              </a:tabLst>
            </a:pPr>
            <a:r>
              <a:rPr sz="1400" b="1" dirty="0">
                <a:latin typeface="Times New Roman"/>
                <a:cs typeface="Times New Roman"/>
              </a:rPr>
              <a:t>Software</a:t>
            </a:r>
            <a:r>
              <a:rPr sz="1400" b="1" spc="-70" dirty="0">
                <a:latin typeface="Times New Roman"/>
                <a:cs typeface="Times New Roman"/>
              </a:rPr>
              <a:t> </a:t>
            </a:r>
            <a:r>
              <a:rPr sz="1400" b="1" spc="-15" dirty="0">
                <a:latin typeface="Times New Roman"/>
                <a:cs typeface="Times New Roman"/>
              </a:rPr>
              <a:t>Requirement</a:t>
            </a:r>
            <a:endParaRPr sz="1400">
              <a:latin typeface="Times New Roman"/>
              <a:cs typeface="Times New Roman"/>
            </a:endParaRPr>
          </a:p>
          <a:p>
            <a:pPr lvl="1">
              <a:lnSpc>
                <a:spcPct val="100000"/>
              </a:lnSpc>
              <a:spcBef>
                <a:spcPts val="30"/>
              </a:spcBef>
              <a:buFont typeface="Times New Roman"/>
              <a:buAutoNum type="arabicPeriod" startAt="2"/>
            </a:pPr>
            <a:endParaRPr sz="1700">
              <a:latin typeface="Times New Roman"/>
              <a:cs typeface="Times New Roman"/>
            </a:endParaRPr>
          </a:p>
          <a:p>
            <a:pPr marL="302260" lvl="2" indent="-149860">
              <a:lnSpc>
                <a:spcPct val="100000"/>
              </a:lnSpc>
              <a:spcBef>
                <a:spcPts val="5"/>
              </a:spcBef>
              <a:buAutoNum type="arabicPeriod"/>
              <a:tabLst>
                <a:tab pos="302895" algn="l"/>
              </a:tabLst>
            </a:pPr>
            <a:r>
              <a:rPr sz="1200" spc="-5" dirty="0">
                <a:latin typeface="Times New Roman"/>
                <a:cs typeface="Times New Roman"/>
              </a:rPr>
              <a:t>Operating</a:t>
            </a:r>
            <a:r>
              <a:rPr sz="1200" spc="5"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dirty="0">
                <a:latin typeface="Times New Roman"/>
                <a:cs typeface="Times New Roman"/>
              </a:rPr>
              <a:t>Windows</a:t>
            </a:r>
            <a:r>
              <a:rPr sz="1200" spc="-40" dirty="0">
                <a:latin typeface="Times New Roman"/>
                <a:cs typeface="Times New Roman"/>
              </a:rPr>
              <a:t> </a:t>
            </a:r>
            <a:r>
              <a:rPr sz="1200" spc="-5" dirty="0">
                <a:latin typeface="Times New Roman"/>
                <a:cs typeface="Times New Roman"/>
              </a:rPr>
              <a:t>XP,</a:t>
            </a:r>
            <a:r>
              <a:rPr sz="1200" spc="-25" dirty="0">
                <a:latin typeface="Times New Roman"/>
                <a:cs typeface="Times New Roman"/>
              </a:rPr>
              <a:t> </a:t>
            </a:r>
            <a:r>
              <a:rPr sz="1200" dirty="0">
                <a:latin typeface="Times New Roman"/>
                <a:cs typeface="Times New Roman"/>
              </a:rPr>
              <a:t>7,</a:t>
            </a:r>
            <a:r>
              <a:rPr sz="1200" spc="-20" dirty="0">
                <a:latin typeface="Times New Roman"/>
                <a:cs typeface="Times New Roman"/>
              </a:rPr>
              <a:t> </a:t>
            </a:r>
            <a:r>
              <a:rPr sz="1200" dirty="0">
                <a:latin typeface="Times New Roman"/>
                <a:cs typeface="Times New Roman"/>
              </a:rPr>
              <a:t>8</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5" dirty="0">
                <a:latin typeface="Times New Roman"/>
                <a:cs typeface="Times New Roman"/>
              </a:rPr>
              <a:t>above</a:t>
            </a:r>
            <a:endParaRPr sz="1200">
              <a:latin typeface="Times New Roman"/>
              <a:cs typeface="Times New Roman"/>
            </a:endParaRPr>
          </a:p>
        </p:txBody>
      </p:sp>
      <p:sp>
        <p:nvSpPr>
          <p:cNvPr id="12" name="object 12"/>
          <p:cNvSpPr txBox="1"/>
          <p:nvPr/>
        </p:nvSpPr>
        <p:spPr>
          <a:xfrm>
            <a:off x="1193698" y="6385052"/>
            <a:ext cx="8255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a:t>
            </a:r>
            <a:r>
              <a:rPr sz="1200" spc="-40" dirty="0">
                <a:latin typeface="Times New Roman"/>
                <a:cs typeface="Times New Roman"/>
              </a:rPr>
              <a:t> </a:t>
            </a:r>
            <a:r>
              <a:rPr sz="1200" spc="-5" dirty="0">
                <a:latin typeface="Times New Roman"/>
                <a:cs typeface="Times New Roman"/>
              </a:rPr>
              <a:t>Front</a:t>
            </a:r>
            <a:r>
              <a:rPr sz="1200" spc="-25" dirty="0">
                <a:latin typeface="Times New Roman"/>
                <a:cs typeface="Times New Roman"/>
              </a:rPr>
              <a:t> </a:t>
            </a:r>
            <a:r>
              <a:rPr sz="1200" spc="-20" dirty="0">
                <a:latin typeface="Times New Roman"/>
                <a:cs typeface="Times New Roman"/>
              </a:rPr>
              <a:t>Tool</a:t>
            </a:r>
            <a:endParaRPr sz="1200">
              <a:latin typeface="Times New Roman"/>
              <a:cs typeface="Times New Roman"/>
            </a:endParaRPr>
          </a:p>
        </p:txBody>
      </p:sp>
      <p:sp>
        <p:nvSpPr>
          <p:cNvPr id="13" name="object 13"/>
          <p:cNvSpPr txBox="1"/>
          <p:nvPr/>
        </p:nvSpPr>
        <p:spPr>
          <a:xfrm>
            <a:off x="1206195" y="6715506"/>
            <a:ext cx="16643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a:t>
            </a:r>
            <a:r>
              <a:rPr sz="1200" spc="-45" dirty="0">
                <a:latin typeface="Times New Roman"/>
                <a:cs typeface="Times New Roman"/>
              </a:rPr>
              <a:t> </a:t>
            </a:r>
            <a:r>
              <a:rPr sz="1200" spc="-5" dirty="0">
                <a:latin typeface="Times New Roman"/>
                <a:cs typeface="Times New Roman"/>
              </a:rPr>
              <a:t>Back</a:t>
            </a:r>
            <a:r>
              <a:rPr sz="1200" spc="-15" dirty="0">
                <a:latin typeface="Times New Roman"/>
                <a:cs typeface="Times New Roman"/>
              </a:rPr>
              <a:t> </a:t>
            </a:r>
            <a:r>
              <a:rPr sz="1200" dirty="0">
                <a:latin typeface="Times New Roman"/>
                <a:cs typeface="Times New Roman"/>
              </a:rPr>
              <a:t>End</a:t>
            </a:r>
            <a:r>
              <a:rPr sz="1200" spc="-35" dirty="0">
                <a:latin typeface="Times New Roman"/>
                <a:cs typeface="Times New Roman"/>
              </a:rPr>
              <a:t> </a:t>
            </a:r>
            <a:r>
              <a:rPr sz="1200" dirty="0">
                <a:latin typeface="Times New Roman"/>
                <a:cs typeface="Times New Roman"/>
              </a:rPr>
              <a:t>Tool:</a:t>
            </a:r>
            <a:r>
              <a:rPr sz="1200" spc="-30" dirty="0">
                <a:latin typeface="Times New Roman"/>
                <a:cs typeface="Times New Roman"/>
              </a:rPr>
              <a:t> </a:t>
            </a:r>
            <a:r>
              <a:rPr sz="1200" spc="-20" dirty="0">
                <a:latin typeface="Times New Roman"/>
                <a:cs typeface="Times New Roman"/>
              </a:rPr>
              <a:t>MySQL</a:t>
            </a:r>
            <a:endParaRPr sz="1200">
              <a:latin typeface="Times New Roman"/>
              <a:cs typeface="Times New Roman"/>
            </a:endParaRPr>
          </a:p>
        </p:txBody>
      </p:sp>
      <p:sp>
        <p:nvSpPr>
          <p:cNvPr id="14" name="object 14"/>
          <p:cNvSpPr txBox="1"/>
          <p:nvPr/>
        </p:nvSpPr>
        <p:spPr>
          <a:xfrm>
            <a:off x="914196" y="1149858"/>
            <a:ext cx="5513070" cy="2060575"/>
          </a:xfrm>
          <a:prstGeom prst="rect">
            <a:avLst/>
          </a:prstGeom>
        </p:spPr>
        <p:txBody>
          <a:bodyPr vert="horz" wrap="square" lIns="0" tIns="12700" rIns="0" bIns="0" rtlCol="0">
            <a:spAutoFit/>
          </a:bodyPr>
          <a:lstStyle/>
          <a:p>
            <a:pPr marL="12700" algn="just">
              <a:lnSpc>
                <a:spcPct val="100000"/>
              </a:lnSpc>
              <a:spcBef>
                <a:spcPts val="100"/>
              </a:spcBef>
            </a:pPr>
            <a:r>
              <a:rPr sz="1400" b="1" dirty="0">
                <a:latin typeface="Times New Roman"/>
                <a:cs typeface="Times New Roman"/>
              </a:rPr>
              <a:t>4.1</a:t>
            </a:r>
            <a:r>
              <a:rPr sz="1400" b="1" spc="-35" dirty="0">
                <a:latin typeface="Times New Roman"/>
                <a:cs typeface="Times New Roman"/>
              </a:rPr>
              <a:t> </a:t>
            </a:r>
            <a:r>
              <a:rPr sz="1400" b="1" dirty="0">
                <a:latin typeface="Times New Roman"/>
                <a:cs typeface="Times New Roman"/>
              </a:rPr>
              <a:t>Hardware</a:t>
            </a:r>
            <a:r>
              <a:rPr sz="1400" b="1" spc="-35" dirty="0">
                <a:latin typeface="Times New Roman"/>
                <a:cs typeface="Times New Roman"/>
              </a:rPr>
              <a:t> </a:t>
            </a:r>
            <a:r>
              <a:rPr sz="1400" b="1" spc="-15" dirty="0">
                <a:latin typeface="Times New Roman"/>
                <a:cs typeface="Times New Roman"/>
              </a:rPr>
              <a:t>Requirement</a:t>
            </a:r>
            <a:endParaRPr sz="1400">
              <a:latin typeface="Times New Roman"/>
              <a:cs typeface="Times New Roman"/>
            </a:endParaRPr>
          </a:p>
          <a:p>
            <a:pPr marL="12700" marR="5080" algn="just">
              <a:lnSpc>
                <a:spcPct val="160000"/>
              </a:lnSpc>
              <a:spcBef>
                <a:spcPts val="515"/>
              </a:spcBef>
            </a:pPr>
            <a:r>
              <a:rPr sz="1200" dirty="0">
                <a:latin typeface="Times New Roman"/>
                <a:cs typeface="Times New Roman"/>
              </a:rPr>
              <a:t>The selection </a:t>
            </a:r>
            <a:r>
              <a:rPr sz="1200" spc="5" dirty="0">
                <a:latin typeface="Times New Roman"/>
                <a:cs typeface="Times New Roman"/>
              </a:rPr>
              <a:t>of </a:t>
            </a:r>
            <a:r>
              <a:rPr sz="1200" dirty="0">
                <a:latin typeface="Times New Roman"/>
                <a:cs typeface="Times New Roman"/>
              </a:rPr>
              <a:t>hardware </a:t>
            </a:r>
            <a:r>
              <a:rPr sz="1200" spc="-5" dirty="0">
                <a:latin typeface="Times New Roman"/>
                <a:cs typeface="Times New Roman"/>
              </a:rPr>
              <a:t>configuration is </a:t>
            </a:r>
            <a:r>
              <a:rPr sz="1200" dirty="0">
                <a:latin typeface="Times New Roman"/>
                <a:cs typeface="Times New Roman"/>
              </a:rPr>
              <a:t>a very important task related to the </a:t>
            </a:r>
            <a:r>
              <a:rPr sz="1200" spc="-10" dirty="0">
                <a:latin typeface="Times New Roman"/>
                <a:cs typeface="Times New Roman"/>
              </a:rPr>
              <a:t>software </a:t>
            </a:r>
            <a:r>
              <a:rPr sz="1200" spc="-5" dirty="0">
                <a:latin typeface="Times New Roman"/>
                <a:cs typeface="Times New Roman"/>
              </a:rPr>
              <a:t> </a:t>
            </a:r>
            <a:r>
              <a:rPr sz="1200" dirty="0">
                <a:latin typeface="Times New Roman"/>
                <a:cs typeface="Times New Roman"/>
              </a:rPr>
              <a:t>development,</a:t>
            </a:r>
            <a:r>
              <a:rPr sz="1200" spc="5" dirty="0">
                <a:latin typeface="Times New Roman"/>
                <a:cs typeface="Times New Roman"/>
              </a:rPr>
              <a:t> </a:t>
            </a:r>
            <a:r>
              <a:rPr sz="1200" dirty="0">
                <a:latin typeface="Times New Roman"/>
                <a:cs typeface="Times New Roman"/>
              </a:rPr>
              <a:t>particularly</a:t>
            </a:r>
            <a:r>
              <a:rPr sz="1200" spc="5" dirty="0">
                <a:latin typeface="Times New Roman"/>
                <a:cs typeface="Times New Roman"/>
              </a:rPr>
              <a:t> </a:t>
            </a:r>
            <a:r>
              <a:rPr sz="1200" dirty="0">
                <a:latin typeface="Times New Roman"/>
                <a:cs typeface="Times New Roman"/>
              </a:rPr>
              <a:t>inefficient</a:t>
            </a:r>
            <a:r>
              <a:rPr sz="1200" spc="5" dirty="0">
                <a:latin typeface="Times New Roman"/>
                <a:cs typeface="Times New Roman"/>
              </a:rPr>
              <a:t> </a:t>
            </a:r>
            <a:r>
              <a:rPr sz="1200" spc="-5" dirty="0">
                <a:latin typeface="Times New Roman"/>
                <a:cs typeface="Times New Roman"/>
              </a:rPr>
              <a:t>RAM</a:t>
            </a:r>
            <a:r>
              <a:rPr sz="1200" dirty="0">
                <a:latin typeface="Times New Roman"/>
                <a:cs typeface="Times New Roman"/>
              </a:rPr>
              <a:t> </a:t>
            </a:r>
            <a:r>
              <a:rPr sz="1200" spc="5" dirty="0">
                <a:latin typeface="Times New Roman"/>
                <a:cs typeface="Times New Roman"/>
              </a:rPr>
              <a:t>may</a:t>
            </a:r>
            <a:r>
              <a:rPr sz="1200" spc="10" dirty="0">
                <a:latin typeface="Times New Roman"/>
                <a:cs typeface="Times New Roman"/>
              </a:rPr>
              <a:t> </a:t>
            </a:r>
            <a:r>
              <a:rPr sz="1200" dirty="0">
                <a:latin typeface="Times New Roman"/>
                <a:cs typeface="Times New Roman"/>
              </a:rPr>
              <a:t>effect</a:t>
            </a:r>
            <a:r>
              <a:rPr sz="1200" spc="5" dirty="0">
                <a:latin typeface="Times New Roman"/>
                <a:cs typeface="Times New Roman"/>
              </a:rPr>
              <a:t> </a:t>
            </a:r>
            <a:r>
              <a:rPr sz="1200" dirty="0">
                <a:latin typeface="Times New Roman"/>
                <a:cs typeface="Times New Roman"/>
              </a:rPr>
              <a:t>adversely</a:t>
            </a:r>
            <a:r>
              <a:rPr sz="1200" spc="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speed</a:t>
            </a:r>
            <a:r>
              <a:rPr sz="1200" spc="5" dirty="0">
                <a:latin typeface="Times New Roman"/>
                <a:cs typeface="Times New Roman"/>
              </a:rPr>
              <a:t> </a:t>
            </a:r>
            <a:r>
              <a:rPr sz="1200" spc="-20" dirty="0">
                <a:latin typeface="Times New Roman"/>
                <a:cs typeface="Times New Roman"/>
              </a:rPr>
              <a:t>and </a:t>
            </a:r>
            <a:r>
              <a:rPr sz="1200" spc="-15" dirty="0">
                <a:latin typeface="Times New Roman"/>
                <a:cs typeface="Times New Roman"/>
              </a:rPr>
              <a:t> </a:t>
            </a:r>
            <a:r>
              <a:rPr sz="1200" dirty="0">
                <a:latin typeface="Times New Roman"/>
                <a:cs typeface="Times New Roman"/>
              </a:rPr>
              <a:t>corresponding on the efficiency of the entire </a:t>
            </a:r>
            <a:r>
              <a:rPr sz="1200" spc="-5" dirty="0">
                <a:latin typeface="Times New Roman"/>
                <a:cs typeface="Times New Roman"/>
              </a:rPr>
              <a:t>system. </a:t>
            </a:r>
            <a:r>
              <a:rPr sz="1200" dirty="0">
                <a:latin typeface="Times New Roman"/>
                <a:cs typeface="Times New Roman"/>
              </a:rPr>
              <a:t>The processor should be </a:t>
            </a:r>
            <a:r>
              <a:rPr sz="1200" spc="-5" dirty="0">
                <a:latin typeface="Times New Roman"/>
                <a:cs typeface="Times New Roman"/>
              </a:rPr>
              <a:t>powerful </a:t>
            </a:r>
            <a:r>
              <a:rPr sz="1200" spc="-25" dirty="0">
                <a:latin typeface="Times New Roman"/>
                <a:cs typeface="Times New Roman"/>
              </a:rPr>
              <a:t>to </a:t>
            </a:r>
            <a:r>
              <a:rPr sz="1200" spc="-285" dirty="0">
                <a:latin typeface="Times New Roman"/>
                <a:cs typeface="Times New Roman"/>
              </a:rPr>
              <a:t> </a:t>
            </a:r>
            <a:r>
              <a:rPr sz="1200" dirty="0">
                <a:latin typeface="Times New Roman"/>
                <a:cs typeface="Times New Roman"/>
              </a:rPr>
              <a:t>handle </a:t>
            </a:r>
            <a:r>
              <a:rPr sz="1200" spc="-5" dirty="0">
                <a:latin typeface="Times New Roman"/>
                <a:cs typeface="Times New Roman"/>
              </a:rPr>
              <a:t>all </a:t>
            </a:r>
            <a:r>
              <a:rPr sz="1200" dirty="0">
                <a:latin typeface="Times New Roman"/>
                <a:cs typeface="Times New Roman"/>
              </a:rPr>
              <a:t>the operations. The hard disk should have the sufficient capacity to solve the </a:t>
            </a:r>
            <a:r>
              <a:rPr sz="1200" spc="5" dirty="0">
                <a:latin typeface="Times New Roman"/>
                <a:cs typeface="Times New Roman"/>
              </a:rPr>
              <a:t> </a:t>
            </a:r>
            <a:r>
              <a:rPr sz="1200" spc="-10" dirty="0">
                <a:latin typeface="Times New Roman"/>
                <a:cs typeface="Times New Roman"/>
              </a:rPr>
              <a:t>database</a:t>
            </a:r>
            <a:r>
              <a:rPr sz="1200" spc="-5" dirty="0">
                <a:latin typeface="Times New Roman"/>
                <a:cs typeface="Times New Roman"/>
              </a:rPr>
              <a:t> and</a:t>
            </a:r>
            <a:r>
              <a:rPr sz="1200" dirty="0">
                <a:latin typeface="Times New Roman"/>
                <a:cs typeface="Times New Roman"/>
              </a:rPr>
              <a:t> the</a:t>
            </a:r>
            <a:r>
              <a:rPr sz="1200" spc="5" dirty="0">
                <a:latin typeface="Times New Roman"/>
                <a:cs typeface="Times New Roman"/>
              </a:rPr>
              <a:t> </a:t>
            </a:r>
            <a:r>
              <a:rPr sz="1200" dirty="0">
                <a:latin typeface="Times New Roman"/>
                <a:cs typeface="Times New Roman"/>
              </a:rPr>
              <a:t>application.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network</a:t>
            </a:r>
            <a:r>
              <a:rPr sz="1200" spc="5" dirty="0">
                <a:latin typeface="Times New Roman"/>
                <a:cs typeface="Times New Roman"/>
              </a:rPr>
              <a:t> </a:t>
            </a:r>
            <a:r>
              <a:rPr sz="1200" dirty="0">
                <a:latin typeface="Times New Roman"/>
                <a:cs typeface="Times New Roman"/>
              </a:rPr>
              <a:t>should</a:t>
            </a:r>
            <a:r>
              <a:rPr sz="1200" spc="5"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dirty="0">
                <a:latin typeface="Times New Roman"/>
                <a:cs typeface="Times New Roman"/>
              </a:rPr>
              <a:t>efficient</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handle</a:t>
            </a:r>
            <a:r>
              <a:rPr sz="1200" spc="5" dirty="0">
                <a:latin typeface="Times New Roman"/>
                <a:cs typeface="Times New Roman"/>
              </a:rPr>
              <a:t> </a:t>
            </a:r>
            <a:r>
              <a:rPr sz="1200" dirty="0">
                <a:latin typeface="Times New Roman"/>
                <a:cs typeface="Times New Roman"/>
              </a:rPr>
              <a:t>the </a:t>
            </a:r>
            <a:r>
              <a:rPr sz="1200" spc="5" dirty="0">
                <a:latin typeface="Times New Roman"/>
                <a:cs typeface="Times New Roman"/>
              </a:rPr>
              <a:t> </a:t>
            </a:r>
            <a:r>
              <a:rPr sz="1200" spc="-5" dirty="0">
                <a:latin typeface="Times New Roman"/>
                <a:cs typeface="Times New Roman"/>
              </a:rPr>
              <a:t>communication</a:t>
            </a:r>
            <a:r>
              <a:rPr sz="1200" spc="10" dirty="0">
                <a:latin typeface="Times New Roman"/>
                <a:cs typeface="Times New Roman"/>
              </a:rPr>
              <a:t> </a:t>
            </a:r>
            <a:r>
              <a:rPr sz="1200" spc="-15" dirty="0">
                <a:latin typeface="Times New Roman"/>
                <a:cs typeface="Times New Roman"/>
              </a:rPr>
              <a:t>fast.</a:t>
            </a:r>
            <a:endParaRPr sz="1200">
              <a:latin typeface="Times New Roman"/>
              <a:cs typeface="Times New Roman"/>
            </a:endParaRPr>
          </a:p>
        </p:txBody>
      </p:sp>
      <p:sp>
        <p:nvSpPr>
          <p:cNvPr id="15" name="object 15"/>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587879" y="5587746"/>
            <a:ext cx="258826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5</a:t>
            </a:r>
            <a:r>
              <a:rPr sz="1600" b="1" spc="-5" dirty="0">
                <a:latin typeface="Times New Roman"/>
                <a:cs typeface="Times New Roman"/>
              </a:rPr>
              <a:t>.</a:t>
            </a:r>
            <a:r>
              <a:rPr sz="1600" b="1" spc="-55" dirty="0">
                <a:latin typeface="Times New Roman"/>
                <a:cs typeface="Times New Roman"/>
              </a:rPr>
              <a:t> </a:t>
            </a:r>
            <a:r>
              <a:rPr sz="1600" b="1" spc="-70" dirty="0">
                <a:latin typeface="Times New Roman"/>
                <a:cs typeface="Times New Roman"/>
              </a:rPr>
              <a:t>DA</a:t>
            </a:r>
            <a:r>
              <a:rPr sz="1600" b="1" spc="-65" dirty="0">
                <a:latin typeface="Times New Roman"/>
                <a:cs typeface="Times New Roman"/>
              </a:rPr>
              <a:t>T</a:t>
            </a:r>
            <a:r>
              <a:rPr sz="1600" b="1" spc="-5" dirty="0">
                <a:latin typeface="Times New Roman"/>
                <a:cs typeface="Times New Roman"/>
              </a:rPr>
              <a:t>A</a:t>
            </a:r>
            <a:r>
              <a:rPr sz="1600" b="1" spc="-175" dirty="0">
                <a:latin typeface="Times New Roman"/>
                <a:cs typeface="Times New Roman"/>
              </a:rPr>
              <a:t> </a:t>
            </a:r>
            <a:r>
              <a:rPr sz="1600" b="1" spc="-5" dirty="0">
                <a:latin typeface="Times New Roman"/>
                <a:cs typeface="Times New Roman"/>
              </a:rPr>
              <a:t>FL</a:t>
            </a:r>
            <a:r>
              <a:rPr sz="1600" b="1" spc="-10" dirty="0">
                <a:latin typeface="Times New Roman"/>
                <a:cs typeface="Times New Roman"/>
              </a:rPr>
              <a:t>O</a:t>
            </a:r>
            <a:r>
              <a:rPr sz="1600" b="1" spc="-5" dirty="0">
                <a:latin typeface="Times New Roman"/>
                <a:cs typeface="Times New Roman"/>
              </a:rPr>
              <a:t>W</a:t>
            </a:r>
            <a:r>
              <a:rPr sz="1600" b="1" spc="-20" dirty="0">
                <a:latin typeface="Times New Roman"/>
                <a:cs typeface="Times New Roman"/>
              </a:rPr>
              <a:t> </a:t>
            </a:r>
            <a:r>
              <a:rPr sz="1600" b="1" spc="-15" dirty="0">
                <a:latin typeface="Times New Roman"/>
                <a:cs typeface="Times New Roman"/>
              </a:rPr>
              <a:t>DIA</a:t>
            </a:r>
            <a:r>
              <a:rPr sz="1600" b="1" spc="-25" dirty="0">
                <a:latin typeface="Times New Roman"/>
                <a:cs typeface="Times New Roman"/>
              </a:rPr>
              <a:t>G</a:t>
            </a:r>
            <a:r>
              <a:rPr sz="1600" b="1" spc="-15" dirty="0">
                <a:latin typeface="Times New Roman"/>
                <a:cs typeface="Times New Roman"/>
              </a:rPr>
              <a:t>RA</a:t>
            </a:r>
            <a:r>
              <a:rPr sz="1600" b="1" spc="-5" dirty="0">
                <a:latin typeface="Times New Roman"/>
                <a:cs typeface="Times New Roman"/>
              </a:rPr>
              <a:t>MS</a:t>
            </a:r>
            <a:endParaRPr sz="16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6595" cy="3203575"/>
          </a:xfrm>
          <a:prstGeom prst="rect">
            <a:avLst/>
          </a:prstGeom>
        </p:spPr>
        <p:txBody>
          <a:bodyPr vert="horz" wrap="square" lIns="0" tIns="12700" rIns="0" bIns="0" rtlCol="0">
            <a:spAutoFit/>
          </a:bodyPr>
          <a:lstStyle/>
          <a:p>
            <a:pPr marL="274320" lvl="1" indent="-262255" algn="just">
              <a:lnSpc>
                <a:spcPct val="100000"/>
              </a:lnSpc>
              <a:spcBef>
                <a:spcPts val="100"/>
              </a:spcBef>
              <a:buAutoNum type="arabicPeriod"/>
              <a:tabLst>
                <a:tab pos="274955" algn="l"/>
              </a:tabLst>
            </a:pPr>
            <a:r>
              <a:rPr sz="1400" b="1" dirty="0">
                <a:latin typeface="Times New Roman"/>
                <a:cs typeface="Times New Roman"/>
              </a:rPr>
              <a:t>Introduction</a:t>
            </a:r>
            <a:r>
              <a:rPr sz="1400" b="1" spc="-45" dirty="0">
                <a:latin typeface="Times New Roman"/>
                <a:cs typeface="Times New Roman"/>
              </a:rPr>
              <a:t> </a:t>
            </a:r>
            <a:r>
              <a:rPr sz="1400" b="1" dirty="0">
                <a:latin typeface="Times New Roman"/>
                <a:cs typeface="Times New Roman"/>
              </a:rPr>
              <a:t>to</a:t>
            </a:r>
            <a:r>
              <a:rPr sz="1400" b="1" spc="-80" dirty="0">
                <a:latin typeface="Times New Roman"/>
                <a:cs typeface="Times New Roman"/>
              </a:rPr>
              <a:t> </a:t>
            </a:r>
            <a:r>
              <a:rPr sz="1400" b="1" spc="-5" dirty="0">
                <a:latin typeface="Times New Roman"/>
                <a:cs typeface="Times New Roman"/>
              </a:rPr>
              <a:t>Data</a:t>
            </a:r>
            <a:r>
              <a:rPr sz="1400" b="1" spc="-25" dirty="0">
                <a:latin typeface="Times New Roman"/>
                <a:cs typeface="Times New Roman"/>
              </a:rPr>
              <a:t> </a:t>
            </a:r>
            <a:r>
              <a:rPr sz="1400" b="1" spc="-5" dirty="0">
                <a:latin typeface="Times New Roman"/>
                <a:cs typeface="Times New Roman"/>
              </a:rPr>
              <a:t>Flow</a:t>
            </a:r>
            <a:r>
              <a:rPr sz="1400" b="1" spc="-25" dirty="0">
                <a:latin typeface="Times New Roman"/>
                <a:cs typeface="Times New Roman"/>
              </a:rPr>
              <a:t> </a:t>
            </a:r>
            <a:r>
              <a:rPr sz="1400" b="1" spc="-10" dirty="0">
                <a:latin typeface="Times New Roman"/>
                <a:cs typeface="Times New Roman"/>
              </a:rPr>
              <a:t>Diagram</a:t>
            </a:r>
            <a:endParaRPr sz="1400">
              <a:latin typeface="Times New Roman"/>
              <a:cs typeface="Times New Roman"/>
            </a:endParaRPr>
          </a:p>
          <a:p>
            <a:pPr marL="12700" marR="5080" indent="457200" algn="just">
              <a:lnSpc>
                <a:spcPct val="155000"/>
              </a:lnSpc>
              <a:spcBef>
                <a:spcPts val="434"/>
              </a:spcBef>
            </a:pPr>
            <a:r>
              <a:rPr sz="1200" dirty="0">
                <a:latin typeface="Times New Roman"/>
                <a:cs typeface="Times New Roman"/>
              </a:rPr>
              <a:t>The first step </a:t>
            </a:r>
            <a:r>
              <a:rPr sz="1200" spc="-5" dirty="0">
                <a:latin typeface="Times New Roman"/>
                <a:cs typeface="Times New Roman"/>
              </a:rPr>
              <a:t>is </a:t>
            </a:r>
            <a:r>
              <a:rPr sz="1200" dirty="0">
                <a:latin typeface="Times New Roman"/>
                <a:cs typeface="Times New Roman"/>
              </a:rPr>
              <a:t>to </a:t>
            </a:r>
            <a:r>
              <a:rPr sz="1200" spc="-5" dirty="0">
                <a:latin typeface="Times New Roman"/>
                <a:cs typeface="Times New Roman"/>
              </a:rPr>
              <a:t>draw </a:t>
            </a:r>
            <a:r>
              <a:rPr sz="1200" dirty="0">
                <a:latin typeface="Times New Roman"/>
                <a:cs typeface="Times New Roman"/>
              </a:rPr>
              <a:t>a data flow diagram </a:t>
            </a:r>
            <a:r>
              <a:rPr sz="1200" spc="-5" dirty="0">
                <a:latin typeface="Times New Roman"/>
                <a:cs typeface="Times New Roman"/>
              </a:rPr>
              <a:t>(DFD).A DFD also </a:t>
            </a:r>
            <a:r>
              <a:rPr sz="1200" dirty="0">
                <a:latin typeface="Times New Roman"/>
                <a:cs typeface="Times New Roman"/>
              </a:rPr>
              <a:t>known </a:t>
            </a:r>
            <a:r>
              <a:rPr sz="1200" spc="-5" dirty="0">
                <a:latin typeface="Times New Roman"/>
                <a:cs typeface="Times New Roman"/>
              </a:rPr>
              <a:t>as </a:t>
            </a:r>
            <a:r>
              <a:rPr sz="1200" spc="-10" dirty="0">
                <a:latin typeface="Times New Roman"/>
                <a:cs typeface="Times New Roman"/>
              </a:rPr>
              <a:t>“bubble </a:t>
            </a:r>
            <a:r>
              <a:rPr sz="1200" spc="-5" dirty="0">
                <a:latin typeface="Times New Roman"/>
                <a:cs typeface="Times New Roman"/>
              </a:rPr>
              <a:t> </a:t>
            </a:r>
            <a:r>
              <a:rPr sz="1200" dirty="0">
                <a:latin typeface="Times New Roman"/>
                <a:cs typeface="Times New Roman"/>
              </a:rPr>
              <a:t>chart”, has the </a:t>
            </a:r>
            <a:r>
              <a:rPr sz="1200" spc="-5" dirty="0">
                <a:latin typeface="Times New Roman"/>
                <a:cs typeface="Times New Roman"/>
              </a:rPr>
              <a:t>purpose </a:t>
            </a:r>
            <a:r>
              <a:rPr sz="1200" spc="5" dirty="0">
                <a:latin typeface="Times New Roman"/>
                <a:cs typeface="Times New Roman"/>
              </a:rPr>
              <a:t>of </a:t>
            </a:r>
            <a:r>
              <a:rPr sz="1200" spc="-10" dirty="0">
                <a:latin typeface="Times New Roman"/>
                <a:cs typeface="Times New Roman"/>
              </a:rPr>
              <a:t>clarifying </a:t>
            </a:r>
            <a:r>
              <a:rPr sz="1200" spc="-5" dirty="0">
                <a:latin typeface="Times New Roman"/>
                <a:cs typeface="Times New Roman"/>
              </a:rPr>
              <a:t>system </a:t>
            </a:r>
            <a:r>
              <a:rPr sz="1200" spc="-10" dirty="0">
                <a:latin typeface="Times New Roman"/>
                <a:cs typeface="Times New Roman"/>
              </a:rPr>
              <a:t>requirements </a:t>
            </a:r>
            <a:r>
              <a:rPr sz="1200" spc="-5" dirty="0">
                <a:latin typeface="Times New Roman"/>
                <a:cs typeface="Times New Roman"/>
              </a:rPr>
              <a:t>and </a:t>
            </a:r>
            <a:r>
              <a:rPr sz="1200" spc="-10" dirty="0">
                <a:latin typeface="Times New Roman"/>
                <a:cs typeface="Times New Roman"/>
              </a:rPr>
              <a:t>identifying </a:t>
            </a:r>
            <a:r>
              <a:rPr sz="1200" dirty="0">
                <a:latin typeface="Times New Roman"/>
                <a:cs typeface="Times New Roman"/>
              </a:rPr>
              <a:t>major </a:t>
            </a:r>
            <a:r>
              <a:rPr sz="1200" spc="-10" dirty="0">
                <a:latin typeface="Times New Roman"/>
                <a:cs typeface="Times New Roman"/>
              </a:rPr>
              <a:t>transformation </a:t>
            </a:r>
            <a:r>
              <a:rPr sz="1200" spc="-285" dirty="0">
                <a:latin typeface="Times New Roman"/>
                <a:cs typeface="Times New Roman"/>
              </a:rPr>
              <a:t> </a:t>
            </a:r>
            <a:r>
              <a:rPr sz="1200" dirty="0">
                <a:latin typeface="Times New Roman"/>
                <a:cs typeface="Times New Roman"/>
              </a:rPr>
              <a:t>that will become programs in </a:t>
            </a:r>
            <a:r>
              <a:rPr sz="1200" spc="-5" dirty="0">
                <a:latin typeface="Times New Roman"/>
                <a:cs typeface="Times New Roman"/>
              </a:rPr>
              <a:t>system design. So </a:t>
            </a:r>
            <a:r>
              <a:rPr sz="1200" dirty="0">
                <a:latin typeface="Times New Roman"/>
                <a:cs typeface="Times New Roman"/>
              </a:rPr>
              <a:t>it </a:t>
            </a:r>
            <a:r>
              <a:rPr sz="1200" spc="-5" dirty="0">
                <a:latin typeface="Times New Roman"/>
                <a:cs typeface="Times New Roman"/>
              </a:rPr>
              <a:t>is starting </a:t>
            </a:r>
            <a:r>
              <a:rPr sz="1200" dirty="0">
                <a:latin typeface="Times New Roman"/>
                <a:cs typeface="Times New Roman"/>
              </a:rPr>
              <a:t>point of the design phase </a:t>
            </a:r>
            <a:r>
              <a:rPr sz="1200" spc="-15" dirty="0">
                <a:latin typeface="Times New Roman"/>
                <a:cs typeface="Times New Roman"/>
              </a:rPr>
              <a:t>that </a:t>
            </a:r>
            <a:r>
              <a:rPr sz="1200" spc="-10" dirty="0">
                <a:latin typeface="Times New Roman"/>
                <a:cs typeface="Times New Roman"/>
              </a:rPr>
              <a:t> </a:t>
            </a:r>
            <a:r>
              <a:rPr sz="1200" dirty="0">
                <a:latin typeface="Times New Roman"/>
                <a:cs typeface="Times New Roman"/>
              </a:rPr>
              <a:t>functionally decomposes the requirements specification down to the lowest level of </a:t>
            </a:r>
            <a:r>
              <a:rPr sz="1200" spc="-10" dirty="0">
                <a:latin typeface="Times New Roman"/>
                <a:cs typeface="Times New Roman"/>
              </a:rPr>
              <a:t>details </a:t>
            </a:r>
            <a:r>
              <a:rPr sz="1200" spc="-5" dirty="0">
                <a:latin typeface="Times New Roman"/>
                <a:cs typeface="Times New Roman"/>
              </a:rPr>
              <a:t> DFD consists </a:t>
            </a:r>
            <a:r>
              <a:rPr sz="1200" dirty="0">
                <a:latin typeface="Times New Roman"/>
                <a:cs typeface="Times New Roman"/>
              </a:rPr>
              <a:t>of </a:t>
            </a:r>
            <a:r>
              <a:rPr sz="1200" spc="-5" dirty="0">
                <a:latin typeface="Times New Roman"/>
                <a:cs typeface="Times New Roman"/>
              </a:rPr>
              <a:t>series </a:t>
            </a:r>
            <a:r>
              <a:rPr sz="1200" spc="5" dirty="0">
                <a:latin typeface="Times New Roman"/>
                <a:cs typeface="Times New Roman"/>
              </a:rPr>
              <a:t>of </a:t>
            </a:r>
            <a:r>
              <a:rPr sz="1200" dirty="0">
                <a:latin typeface="Times New Roman"/>
                <a:cs typeface="Times New Roman"/>
              </a:rPr>
              <a:t>bobbles joined </a:t>
            </a:r>
            <a:r>
              <a:rPr sz="1200" spc="10" dirty="0">
                <a:latin typeface="Times New Roman"/>
                <a:cs typeface="Times New Roman"/>
              </a:rPr>
              <a:t>by </a:t>
            </a:r>
            <a:r>
              <a:rPr sz="1200" dirty="0">
                <a:latin typeface="Times New Roman"/>
                <a:cs typeface="Times New Roman"/>
              </a:rPr>
              <a:t>lines. The bubbles </a:t>
            </a:r>
            <a:r>
              <a:rPr sz="1200" spc="-5" dirty="0">
                <a:latin typeface="Times New Roman"/>
                <a:cs typeface="Times New Roman"/>
              </a:rPr>
              <a:t>represent </a:t>
            </a:r>
            <a:r>
              <a:rPr sz="1200" dirty="0">
                <a:latin typeface="Times New Roman"/>
                <a:cs typeface="Times New Roman"/>
              </a:rPr>
              <a:t>data </a:t>
            </a:r>
            <a:r>
              <a:rPr sz="1200" spc="-10" dirty="0">
                <a:latin typeface="Times New Roman"/>
                <a:cs typeface="Times New Roman"/>
              </a:rPr>
              <a:t>transformation </a:t>
            </a:r>
            <a:r>
              <a:rPr sz="1200" spc="-5" dirty="0">
                <a:latin typeface="Times New Roman"/>
                <a:cs typeface="Times New Roman"/>
              </a:rPr>
              <a:t> and</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lines</a:t>
            </a:r>
            <a:r>
              <a:rPr sz="1200" spc="-20" dirty="0">
                <a:latin typeface="Times New Roman"/>
                <a:cs typeface="Times New Roman"/>
              </a:rPr>
              <a:t> </a:t>
            </a:r>
            <a:r>
              <a:rPr sz="1200" spc="-5" dirty="0">
                <a:latin typeface="Times New Roman"/>
                <a:cs typeface="Times New Roman"/>
              </a:rPr>
              <a:t>represent</a:t>
            </a:r>
            <a:r>
              <a:rPr sz="1200" spc="15" dirty="0">
                <a:latin typeface="Times New Roman"/>
                <a:cs typeface="Times New Roman"/>
              </a:rPr>
              <a:t> </a:t>
            </a:r>
            <a:r>
              <a:rPr sz="1200" spc="-5" dirty="0">
                <a:latin typeface="Times New Roman"/>
                <a:cs typeface="Times New Roman"/>
              </a:rPr>
              <a:t>data</a:t>
            </a:r>
            <a:r>
              <a:rPr sz="1200" spc="-15" dirty="0">
                <a:latin typeface="Times New Roman"/>
                <a:cs typeface="Times New Roman"/>
              </a:rPr>
              <a:t> </a:t>
            </a:r>
            <a:r>
              <a:rPr sz="1200" dirty="0">
                <a:latin typeface="Times New Roman"/>
                <a:cs typeface="Times New Roman"/>
              </a:rPr>
              <a:t>flow</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a:lnSpc>
                <a:spcPct val="100000"/>
              </a:lnSpc>
              <a:spcBef>
                <a:spcPts val="20"/>
              </a:spcBef>
            </a:pPr>
            <a:endParaRPr sz="1650">
              <a:latin typeface="Times New Roman"/>
              <a:cs typeface="Times New Roman"/>
            </a:endParaRPr>
          </a:p>
          <a:p>
            <a:pPr marL="12700">
              <a:lnSpc>
                <a:spcPct val="100000"/>
              </a:lnSpc>
              <a:spcBef>
                <a:spcPts val="5"/>
              </a:spcBef>
            </a:pPr>
            <a:r>
              <a:rPr sz="1200" b="1" spc="-10" dirty="0">
                <a:latin typeface="Times New Roman"/>
                <a:cs typeface="Times New Roman"/>
              </a:rPr>
              <a:t>DFD</a:t>
            </a:r>
            <a:r>
              <a:rPr sz="1200" b="1" spc="-50" dirty="0">
                <a:latin typeface="Times New Roman"/>
                <a:cs typeface="Times New Roman"/>
              </a:rPr>
              <a:t> </a:t>
            </a:r>
            <a:r>
              <a:rPr sz="1200" b="1" spc="-15" dirty="0">
                <a:latin typeface="Times New Roman"/>
                <a:cs typeface="Times New Roman"/>
              </a:rPr>
              <a:t>Symbols</a:t>
            </a:r>
            <a:endParaRPr sz="1200">
              <a:latin typeface="Times New Roman"/>
              <a:cs typeface="Times New Roman"/>
            </a:endParaRPr>
          </a:p>
          <a:p>
            <a:pPr>
              <a:lnSpc>
                <a:spcPct val="100000"/>
              </a:lnSpc>
              <a:spcBef>
                <a:spcPts val="20"/>
              </a:spcBef>
            </a:pPr>
            <a:endParaRPr sz="1400">
              <a:latin typeface="Times New Roman"/>
              <a:cs typeface="Times New Roman"/>
            </a:endParaRPr>
          </a:p>
          <a:p>
            <a:pPr marL="12700">
              <a:lnSpc>
                <a:spcPct val="100000"/>
              </a:lnSpc>
            </a:pPr>
            <a:r>
              <a:rPr sz="1200" spc="-15" dirty="0">
                <a:latin typeface="Times New Roman"/>
                <a:cs typeface="Times New Roman"/>
              </a:rPr>
              <a:t>In</a:t>
            </a:r>
            <a:r>
              <a:rPr sz="1200" dirty="0">
                <a:latin typeface="Times New Roman"/>
                <a:cs typeface="Times New Roman"/>
              </a:rPr>
              <a:t> </a:t>
            </a:r>
            <a:r>
              <a:rPr sz="1200" spc="-5" dirty="0">
                <a:latin typeface="Times New Roman"/>
                <a:cs typeface="Times New Roman"/>
              </a:rPr>
              <a:t>DFD</a:t>
            </a:r>
            <a:r>
              <a:rPr sz="1200" spc="-35" dirty="0">
                <a:latin typeface="Times New Roman"/>
                <a:cs typeface="Times New Roman"/>
              </a:rPr>
              <a:t> </a:t>
            </a:r>
            <a:r>
              <a:rPr sz="1200" spc="-5" dirty="0">
                <a:latin typeface="Times New Roman"/>
                <a:cs typeface="Times New Roman"/>
              </a:rPr>
              <a:t>there</a:t>
            </a:r>
            <a:r>
              <a:rPr sz="1200" spc="-10"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dirty="0">
                <a:latin typeface="Times New Roman"/>
                <a:cs typeface="Times New Roman"/>
              </a:rPr>
              <a:t>four</a:t>
            </a:r>
            <a:r>
              <a:rPr sz="1200" spc="-40" dirty="0">
                <a:latin typeface="Times New Roman"/>
                <a:cs typeface="Times New Roman"/>
              </a:rPr>
              <a:t> </a:t>
            </a:r>
            <a:r>
              <a:rPr sz="1200" spc="-20" dirty="0">
                <a:latin typeface="Times New Roman"/>
                <a:cs typeface="Times New Roman"/>
              </a:rPr>
              <a:t>symbols,</a:t>
            </a:r>
            <a:endParaRPr sz="1200">
              <a:latin typeface="Times New Roman"/>
              <a:cs typeface="Times New Roman"/>
            </a:endParaRPr>
          </a:p>
          <a:p>
            <a:pPr>
              <a:lnSpc>
                <a:spcPct val="100000"/>
              </a:lnSpc>
              <a:spcBef>
                <a:spcPts val="35"/>
              </a:spcBef>
            </a:pPr>
            <a:endParaRPr sz="1400">
              <a:latin typeface="Times New Roman"/>
              <a:cs typeface="Times New Roman"/>
            </a:endParaRPr>
          </a:p>
          <a:p>
            <a:pPr marL="426720" lvl="2" indent="-224154">
              <a:lnSpc>
                <a:spcPct val="100000"/>
              </a:lnSpc>
              <a:buAutoNum type="arabicPeriod"/>
              <a:tabLst>
                <a:tab pos="427355" algn="l"/>
              </a:tabLst>
            </a:pPr>
            <a:r>
              <a:rPr sz="1200" spc="-5" dirty="0">
                <a:latin typeface="Times New Roman"/>
                <a:cs typeface="Times New Roman"/>
              </a:rPr>
              <a:t>A</a:t>
            </a:r>
            <a:r>
              <a:rPr sz="1200" spc="-75" dirty="0">
                <a:latin typeface="Times New Roman"/>
                <a:cs typeface="Times New Roman"/>
              </a:rPr>
              <a:t> </a:t>
            </a:r>
            <a:r>
              <a:rPr sz="1200" spc="-5" dirty="0">
                <a:latin typeface="Times New Roman"/>
                <a:cs typeface="Times New Roman"/>
              </a:rPr>
              <a:t>square</a:t>
            </a:r>
            <a:r>
              <a:rPr sz="1200" spc="-15" dirty="0">
                <a:latin typeface="Times New Roman"/>
                <a:cs typeface="Times New Roman"/>
              </a:rPr>
              <a:t> </a:t>
            </a:r>
            <a:r>
              <a:rPr sz="1200" spc="-5" dirty="0">
                <a:latin typeface="Times New Roman"/>
                <a:cs typeface="Times New Roman"/>
              </a:rPr>
              <a:t>defines</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Source</a:t>
            </a:r>
            <a:r>
              <a:rPr sz="1200" dirty="0">
                <a:latin typeface="Times New Roman"/>
                <a:cs typeface="Times New Roman"/>
              </a:rPr>
              <a:t> </a:t>
            </a:r>
            <a:r>
              <a:rPr sz="1200" spc="-15" dirty="0">
                <a:latin typeface="Times New Roman"/>
                <a:cs typeface="Times New Roman"/>
              </a:rPr>
              <a:t>(originator)</a:t>
            </a:r>
            <a:r>
              <a:rPr sz="1200" spc="35" dirty="0">
                <a:latin typeface="Times New Roman"/>
                <a:cs typeface="Times New Roman"/>
              </a:rPr>
              <a:t> </a:t>
            </a:r>
            <a:r>
              <a:rPr sz="1200" dirty="0">
                <a:latin typeface="Times New Roman"/>
                <a:cs typeface="Times New Roman"/>
              </a:rPr>
              <a:t>or </a:t>
            </a:r>
            <a:r>
              <a:rPr sz="1200" spc="-5" dirty="0">
                <a:latin typeface="Times New Roman"/>
                <a:cs typeface="Times New Roman"/>
              </a:rPr>
              <a:t>Destination</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spc="-15" dirty="0">
                <a:latin typeface="Times New Roman"/>
                <a:cs typeface="Times New Roman"/>
              </a:rPr>
              <a:t>data.</a:t>
            </a:r>
            <a:endParaRPr sz="1200">
              <a:latin typeface="Times New Roman"/>
              <a:cs typeface="Times New Roman"/>
            </a:endParaRPr>
          </a:p>
        </p:txBody>
      </p:sp>
      <p:sp>
        <p:nvSpPr>
          <p:cNvPr id="6" name="object 6"/>
          <p:cNvSpPr txBox="1"/>
          <p:nvPr/>
        </p:nvSpPr>
        <p:spPr>
          <a:xfrm>
            <a:off x="1083055" y="4694935"/>
            <a:ext cx="5527040" cy="549910"/>
          </a:xfrm>
          <a:prstGeom prst="rect">
            <a:avLst/>
          </a:prstGeom>
        </p:spPr>
        <p:txBody>
          <a:bodyPr vert="horz" wrap="square" lIns="0" tIns="12700" rIns="0" bIns="0" rtlCol="0">
            <a:spAutoFit/>
          </a:bodyPr>
          <a:lstStyle/>
          <a:p>
            <a:pPr marL="241300" marR="5080" indent="-228600">
              <a:lnSpc>
                <a:spcPct val="143300"/>
              </a:lnSpc>
              <a:spcBef>
                <a:spcPts val="100"/>
              </a:spcBef>
            </a:pPr>
            <a:r>
              <a:rPr sz="1200" dirty="0">
                <a:latin typeface="Times New Roman"/>
                <a:cs typeface="Times New Roman"/>
              </a:rPr>
              <a:t>2.</a:t>
            </a:r>
            <a:r>
              <a:rPr sz="1200" spc="260" dirty="0">
                <a:latin typeface="Times New Roman"/>
                <a:cs typeface="Times New Roman"/>
              </a:rPr>
              <a:t> </a:t>
            </a:r>
            <a:r>
              <a:rPr sz="1200" spc="-5" dirty="0">
                <a:latin typeface="Times New Roman"/>
                <a:cs typeface="Times New Roman"/>
              </a:rPr>
              <a:t>An</a:t>
            </a:r>
            <a:r>
              <a:rPr sz="1200" spc="120" dirty="0">
                <a:latin typeface="Times New Roman"/>
                <a:cs typeface="Times New Roman"/>
              </a:rPr>
              <a:t> </a:t>
            </a:r>
            <a:r>
              <a:rPr sz="1200" spc="-5" dirty="0">
                <a:latin typeface="Times New Roman"/>
                <a:cs typeface="Times New Roman"/>
              </a:rPr>
              <a:t>arrow</a:t>
            </a:r>
            <a:r>
              <a:rPr sz="1200" spc="130" dirty="0">
                <a:latin typeface="Times New Roman"/>
                <a:cs typeface="Times New Roman"/>
              </a:rPr>
              <a:t> </a:t>
            </a:r>
            <a:r>
              <a:rPr sz="1200" spc="-5" dirty="0">
                <a:latin typeface="Times New Roman"/>
                <a:cs typeface="Times New Roman"/>
              </a:rPr>
              <a:t>identifies</a:t>
            </a:r>
            <a:r>
              <a:rPr sz="1200" spc="165" dirty="0">
                <a:latin typeface="Times New Roman"/>
                <a:cs typeface="Times New Roman"/>
              </a:rPr>
              <a:t> </a:t>
            </a:r>
            <a:r>
              <a:rPr sz="1200" spc="-5" dirty="0">
                <a:latin typeface="Times New Roman"/>
                <a:cs typeface="Times New Roman"/>
              </a:rPr>
              <a:t>Data</a:t>
            </a:r>
            <a:r>
              <a:rPr sz="1200" spc="135" dirty="0">
                <a:latin typeface="Times New Roman"/>
                <a:cs typeface="Times New Roman"/>
              </a:rPr>
              <a:t> </a:t>
            </a:r>
            <a:r>
              <a:rPr sz="1200" dirty="0">
                <a:latin typeface="Times New Roman"/>
                <a:cs typeface="Times New Roman"/>
              </a:rPr>
              <a:t>flow</a:t>
            </a:r>
            <a:r>
              <a:rPr sz="1200" spc="114" dirty="0">
                <a:latin typeface="Times New Roman"/>
                <a:cs typeface="Times New Roman"/>
              </a:rPr>
              <a:t> </a:t>
            </a:r>
            <a:r>
              <a:rPr sz="1200" dirty="0">
                <a:latin typeface="Times New Roman"/>
                <a:cs typeface="Times New Roman"/>
              </a:rPr>
              <a:t>in</a:t>
            </a:r>
            <a:r>
              <a:rPr sz="1200" spc="125" dirty="0">
                <a:latin typeface="Times New Roman"/>
                <a:cs typeface="Times New Roman"/>
              </a:rPr>
              <a:t> </a:t>
            </a:r>
            <a:r>
              <a:rPr sz="1200" dirty="0">
                <a:latin typeface="Times New Roman"/>
                <a:cs typeface="Times New Roman"/>
              </a:rPr>
              <a:t>motion.</a:t>
            </a:r>
            <a:r>
              <a:rPr sz="1200" spc="135" dirty="0">
                <a:latin typeface="Times New Roman"/>
                <a:cs typeface="Times New Roman"/>
              </a:rPr>
              <a:t> </a:t>
            </a:r>
            <a:r>
              <a:rPr sz="1200" spc="-15" dirty="0">
                <a:latin typeface="Times New Roman"/>
                <a:cs typeface="Times New Roman"/>
              </a:rPr>
              <a:t>It</a:t>
            </a:r>
            <a:r>
              <a:rPr sz="1200" spc="150" dirty="0">
                <a:latin typeface="Times New Roman"/>
                <a:cs typeface="Times New Roman"/>
              </a:rPr>
              <a:t> </a:t>
            </a:r>
            <a:r>
              <a:rPr sz="1200" spc="-5" dirty="0">
                <a:latin typeface="Times New Roman"/>
                <a:cs typeface="Times New Roman"/>
              </a:rPr>
              <a:t>is</a:t>
            </a:r>
            <a:r>
              <a:rPr sz="1200" spc="120" dirty="0">
                <a:latin typeface="Times New Roman"/>
                <a:cs typeface="Times New Roman"/>
              </a:rPr>
              <a:t> </a:t>
            </a:r>
            <a:r>
              <a:rPr sz="1200" dirty="0">
                <a:latin typeface="Times New Roman"/>
                <a:cs typeface="Times New Roman"/>
              </a:rPr>
              <a:t>a</a:t>
            </a:r>
            <a:r>
              <a:rPr sz="1200" spc="145" dirty="0">
                <a:latin typeface="Times New Roman"/>
                <a:cs typeface="Times New Roman"/>
              </a:rPr>
              <a:t> </a:t>
            </a:r>
            <a:r>
              <a:rPr sz="1200" dirty="0">
                <a:latin typeface="Times New Roman"/>
                <a:cs typeface="Times New Roman"/>
              </a:rPr>
              <a:t>pipeline</a:t>
            </a:r>
            <a:r>
              <a:rPr sz="1200" spc="140" dirty="0">
                <a:latin typeface="Times New Roman"/>
                <a:cs typeface="Times New Roman"/>
              </a:rPr>
              <a:t> </a:t>
            </a:r>
            <a:r>
              <a:rPr sz="1200" spc="-5" dirty="0">
                <a:latin typeface="Times New Roman"/>
                <a:cs typeface="Times New Roman"/>
              </a:rPr>
              <a:t>through</a:t>
            </a:r>
            <a:r>
              <a:rPr sz="1200" spc="135" dirty="0">
                <a:latin typeface="Times New Roman"/>
                <a:cs typeface="Times New Roman"/>
              </a:rPr>
              <a:t> </a:t>
            </a:r>
            <a:r>
              <a:rPr sz="1200" spc="-5" dirty="0">
                <a:latin typeface="Times New Roman"/>
                <a:cs typeface="Times New Roman"/>
              </a:rPr>
              <a:t>which</a:t>
            </a:r>
            <a:r>
              <a:rPr sz="1200" spc="145" dirty="0">
                <a:latin typeface="Times New Roman"/>
                <a:cs typeface="Times New Roman"/>
              </a:rPr>
              <a:t> </a:t>
            </a:r>
            <a:r>
              <a:rPr sz="1200" spc="-15" dirty="0">
                <a:latin typeface="Times New Roman"/>
                <a:cs typeface="Times New Roman"/>
              </a:rPr>
              <a:t>information </a:t>
            </a:r>
            <a:r>
              <a:rPr sz="1200" spc="-285" dirty="0">
                <a:latin typeface="Times New Roman"/>
                <a:cs typeface="Times New Roman"/>
              </a:rPr>
              <a:t> </a:t>
            </a:r>
            <a:r>
              <a:rPr sz="1200" spc="-15" dirty="0">
                <a:latin typeface="Times New Roman"/>
                <a:cs typeface="Times New Roman"/>
              </a:rPr>
              <a:t>follows.</a:t>
            </a:r>
            <a:endParaRPr sz="1200">
              <a:latin typeface="Times New Roman"/>
              <a:cs typeface="Times New Roman"/>
            </a:endParaRPr>
          </a:p>
        </p:txBody>
      </p:sp>
      <p:sp>
        <p:nvSpPr>
          <p:cNvPr id="7" name="object 7"/>
          <p:cNvSpPr txBox="1"/>
          <p:nvPr/>
        </p:nvSpPr>
        <p:spPr>
          <a:xfrm>
            <a:off x="1083055" y="6046978"/>
            <a:ext cx="5530215" cy="592455"/>
          </a:xfrm>
          <a:prstGeom prst="rect">
            <a:avLst/>
          </a:prstGeom>
        </p:spPr>
        <p:txBody>
          <a:bodyPr vert="horz" wrap="square" lIns="0" tIns="12700" rIns="0" bIns="0" rtlCol="0">
            <a:spAutoFit/>
          </a:bodyPr>
          <a:lstStyle/>
          <a:p>
            <a:pPr marL="241300" marR="5080" indent="-228600">
              <a:lnSpc>
                <a:spcPct val="155000"/>
              </a:lnSpc>
              <a:spcBef>
                <a:spcPts val="100"/>
              </a:spcBef>
            </a:pPr>
            <a:r>
              <a:rPr sz="1200" dirty="0">
                <a:latin typeface="Times New Roman"/>
                <a:cs typeface="Times New Roman"/>
              </a:rPr>
              <a:t>3.</a:t>
            </a:r>
            <a:r>
              <a:rPr sz="1200" spc="260" dirty="0">
                <a:latin typeface="Times New Roman"/>
                <a:cs typeface="Times New Roman"/>
              </a:rPr>
              <a:t> </a:t>
            </a:r>
            <a:r>
              <a:rPr sz="1200" spc="-5" dirty="0">
                <a:latin typeface="Times New Roman"/>
                <a:cs typeface="Times New Roman"/>
              </a:rPr>
              <a:t>A</a:t>
            </a:r>
            <a:r>
              <a:rPr sz="1200" spc="65" dirty="0">
                <a:latin typeface="Times New Roman"/>
                <a:cs typeface="Times New Roman"/>
              </a:rPr>
              <a:t> </a:t>
            </a:r>
            <a:r>
              <a:rPr sz="1200" dirty="0">
                <a:latin typeface="Times New Roman"/>
                <a:cs typeface="Times New Roman"/>
              </a:rPr>
              <a:t>circle</a:t>
            </a:r>
            <a:r>
              <a:rPr sz="1200" spc="145" dirty="0">
                <a:latin typeface="Times New Roman"/>
                <a:cs typeface="Times New Roman"/>
              </a:rPr>
              <a:t> </a:t>
            </a:r>
            <a:r>
              <a:rPr sz="1200" dirty="0">
                <a:latin typeface="Times New Roman"/>
                <a:cs typeface="Times New Roman"/>
              </a:rPr>
              <a:t>or</a:t>
            </a:r>
            <a:r>
              <a:rPr sz="1200" spc="130" dirty="0">
                <a:latin typeface="Times New Roman"/>
                <a:cs typeface="Times New Roman"/>
              </a:rPr>
              <a:t> </a:t>
            </a:r>
            <a:r>
              <a:rPr sz="1200" dirty="0">
                <a:latin typeface="Times New Roman"/>
                <a:cs typeface="Times New Roman"/>
              </a:rPr>
              <a:t>a</a:t>
            </a:r>
            <a:r>
              <a:rPr sz="1200" spc="135" dirty="0">
                <a:latin typeface="Times New Roman"/>
                <a:cs typeface="Times New Roman"/>
              </a:rPr>
              <a:t> </a:t>
            </a:r>
            <a:r>
              <a:rPr sz="1200" spc="-5" dirty="0">
                <a:latin typeface="Times New Roman"/>
                <a:cs typeface="Times New Roman"/>
              </a:rPr>
              <a:t>“bubble”</a:t>
            </a:r>
            <a:r>
              <a:rPr sz="1200" spc="150" dirty="0">
                <a:latin typeface="Times New Roman"/>
                <a:cs typeface="Times New Roman"/>
              </a:rPr>
              <a:t> </a:t>
            </a:r>
            <a:r>
              <a:rPr sz="1200" spc="-5" dirty="0">
                <a:latin typeface="Times New Roman"/>
                <a:cs typeface="Times New Roman"/>
              </a:rPr>
              <a:t>represents</a:t>
            </a:r>
            <a:r>
              <a:rPr sz="1200" spc="185" dirty="0">
                <a:latin typeface="Times New Roman"/>
                <a:cs typeface="Times New Roman"/>
              </a:rPr>
              <a:t> </a:t>
            </a:r>
            <a:r>
              <a:rPr sz="1200" dirty="0">
                <a:latin typeface="Times New Roman"/>
                <a:cs typeface="Times New Roman"/>
              </a:rPr>
              <a:t>a</a:t>
            </a:r>
            <a:r>
              <a:rPr sz="1200" spc="130" dirty="0">
                <a:latin typeface="Times New Roman"/>
                <a:cs typeface="Times New Roman"/>
              </a:rPr>
              <a:t> </a:t>
            </a:r>
            <a:r>
              <a:rPr sz="1200" spc="-5" dirty="0">
                <a:latin typeface="Times New Roman"/>
                <a:cs typeface="Times New Roman"/>
              </a:rPr>
              <a:t>Process</a:t>
            </a:r>
            <a:r>
              <a:rPr sz="1200" spc="135" dirty="0">
                <a:latin typeface="Times New Roman"/>
                <a:cs typeface="Times New Roman"/>
              </a:rPr>
              <a:t> </a:t>
            </a:r>
            <a:r>
              <a:rPr sz="1200" dirty="0">
                <a:latin typeface="Times New Roman"/>
                <a:cs typeface="Times New Roman"/>
              </a:rPr>
              <a:t>that</a:t>
            </a:r>
            <a:r>
              <a:rPr sz="1200" spc="170" dirty="0">
                <a:latin typeface="Times New Roman"/>
                <a:cs typeface="Times New Roman"/>
              </a:rPr>
              <a:t> </a:t>
            </a:r>
            <a:r>
              <a:rPr sz="1200" spc="-5" dirty="0">
                <a:latin typeface="Times New Roman"/>
                <a:cs typeface="Times New Roman"/>
              </a:rPr>
              <a:t>transforms</a:t>
            </a:r>
            <a:r>
              <a:rPr sz="1200" spc="150" dirty="0">
                <a:latin typeface="Times New Roman"/>
                <a:cs typeface="Times New Roman"/>
              </a:rPr>
              <a:t> </a:t>
            </a:r>
            <a:r>
              <a:rPr sz="1200" dirty="0">
                <a:latin typeface="Times New Roman"/>
                <a:cs typeface="Times New Roman"/>
              </a:rPr>
              <a:t>incoming</a:t>
            </a:r>
            <a:r>
              <a:rPr sz="1200" spc="145" dirty="0">
                <a:latin typeface="Times New Roman"/>
                <a:cs typeface="Times New Roman"/>
              </a:rPr>
              <a:t> </a:t>
            </a:r>
            <a:r>
              <a:rPr sz="1200" spc="-5" dirty="0">
                <a:latin typeface="Times New Roman"/>
                <a:cs typeface="Times New Roman"/>
              </a:rPr>
              <a:t>data</a:t>
            </a:r>
            <a:r>
              <a:rPr sz="1200" spc="145" dirty="0">
                <a:latin typeface="Times New Roman"/>
                <a:cs typeface="Times New Roman"/>
              </a:rPr>
              <a:t> </a:t>
            </a:r>
            <a:r>
              <a:rPr sz="1200" dirty="0">
                <a:latin typeface="Times New Roman"/>
                <a:cs typeface="Times New Roman"/>
              </a:rPr>
              <a:t>flow</a:t>
            </a:r>
            <a:r>
              <a:rPr sz="1200" spc="125" dirty="0">
                <a:latin typeface="Times New Roman"/>
                <a:cs typeface="Times New Roman"/>
              </a:rPr>
              <a:t> </a:t>
            </a:r>
            <a:r>
              <a:rPr sz="1200" spc="-20" dirty="0">
                <a:latin typeface="Times New Roman"/>
                <a:cs typeface="Times New Roman"/>
              </a:rPr>
              <a:t>into </a:t>
            </a:r>
            <a:r>
              <a:rPr sz="1200" spc="-285" dirty="0">
                <a:latin typeface="Times New Roman"/>
                <a:cs typeface="Times New Roman"/>
              </a:rPr>
              <a:t> </a:t>
            </a:r>
            <a:r>
              <a:rPr sz="1200" spc="-5" dirty="0">
                <a:latin typeface="Times New Roman"/>
                <a:cs typeface="Times New Roman"/>
              </a:rPr>
              <a:t>outgoing</a:t>
            </a:r>
            <a:r>
              <a:rPr sz="1200" spc="-25" dirty="0">
                <a:latin typeface="Times New Roman"/>
                <a:cs typeface="Times New Roman"/>
              </a:rPr>
              <a:t> </a:t>
            </a:r>
            <a:r>
              <a:rPr sz="1200" spc="-15" dirty="0">
                <a:latin typeface="Times New Roman"/>
                <a:cs typeface="Times New Roman"/>
              </a:rPr>
              <a:t>dataflow.</a:t>
            </a:r>
            <a:endParaRPr sz="1200">
              <a:latin typeface="Times New Roman"/>
              <a:cs typeface="Times New Roman"/>
            </a:endParaRPr>
          </a:p>
        </p:txBody>
      </p:sp>
      <p:sp>
        <p:nvSpPr>
          <p:cNvPr id="8" name="object 8"/>
          <p:cNvSpPr txBox="1"/>
          <p:nvPr/>
        </p:nvSpPr>
        <p:spPr>
          <a:xfrm>
            <a:off x="1083055" y="7894701"/>
            <a:ext cx="50787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a:t>
            </a:r>
            <a:r>
              <a:rPr sz="1200" spc="560" dirty="0">
                <a:latin typeface="Times New Roman"/>
                <a:cs typeface="Times New Roman"/>
              </a:rPr>
              <a:t> </a:t>
            </a:r>
            <a:r>
              <a:rPr sz="1200" spc="-5" dirty="0">
                <a:latin typeface="Times New Roman"/>
                <a:cs typeface="Times New Roman"/>
              </a:rPr>
              <a:t>An</a:t>
            </a:r>
            <a:r>
              <a:rPr sz="1200" spc="-20" dirty="0">
                <a:latin typeface="Times New Roman"/>
                <a:cs typeface="Times New Roman"/>
              </a:rPr>
              <a:t> </a:t>
            </a:r>
            <a:r>
              <a:rPr sz="1200" dirty="0">
                <a:latin typeface="Times New Roman"/>
                <a:cs typeface="Times New Roman"/>
              </a:rPr>
              <a:t>open</a:t>
            </a:r>
            <a:r>
              <a:rPr sz="1200" spc="-5" dirty="0">
                <a:latin typeface="Times New Roman"/>
                <a:cs typeface="Times New Roman"/>
              </a:rPr>
              <a:t> rectangle</a:t>
            </a:r>
            <a:r>
              <a:rPr sz="1200" spc="35"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dirty="0">
                <a:latin typeface="Times New Roman"/>
                <a:cs typeface="Times New Roman"/>
              </a:rPr>
              <a:t>a </a:t>
            </a:r>
            <a:r>
              <a:rPr sz="1200" spc="-5" dirty="0">
                <a:latin typeface="Times New Roman"/>
                <a:cs typeface="Times New Roman"/>
              </a:rPr>
              <a:t>Data</a:t>
            </a:r>
            <a:r>
              <a:rPr sz="1200" spc="5" dirty="0">
                <a:latin typeface="Times New Roman"/>
                <a:cs typeface="Times New Roman"/>
              </a:rPr>
              <a:t> </a:t>
            </a:r>
            <a:r>
              <a:rPr sz="1200" spc="-15" dirty="0">
                <a:latin typeface="Times New Roman"/>
                <a:cs typeface="Times New Roman"/>
              </a:rPr>
              <a:t>store-data</a:t>
            </a:r>
            <a:r>
              <a:rPr sz="1200" spc="40" dirty="0">
                <a:latin typeface="Times New Roman"/>
                <a:cs typeface="Times New Roman"/>
              </a:rPr>
              <a:t> </a:t>
            </a:r>
            <a:r>
              <a:rPr sz="1200" spc="-5" dirty="0">
                <a:latin typeface="Times New Roman"/>
                <a:cs typeface="Times New Roman"/>
              </a:rPr>
              <a:t>at rest,</a:t>
            </a:r>
            <a:r>
              <a:rPr sz="1200" spc="5"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a </a:t>
            </a:r>
            <a:r>
              <a:rPr sz="1200" spc="-5" dirty="0">
                <a:latin typeface="Times New Roman"/>
                <a:cs typeface="Times New Roman"/>
              </a:rPr>
              <a:t>temporary</a:t>
            </a:r>
            <a:r>
              <a:rPr sz="1200" spc="10" dirty="0">
                <a:latin typeface="Times New Roman"/>
                <a:cs typeface="Times New Roman"/>
              </a:rPr>
              <a:t> </a:t>
            </a:r>
            <a:r>
              <a:rPr sz="1200" spc="-5" dirty="0">
                <a:latin typeface="Times New Roman"/>
                <a:cs typeface="Times New Roman"/>
              </a:rPr>
              <a:t>repository</a:t>
            </a:r>
            <a:r>
              <a:rPr sz="1200" spc="5" dirty="0">
                <a:latin typeface="Times New Roman"/>
                <a:cs typeface="Times New Roman"/>
              </a:rPr>
              <a:t> </a:t>
            </a:r>
            <a:r>
              <a:rPr sz="1200" dirty="0">
                <a:latin typeface="Times New Roman"/>
                <a:cs typeface="Times New Roman"/>
              </a:rPr>
              <a:t>of</a:t>
            </a:r>
            <a:r>
              <a:rPr sz="1200" spc="-15" dirty="0">
                <a:latin typeface="Times New Roman"/>
                <a:cs typeface="Times New Roman"/>
              </a:rPr>
              <a:t> data.</a:t>
            </a:r>
            <a:endParaRPr sz="1200">
              <a:latin typeface="Times New Roman"/>
              <a:cs typeface="Times New Roman"/>
            </a:endParaRPr>
          </a:p>
        </p:txBody>
      </p:sp>
      <p:grpSp>
        <p:nvGrpSpPr>
          <p:cNvPr id="9" name="object 9"/>
          <p:cNvGrpSpPr/>
          <p:nvPr/>
        </p:nvGrpSpPr>
        <p:grpSpPr>
          <a:xfrm>
            <a:off x="495554" y="463550"/>
            <a:ext cx="6578600" cy="9957435"/>
            <a:chOff x="495554" y="463550"/>
            <a:chExt cx="6578600" cy="9957435"/>
          </a:xfrm>
        </p:grpSpPr>
        <p:pic>
          <p:nvPicPr>
            <p:cNvPr id="10" name="object 10"/>
            <p:cNvPicPr/>
            <p:nvPr/>
          </p:nvPicPr>
          <p:blipFill>
            <a:blip r:embed="rId2" cstate="print"/>
            <a:stretch>
              <a:fillRect/>
            </a:stretch>
          </p:blipFill>
          <p:spPr>
            <a:xfrm>
              <a:off x="2848355" y="4149852"/>
              <a:ext cx="923544" cy="665988"/>
            </a:xfrm>
            <a:prstGeom prst="rect">
              <a:avLst/>
            </a:prstGeom>
          </p:spPr>
        </p:pic>
        <p:pic>
          <p:nvPicPr>
            <p:cNvPr id="11" name="object 11"/>
            <p:cNvPicPr/>
            <p:nvPr/>
          </p:nvPicPr>
          <p:blipFill>
            <a:blip r:embed="rId3" cstate="print"/>
            <a:stretch>
              <a:fillRect/>
            </a:stretch>
          </p:blipFill>
          <p:spPr>
            <a:xfrm>
              <a:off x="2485643" y="5715001"/>
              <a:ext cx="1981200" cy="28954"/>
            </a:xfrm>
            <a:prstGeom prst="rect">
              <a:avLst/>
            </a:prstGeom>
          </p:spPr>
        </p:pic>
        <p:pic>
          <p:nvPicPr>
            <p:cNvPr id="12" name="object 12"/>
            <p:cNvPicPr/>
            <p:nvPr/>
          </p:nvPicPr>
          <p:blipFill>
            <a:blip r:embed="rId4" cstate="print"/>
            <a:stretch>
              <a:fillRect/>
            </a:stretch>
          </p:blipFill>
          <p:spPr>
            <a:xfrm>
              <a:off x="3191255" y="6775704"/>
              <a:ext cx="961644" cy="923544"/>
            </a:xfrm>
            <a:prstGeom prst="rect">
              <a:avLst/>
            </a:prstGeom>
          </p:spPr>
        </p:pic>
        <p:pic>
          <p:nvPicPr>
            <p:cNvPr id="13" name="object 13"/>
            <p:cNvPicPr/>
            <p:nvPr/>
          </p:nvPicPr>
          <p:blipFill>
            <a:blip r:embed="rId5" cstate="print"/>
            <a:stretch>
              <a:fillRect/>
            </a:stretch>
          </p:blipFill>
          <p:spPr>
            <a:xfrm>
              <a:off x="3198876" y="8389619"/>
              <a:ext cx="1374648" cy="457200"/>
            </a:xfrm>
            <a:prstGeom prst="rect">
              <a:avLst/>
            </a:prstGeom>
          </p:spPr>
        </p:pic>
        <p:sp>
          <p:nvSpPr>
            <p:cNvPr id="14" name="object 14"/>
            <p:cNvSpPr/>
            <p:nvPr/>
          </p:nvSpPr>
          <p:spPr>
            <a:xfrm>
              <a:off x="3343655" y="8433816"/>
              <a:ext cx="0" cy="408940"/>
            </a:xfrm>
            <a:custGeom>
              <a:avLst/>
              <a:gdLst/>
              <a:ahLst/>
              <a:cxnLst/>
              <a:rect l="l" t="t" r="r" b="b"/>
              <a:pathLst>
                <a:path h="408940">
                  <a:moveTo>
                    <a:pt x="0" y="408432"/>
                  </a:moveTo>
                  <a:lnTo>
                    <a:pt x="0" y="0"/>
                  </a:lnTo>
                </a:path>
              </a:pathLst>
            </a:custGeom>
            <a:ln w="9523">
              <a:solidFill>
                <a:srgbClr val="000000"/>
              </a:solidFill>
            </a:ln>
          </p:spPr>
          <p:txBody>
            <a:bodyPr wrap="square" lIns="0" tIns="0" rIns="0" bIns="0" rtlCol="0"/>
            <a:lstStyle/>
            <a:p>
              <a:endParaRPr/>
            </a:p>
          </p:txBody>
        </p:sp>
        <p:sp>
          <p:nvSpPr>
            <p:cNvPr id="15" name="object 15"/>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25</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4444365" cy="67881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5.2</a:t>
            </a:r>
            <a:r>
              <a:rPr sz="1400" b="1" spc="-35" dirty="0">
                <a:latin typeface="Times New Roman"/>
                <a:cs typeface="Times New Roman"/>
              </a:rPr>
              <a:t> </a:t>
            </a:r>
            <a:r>
              <a:rPr sz="1400" b="1" spc="-5" dirty="0">
                <a:latin typeface="Times New Roman"/>
                <a:cs typeface="Times New Roman"/>
              </a:rPr>
              <a:t>Data</a:t>
            </a:r>
            <a:r>
              <a:rPr sz="1400" b="1" spc="-25" dirty="0">
                <a:latin typeface="Times New Roman"/>
                <a:cs typeface="Times New Roman"/>
              </a:rPr>
              <a:t> </a:t>
            </a:r>
            <a:r>
              <a:rPr sz="1400" b="1" spc="-5" dirty="0">
                <a:latin typeface="Times New Roman"/>
                <a:cs typeface="Times New Roman"/>
              </a:rPr>
              <a:t>Flow</a:t>
            </a:r>
            <a:r>
              <a:rPr sz="1400" b="1" spc="-50" dirty="0">
                <a:latin typeface="Times New Roman"/>
                <a:cs typeface="Times New Roman"/>
              </a:rPr>
              <a:t> </a:t>
            </a:r>
            <a:r>
              <a:rPr sz="1400" b="1" spc="-15" dirty="0">
                <a:latin typeface="Times New Roman"/>
                <a:cs typeface="Times New Roman"/>
              </a:rPr>
              <a:t>Diagrams</a:t>
            </a:r>
            <a:endParaRPr sz="1400">
              <a:latin typeface="Times New Roman"/>
              <a:cs typeface="Times New Roman"/>
            </a:endParaRPr>
          </a:p>
          <a:p>
            <a:pPr>
              <a:lnSpc>
                <a:spcPct val="100000"/>
              </a:lnSpc>
            </a:pPr>
            <a:endParaRPr sz="1550">
              <a:latin typeface="Times New Roman"/>
              <a:cs typeface="Times New Roman"/>
            </a:endParaRPr>
          </a:p>
          <a:p>
            <a:pPr marL="12700">
              <a:lnSpc>
                <a:spcPct val="100000"/>
              </a:lnSpc>
            </a:pPr>
            <a:r>
              <a:rPr sz="1400" b="1" spc="-25" dirty="0">
                <a:latin typeface="Times New Roman"/>
                <a:cs typeface="Times New Roman"/>
              </a:rPr>
              <a:t>LE</a:t>
            </a:r>
            <a:r>
              <a:rPr sz="1400" b="1" spc="-30" dirty="0">
                <a:latin typeface="Times New Roman"/>
                <a:cs typeface="Times New Roman"/>
              </a:rPr>
              <a:t>V</a:t>
            </a:r>
            <a:r>
              <a:rPr sz="1400" b="1" spc="-25" dirty="0">
                <a:latin typeface="Times New Roman"/>
                <a:cs typeface="Times New Roman"/>
              </a:rPr>
              <a:t>E</a:t>
            </a:r>
            <a:r>
              <a:rPr sz="1400" b="1" dirty="0">
                <a:latin typeface="Times New Roman"/>
                <a:cs typeface="Times New Roman"/>
              </a:rPr>
              <a:t>L</a:t>
            </a:r>
            <a:r>
              <a:rPr sz="1400" b="1" spc="-65" dirty="0">
                <a:latin typeface="Times New Roman"/>
                <a:cs typeface="Times New Roman"/>
              </a:rPr>
              <a:t> </a:t>
            </a:r>
            <a:r>
              <a:rPr sz="1400" b="1" dirty="0">
                <a:latin typeface="Times New Roman"/>
                <a:cs typeface="Times New Roman"/>
              </a:rPr>
              <a:t>0</a:t>
            </a:r>
            <a:r>
              <a:rPr sz="1400" b="1" spc="5" dirty="0">
                <a:latin typeface="Times New Roman"/>
                <a:cs typeface="Times New Roman"/>
              </a:rPr>
              <a:t> </a:t>
            </a:r>
            <a:r>
              <a:rPr sz="1400" b="1" spc="-10" dirty="0">
                <a:latin typeface="Times New Roman"/>
                <a:cs typeface="Times New Roman"/>
              </a:rPr>
              <a:t>DFD</a:t>
            </a:r>
            <a:r>
              <a:rPr sz="1400" b="1" dirty="0">
                <a:latin typeface="Times New Roman"/>
                <a:cs typeface="Times New Roman"/>
              </a:rPr>
              <a:t>:</a:t>
            </a:r>
            <a:r>
              <a:rPr sz="1400" b="1" spc="20" dirty="0">
                <a:latin typeface="Times New Roman"/>
                <a:cs typeface="Times New Roman"/>
              </a:rPr>
              <a:t> </a:t>
            </a:r>
            <a:r>
              <a:rPr sz="1400" b="1" spc="-20" dirty="0">
                <a:latin typeface="Times New Roman"/>
                <a:cs typeface="Times New Roman"/>
              </a:rPr>
              <a:t>P</a:t>
            </a:r>
            <a:r>
              <a:rPr sz="1400" b="1" spc="-15" dirty="0">
                <a:latin typeface="Times New Roman"/>
                <a:cs typeface="Times New Roman"/>
              </a:rPr>
              <a:t>H</a:t>
            </a:r>
            <a:r>
              <a:rPr sz="1400" b="1" spc="-20" dirty="0">
                <a:latin typeface="Times New Roman"/>
                <a:cs typeface="Times New Roman"/>
              </a:rPr>
              <a:t>ARMAC</a:t>
            </a:r>
            <a:r>
              <a:rPr sz="1400" b="1" dirty="0">
                <a:latin typeface="Times New Roman"/>
                <a:cs typeface="Times New Roman"/>
              </a:rPr>
              <a:t>Y</a:t>
            </a:r>
            <a:r>
              <a:rPr sz="1400" b="1" spc="-40" dirty="0">
                <a:latin typeface="Times New Roman"/>
                <a:cs typeface="Times New Roman"/>
              </a:rPr>
              <a:t> </a:t>
            </a:r>
            <a:r>
              <a:rPr sz="1400" b="1" spc="-20" dirty="0">
                <a:latin typeface="Times New Roman"/>
                <a:cs typeface="Times New Roman"/>
              </a:rPr>
              <a:t>MANA</a:t>
            </a:r>
            <a:r>
              <a:rPr sz="1400" b="1" spc="-15" dirty="0">
                <a:latin typeface="Times New Roman"/>
                <a:cs typeface="Times New Roman"/>
              </a:rPr>
              <a:t>GE</a:t>
            </a:r>
            <a:r>
              <a:rPr sz="1400" b="1" spc="-20" dirty="0">
                <a:latin typeface="Times New Roman"/>
                <a:cs typeface="Times New Roman"/>
              </a:rPr>
              <a:t>M</a:t>
            </a:r>
            <a:r>
              <a:rPr sz="1400" b="1" spc="-15" dirty="0">
                <a:latin typeface="Times New Roman"/>
                <a:cs typeface="Times New Roman"/>
              </a:rPr>
              <a:t>E</a:t>
            </a:r>
            <a:r>
              <a:rPr sz="1400" b="1" spc="-20" dirty="0">
                <a:latin typeface="Times New Roman"/>
                <a:cs typeface="Times New Roman"/>
              </a:rPr>
              <a:t>N</a:t>
            </a:r>
            <a:r>
              <a:rPr sz="1400" b="1" dirty="0">
                <a:latin typeface="Times New Roman"/>
                <a:cs typeface="Times New Roman"/>
              </a:rPr>
              <a:t>T</a:t>
            </a:r>
            <a:r>
              <a:rPr sz="1400" b="1" spc="30" dirty="0">
                <a:latin typeface="Times New Roman"/>
                <a:cs typeface="Times New Roman"/>
              </a:rPr>
              <a:t> </a:t>
            </a:r>
            <a:r>
              <a:rPr sz="1400" b="1" spc="-15" dirty="0">
                <a:latin typeface="Times New Roman"/>
                <a:cs typeface="Times New Roman"/>
              </a:rPr>
              <a:t>S</a:t>
            </a:r>
            <a:r>
              <a:rPr sz="1400" b="1" spc="-20" dirty="0">
                <a:latin typeface="Times New Roman"/>
                <a:cs typeface="Times New Roman"/>
              </a:rPr>
              <a:t>Y</a:t>
            </a:r>
            <a:r>
              <a:rPr sz="1400" b="1" spc="-15" dirty="0">
                <a:latin typeface="Times New Roman"/>
                <a:cs typeface="Times New Roman"/>
              </a:rPr>
              <a:t>STE</a:t>
            </a:r>
            <a:r>
              <a:rPr sz="1400" b="1" dirty="0">
                <a:latin typeface="Times New Roman"/>
                <a:cs typeface="Times New Roman"/>
              </a:rPr>
              <a:t>M</a:t>
            </a:r>
            <a:endParaRPr sz="1400">
              <a:latin typeface="Times New Roman"/>
              <a:cs typeface="Times New Roman"/>
            </a:endParaRPr>
          </a:p>
        </p:txBody>
      </p:sp>
      <p:sp>
        <p:nvSpPr>
          <p:cNvPr id="6" name="object 6"/>
          <p:cNvSpPr txBox="1"/>
          <p:nvPr/>
        </p:nvSpPr>
        <p:spPr>
          <a:xfrm>
            <a:off x="901700" y="5000354"/>
            <a:ext cx="4445000" cy="239395"/>
          </a:xfrm>
          <a:prstGeom prst="rect">
            <a:avLst/>
          </a:prstGeom>
        </p:spPr>
        <p:txBody>
          <a:bodyPr vert="horz" wrap="square" lIns="0" tIns="13335" rIns="0" bIns="0" rtlCol="0">
            <a:spAutoFit/>
          </a:bodyPr>
          <a:lstStyle/>
          <a:p>
            <a:pPr marL="12700">
              <a:lnSpc>
                <a:spcPct val="100000"/>
              </a:lnSpc>
              <a:spcBef>
                <a:spcPts val="105"/>
              </a:spcBef>
            </a:pPr>
            <a:r>
              <a:rPr sz="1400" b="1" spc="-25" dirty="0">
                <a:latin typeface="Times New Roman"/>
                <a:cs typeface="Times New Roman"/>
              </a:rPr>
              <a:t>LE</a:t>
            </a:r>
            <a:r>
              <a:rPr sz="1400" b="1" spc="-30" dirty="0">
                <a:latin typeface="Times New Roman"/>
                <a:cs typeface="Times New Roman"/>
              </a:rPr>
              <a:t>V</a:t>
            </a:r>
            <a:r>
              <a:rPr sz="1400" b="1" spc="-25" dirty="0">
                <a:latin typeface="Times New Roman"/>
                <a:cs typeface="Times New Roman"/>
              </a:rPr>
              <a:t>E</a:t>
            </a:r>
            <a:r>
              <a:rPr sz="1400" b="1" dirty="0">
                <a:latin typeface="Times New Roman"/>
                <a:cs typeface="Times New Roman"/>
              </a:rPr>
              <a:t>L</a:t>
            </a:r>
            <a:r>
              <a:rPr sz="1400" b="1" spc="-65" dirty="0">
                <a:latin typeface="Times New Roman"/>
                <a:cs typeface="Times New Roman"/>
              </a:rPr>
              <a:t> </a:t>
            </a:r>
            <a:r>
              <a:rPr sz="1400" b="1" dirty="0">
                <a:latin typeface="Times New Roman"/>
                <a:cs typeface="Times New Roman"/>
              </a:rPr>
              <a:t>1</a:t>
            </a:r>
            <a:r>
              <a:rPr sz="1400" b="1" spc="5" dirty="0">
                <a:latin typeface="Times New Roman"/>
                <a:cs typeface="Times New Roman"/>
              </a:rPr>
              <a:t> </a:t>
            </a:r>
            <a:r>
              <a:rPr sz="1400" b="1" spc="-10" dirty="0">
                <a:latin typeface="Times New Roman"/>
                <a:cs typeface="Times New Roman"/>
              </a:rPr>
              <a:t>DFD</a:t>
            </a:r>
            <a:r>
              <a:rPr sz="1400" b="1" dirty="0">
                <a:latin typeface="Times New Roman"/>
                <a:cs typeface="Times New Roman"/>
              </a:rPr>
              <a:t>:</a:t>
            </a:r>
            <a:r>
              <a:rPr sz="1400" b="1" spc="10" dirty="0">
                <a:latin typeface="Times New Roman"/>
                <a:cs typeface="Times New Roman"/>
              </a:rPr>
              <a:t> </a:t>
            </a:r>
            <a:r>
              <a:rPr sz="1400" b="1" spc="-20" dirty="0">
                <a:latin typeface="Times New Roman"/>
                <a:cs typeface="Times New Roman"/>
              </a:rPr>
              <a:t>P</a:t>
            </a:r>
            <a:r>
              <a:rPr sz="1400" b="1" spc="-15" dirty="0">
                <a:latin typeface="Times New Roman"/>
                <a:cs typeface="Times New Roman"/>
              </a:rPr>
              <a:t>H</a:t>
            </a:r>
            <a:r>
              <a:rPr sz="1400" b="1" spc="-20" dirty="0">
                <a:latin typeface="Times New Roman"/>
                <a:cs typeface="Times New Roman"/>
              </a:rPr>
              <a:t>ARMAC</a:t>
            </a:r>
            <a:r>
              <a:rPr sz="1400" b="1" dirty="0">
                <a:latin typeface="Times New Roman"/>
                <a:cs typeface="Times New Roman"/>
              </a:rPr>
              <a:t>Y</a:t>
            </a:r>
            <a:r>
              <a:rPr sz="1400" b="1" spc="-15" dirty="0">
                <a:latin typeface="Times New Roman"/>
                <a:cs typeface="Times New Roman"/>
              </a:rPr>
              <a:t> </a:t>
            </a:r>
            <a:r>
              <a:rPr sz="1400" b="1" spc="-20" dirty="0">
                <a:latin typeface="Times New Roman"/>
                <a:cs typeface="Times New Roman"/>
              </a:rPr>
              <a:t>MANA</a:t>
            </a:r>
            <a:r>
              <a:rPr sz="1400" b="1" spc="-15" dirty="0">
                <a:latin typeface="Times New Roman"/>
                <a:cs typeface="Times New Roman"/>
              </a:rPr>
              <a:t>GE</a:t>
            </a:r>
            <a:r>
              <a:rPr sz="1400" b="1" spc="-20" dirty="0">
                <a:latin typeface="Times New Roman"/>
                <a:cs typeface="Times New Roman"/>
              </a:rPr>
              <a:t>M</a:t>
            </a:r>
            <a:r>
              <a:rPr sz="1400" b="1" spc="-15" dirty="0">
                <a:latin typeface="Times New Roman"/>
                <a:cs typeface="Times New Roman"/>
              </a:rPr>
              <a:t>E</a:t>
            </a:r>
            <a:r>
              <a:rPr sz="1400" b="1" spc="-20" dirty="0">
                <a:latin typeface="Times New Roman"/>
                <a:cs typeface="Times New Roman"/>
              </a:rPr>
              <a:t>N</a:t>
            </a:r>
            <a:r>
              <a:rPr sz="1400" b="1" dirty="0">
                <a:latin typeface="Times New Roman"/>
                <a:cs typeface="Times New Roman"/>
              </a:rPr>
              <a:t>T</a:t>
            </a:r>
            <a:r>
              <a:rPr sz="1400" b="1" spc="25" dirty="0">
                <a:latin typeface="Times New Roman"/>
                <a:cs typeface="Times New Roman"/>
              </a:rPr>
              <a:t> </a:t>
            </a:r>
            <a:r>
              <a:rPr sz="1400" b="1" spc="-15" dirty="0">
                <a:latin typeface="Times New Roman"/>
                <a:cs typeface="Times New Roman"/>
              </a:rPr>
              <a:t>S</a:t>
            </a:r>
            <a:r>
              <a:rPr sz="1400" b="1" spc="-20" dirty="0">
                <a:latin typeface="Times New Roman"/>
                <a:cs typeface="Times New Roman"/>
              </a:rPr>
              <a:t>Y</a:t>
            </a:r>
            <a:r>
              <a:rPr sz="1400" b="1" spc="-15" dirty="0">
                <a:latin typeface="Times New Roman"/>
                <a:cs typeface="Times New Roman"/>
              </a:rPr>
              <a:t>STE</a:t>
            </a:r>
            <a:r>
              <a:rPr sz="1400" b="1" dirty="0">
                <a:latin typeface="Times New Roman"/>
                <a:cs typeface="Times New Roman"/>
              </a:rPr>
              <a:t>M</a:t>
            </a:r>
            <a:endParaRPr sz="1400" dirty="0">
              <a:latin typeface="Times New Roman"/>
              <a:cs typeface="Times New Roman"/>
            </a:endParaRPr>
          </a:p>
        </p:txBody>
      </p:sp>
      <p:sp>
        <p:nvSpPr>
          <p:cNvPr id="10" name="object 10"/>
          <p:cNvSpPr/>
          <p:nvPr/>
        </p:nvSpPr>
        <p:spPr>
          <a:xfrm>
            <a:off x="584200" y="472749"/>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pic>
        <p:nvPicPr>
          <p:cNvPr id="16" name="Picture 15">
            <a:extLst>
              <a:ext uri="{FF2B5EF4-FFF2-40B4-BE49-F238E27FC236}">
                <a16:creationId xmlns:a16="http://schemas.microsoft.com/office/drawing/2014/main" id="{9AC901D0-9F41-4D32-BF52-C1A6EA0DB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4725" y="1603613"/>
            <a:ext cx="4948275" cy="3382248"/>
          </a:xfrm>
          <a:prstGeom prst="rect">
            <a:avLst/>
          </a:prstGeom>
        </p:spPr>
      </p:pic>
      <p:pic>
        <p:nvPicPr>
          <p:cNvPr id="18" name="Picture 17">
            <a:extLst>
              <a:ext uri="{FF2B5EF4-FFF2-40B4-BE49-F238E27FC236}">
                <a16:creationId xmlns:a16="http://schemas.microsoft.com/office/drawing/2014/main" id="{AC29B615-158C-4A91-B439-72A497F20D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044" y="5441297"/>
            <a:ext cx="5963482" cy="45726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2213610" cy="239395"/>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Times New Roman"/>
                <a:cs typeface="Times New Roman"/>
              </a:rPr>
              <a:t>LE</a:t>
            </a:r>
            <a:r>
              <a:rPr sz="1400" b="1" spc="-30" dirty="0">
                <a:latin typeface="Times New Roman"/>
                <a:cs typeface="Times New Roman"/>
              </a:rPr>
              <a:t>V</a:t>
            </a:r>
            <a:r>
              <a:rPr sz="1400" b="1" spc="-25" dirty="0">
                <a:latin typeface="Times New Roman"/>
                <a:cs typeface="Times New Roman"/>
              </a:rPr>
              <a:t>E</a:t>
            </a:r>
            <a:r>
              <a:rPr sz="1400" b="1" dirty="0">
                <a:latin typeface="Times New Roman"/>
                <a:cs typeface="Times New Roman"/>
              </a:rPr>
              <a:t>L</a:t>
            </a:r>
            <a:r>
              <a:rPr sz="1400" b="1" spc="-65" dirty="0">
                <a:latin typeface="Times New Roman"/>
                <a:cs typeface="Times New Roman"/>
              </a:rPr>
              <a:t> </a:t>
            </a:r>
            <a:r>
              <a:rPr sz="1400" b="1" dirty="0">
                <a:latin typeface="Times New Roman"/>
                <a:cs typeface="Times New Roman"/>
              </a:rPr>
              <a:t>2</a:t>
            </a:r>
            <a:r>
              <a:rPr sz="1400" b="1" spc="5" dirty="0">
                <a:latin typeface="Times New Roman"/>
                <a:cs typeface="Times New Roman"/>
              </a:rPr>
              <a:t> </a:t>
            </a:r>
            <a:r>
              <a:rPr sz="1400" b="1" spc="-10" dirty="0">
                <a:latin typeface="Times New Roman"/>
                <a:cs typeface="Times New Roman"/>
              </a:rPr>
              <a:t>DF</a:t>
            </a:r>
            <a:r>
              <a:rPr sz="1400" b="1" dirty="0">
                <a:latin typeface="Times New Roman"/>
                <a:cs typeface="Times New Roman"/>
              </a:rPr>
              <a:t>D </a:t>
            </a:r>
            <a:r>
              <a:rPr sz="1400" b="1" spc="-20" dirty="0">
                <a:latin typeface="Times New Roman"/>
                <a:cs typeface="Times New Roman"/>
              </a:rPr>
              <a:t>F</a:t>
            </a:r>
            <a:r>
              <a:rPr sz="1400" b="1" spc="-15" dirty="0">
                <a:latin typeface="Times New Roman"/>
                <a:cs typeface="Times New Roman"/>
              </a:rPr>
              <a:t>O</a:t>
            </a:r>
            <a:r>
              <a:rPr sz="1400" b="1" dirty="0">
                <a:latin typeface="Times New Roman"/>
                <a:cs typeface="Times New Roman"/>
              </a:rPr>
              <a:t>R</a:t>
            </a:r>
            <a:r>
              <a:rPr sz="1400" b="1" spc="-95" dirty="0">
                <a:latin typeface="Times New Roman"/>
                <a:cs typeface="Times New Roman"/>
              </a:rPr>
              <a:t> </a:t>
            </a:r>
            <a:r>
              <a:rPr sz="1400" b="1" spc="-30" dirty="0">
                <a:latin typeface="Times New Roman"/>
                <a:cs typeface="Times New Roman"/>
              </a:rPr>
              <a:t>ADM</a:t>
            </a:r>
            <a:r>
              <a:rPr sz="1400" b="1" spc="-20" dirty="0">
                <a:latin typeface="Times New Roman"/>
                <a:cs typeface="Times New Roman"/>
              </a:rPr>
              <a:t>I</a:t>
            </a:r>
            <a:r>
              <a:rPr sz="1400" b="1" dirty="0">
                <a:latin typeface="Times New Roman"/>
                <a:cs typeface="Times New Roman"/>
              </a:rPr>
              <a:t>N</a:t>
            </a:r>
            <a:endParaRPr sz="1400">
              <a:latin typeface="Times New Roman"/>
              <a:cs typeface="Times New Roman"/>
            </a:endParaRPr>
          </a:p>
        </p:txBody>
      </p:sp>
      <p:sp>
        <p:nvSpPr>
          <p:cNvPr id="6" name="object 6"/>
          <p:cNvSpPr txBox="1"/>
          <p:nvPr/>
        </p:nvSpPr>
        <p:spPr>
          <a:xfrm>
            <a:off x="955038" y="5856383"/>
            <a:ext cx="2813050" cy="228909"/>
          </a:xfrm>
          <a:prstGeom prst="rect">
            <a:avLst/>
          </a:prstGeom>
        </p:spPr>
        <p:txBody>
          <a:bodyPr vert="horz" wrap="square" lIns="0" tIns="13335" rIns="0" bIns="0" rtlCol="0">
            <a:spAutoFit/>
          </a:bodyPr>
          <a:lstStyle/>
          <a:p>
            <a:pPr marL="12700">
              <a:lnSpc>
                <a:spcPct val="100000"/>
              </a:lnSpc>
              <a:spcBef>
                <a:spcPts val="105"/>
              </a:spcBef>
            </a:pPr>
            <a:r>
              <a:rPr sz="1400" b="1" spc="-25" dirty="0">
                <a:latin typeface="Times New Roman"/>
                <a:cs typeface="Times New Roman"/>
              </a:rPr>
              <a:t>LE</a:t>
            </a:r>
            <a:r>
              <a:rPr sz="1400" b="1" spc="-30" dirty="0">
                <a:latin typeface="Times New Roman"/>
                <a:cs typeface="Times New Roman"/>
              </a:rPr>
              <a:t>V</a:t>
            </a:r>
            <a:r>
              <a:rPr sz="1400" b="1" spc="-25" dirty="0">
                <a:latin typeface="Times New Roman"/>
                <a:cs typeface="Times New Roman"/>
              </a:rPr>
              <a:t>E</a:t>
            </a:r>
            <a:r>
              <a:rPr sz="1400" b="1" dirty="0">
                <a:latin typeface="Times New Roman"/>
                <a:cs typeface="Times New Roman"/>
              </a:rPr>
              <a:t>L</a:t>
            </a:r>
            <a:r>
              <a:rPr sz="1400" b="1" spc="-80" dirty="0">
                <a:latin typeface="Times New Roman"/>
                <a:cs typeface="Times New Roman"/>
              </a:rPr>
              <a:t> </a:t>
            </a:r>
            <a:r>
              <a:rPr sz="1400" b="1" dirty="0">
                <a:latin typeface="Times New Roman"/>
                <a:cs typeface="Times New Roman"/>
              </a:rPr>
              <a:t>2</a:t>
            </a:r>
            <a:r>
              <a:rPr sz="1400" b="1" spc="5" dirty="0">
                <a:latin typeface="Times New Roman"/>
                <a:cs typeface="Times New Roman"/>
              </a:rPr>
              <a:t> </a:t>
            </a:r>
            <a:r>
              <a:rPr sz="1400" b="1" spc="-10" dirty="0">
                <a:latin typeface="Times New Roman"/>
                <a:cs typeface="Times New Roman"/>
              </a:rPr>
              <a:t>DF</a:t>
            </a:r>
            <a:r>
              <a:rPr sz="1400" b="1" dirty="0">
                <a:latin typeface="Times New Roman"/>
                <a:cs typeface="Times New Roman"/>
              </a:rPr>
              <a:t>D</a:t>
            </a:r>
            <a:r>
              <a:rPr sz="1400" b="1" spc="-10" dirty="0">
                <a:latin typeface="Times New Roman"/>
                <a:cs typeface="Times New Roman"/>
              </a:rPr>
              <a:t> F</a:t>
            </a:r>
            <a:r>
              <a:rPr sz="1400" b="1" dirty="0">
                <a:latin typeface="Times New Roman"/>
                <a:cs typeface="Times New Roman"/>
              </a:rPr>
              <a:t>OR</a:t>
            </a:r>
            <a:r>
              <a:rPr sz="1400" b="1" spc="-20" dirty="0">
                <a:latin typeface="Times New Roman"/>
                <a:cs typeface="Times New Roman"/>
              </a:rPr>
              <a:t> </a:t>
            </a:r>
            <a:r>
              <a:rPr lang="en-US" sz="1400" b="1" spc="-20" dirty="0">
                <a:latin typeface="Times New Roman"/>
                <a:cs typeface="Times New Roman"/>
              </a:rPr>
              <a:t>LABOUR</a:t>
            </a:r>
            <a:endParaRPr sz="1400" dirty="0">
              <a:latin typeface="Times New Roman"/>
              <a:cs typeface="Times New Roman"/>
            </a:endParaRPr>
          </a:p>
        </p:txBody>
      </p:sp>
      <p:sp>
        <p:nvSpPr>
          <p:cNvPr id="10" name="object 10"/>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pic>
        <p:nvPicPr>
          <p:cNvPr id="14" name="Picture 13">
            <a:extLst>
              <a:ext uri="{FF2B5EF4-FFF2-40B4-BE49-F238E27FC236}">
                <a16:creationId xmlns:a16="http://schemas.microsoft.com/office/drawing/2014/main" id="{BA1F3EBE-E524-46C9-8528-C2EE20D74A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310" y="1160699"/>
            <a:ext cx="5915851" cy="4086795"/>
          </a:xfrm>
          <a:prstGeom prst="rect">
            <a:avLst/>
          </a:prstGeom>
        </p:spPr>
      </p:pic>
      <p:pic>
        <p:nvPicPr>
          <p:cNvPr id="16" name="Picture 15">
            <a:extLst>
              <a:ext uri="{FF2B5EF4-FFF2-40B4-BE49-F238E27FC236}">
                <a16:creationId xmlns:a16="http://schemas.microsoft.com/office/drawing/2014/main" id="{774D89D1-1450-4F3F-9C95-9DEFE8BF76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6694181"/>
            <a:ext cx="5179062" cy="156264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2393950" cy="228268"/>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Times New Roman"/>
                <a:cs typeface="Times New Roman"/>
              </a:rPr>
              <a:t>LE</a:t>
            </a:r>
            <a:r>
              <a:rPr sz="1400" b="1" spc="-30" dirty="0">
                <a:latin typeface="Times New Roman"/>
                <a:cs typeface="Times New Roman"/>
              </a:rPr>
              <a:t>V</a:t>
            </a:r>
            <a:r>
              <a:rPr sz="1400" b="1" spc="-25" dirty="0">
                <a:latin typeface="Times New Roman"/>
                <a:cs typeface="Times New Roman"/>
              </a:rPr>
              <a:t>E</a:t>
            </a:r>
            <a:r>
              <a:rPr sz="1400" b="1" dirty="0">
                <a:latin typeface="Times New Roman"/>
                <a:cs typeface="Times New Roman"/>
              </a:rPr>
              <a:t>L</a:t>
            </a:r>
            <a:r>
              <a:rPr sz="1400" b="1" spc="-80" dirty="0">
                <a:latin typeface="Times New Roman"/>
                <a:cs typeface="Times New Roman"/>
              </a:rPr>
              <a:t> </a:t>
            </a:r>
            <a:r>
              <a:rPr sz="1400" b="1" dirty="0">
                <a:latin typeface="Times New Roman"/>
                <a:cs typeface="Times New Roman"/>
              </a:rPr>
              <a:t>2</a:t>
            </a:r>
            <a:r>
              <a:rPr sz="1400" b="1" spc="5" dirty="0">
                <a:latin typeface="Times New Roman"/>
                <a:cs typeface="Times New Roman"/>
              </a:rPr>
              <a:t> </a:t>
            </a:r>
            <a:r>
              <a:rPr sz="1400" b="1" spc="-10" dirty="0">
                <a:latin typeface="Times New Roman"/>
                <a:cs typeface="Times New Roman"/>
              </a:rPr>
              <a:t>DF</a:t>
            </a:r>
            <a:r>
              <a:rPr sz="1400" b="1" dirty="0">
                <a:latin typeface="Times New Roman"/>
                <a:cs typeface="Times New Roman"/>
              </a:rPr>
              <a:t>D</a:t>
            </a:r>
            <a:r>
              <a:rPr sz="1400" b="1" spc="-10" dirty="0">
                <a:latin typeface="Times New Roman"/>
                <a:cs typeface="Times New Roman"/>
              </a:rPr>
              <a:t> F</a:t>
            </a:r>
            <a:r>
              <a:rPr sz="1400" b="1" dirty="0">
                <a:latin typeface="Times New Roman"/>
                <a:cs typeface="Times New Roman"/>
              </a:rPr>
              <a:t>OR</a:t>
            </a:r>
            <a:r>
              <a:rPr sz="1400" b="1" spc="-20" dirty="0">
                <a:latin typeface="Times New Roman"/>
                <a:cs typeface="Times New Roman"/>
              </a:rPr>
              <a:t> </a:t>
            </a:r>
            <a:r>
              <a:rPr lang="en-US" sz="1400" b="1" spc="-20" dirty="0">
                <a:latin typeface="Times New Roman"/>
                <a:cs typeface="Times New Roman"/>
              </a:rPr>
              <a:t>USER</a:t>
            </a:r>
            <a:endParaRPr sz="1400" dirty="0">
              <a:latin typeface="Times New Roman"/>
              <a:cs typeface="Times New Roman"/>
            </a:endParaRPr>
          </a:p>
        </p:txBody>
      </p:sp>
      <p:sp>
        <p:nvSpPr>
          <p:cNvPr id="6" name="object 6"/>
          <p:cNvSpPr txBox="1"/>
          <p:nvPr/>
        </p:nvSpPr>
        <p:spPr>
          <a:xfrm>
            <a:off x="1053465" y="6319736"/>
            <a:ext cx="272478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LEVEL</a:t>
            </a:r>
            <a:r>
              <a:rPr sz="1600" b="1" spc="-114" dirty="0">
                <a:latin typeface="Times New Roman"/>
                <a:cs typeface="Times New Roman"/>
              </a:rPr>
              <a:t> </a:t>
            </a:r>
            <a:r>
              <a:rPr sz="1600" b="1" spc="-5" dirty="0">
                <a:latin typeface="Times New Roman"/>
                <a:cs typeface="Times New Roman"/>
              </a:rPr>
              <a:t>2</a:t>
            </a:r>
            <a:r>
              <a:rPr sz="1600" b="1" spc="-25" dirty="0">
                <a:latin typeface="Times New Roman"/>
                <a:cs typeface="Times New Roman"/>
              </a:rPr>
              <a:t> </a:t>
            </a:r>
            <a:r>
              <a:rPr sz="1600" b="1" spc="-5" dirty="0">
                <a:latin typeface="Times New Roman"/>
                <a:cs typeface="Times New Roman"/>
              </a:rPr>
              <a:t>DFD</a:t>
            </a:r>
            <a:r>
              <a:rPr sz="1600" b="1" spc="-10" dirty="0">
                <a:latin typeface="Times New Roman"/>
                <a:cs typeface="Times New Roman"/>
              </a:rPr>
              <a:t> </a:t>
            </a:r>
            <a:r>
              <a:rPr sz="1600" b="1" spc="-5" dirty="0">
                <a:latin typeface="Times New Roman"/>
                <a:cs typeface="Times New Roman"/>
              </a:rPr>
              <a:t>F</a:t>
            </a:r>
            <a:r>
              <a:rPr sz="1600" b="1" spc="-15" dirty="0">
                <a:latin typeface="Times New Roman"/>
                <a:cs typeface="Times New Roman"/>
              </a:rPr>
              <a:t>O</a:t>
            </a:r>
            <a:r>
              <a:rPr sz="1600" b="1" spc="-5" dirty="0">
                <a:latin typeface="Times New Roman"/>
                <a:cs typeface="Times New Roman"/>
              </a:rPr>
              <a:t>R</a:t>
            </a:r>
            <a:r>
              <a:rPr sz="1600" b="1" spc="5" dirty="0">
                <a:latin typeface="Times New Roman"/>
                <a:cs typeface="Times New Roman"/>
              </a:rPr>
              <a:t> </a:t>
            </a:r>
            <a:r>
              <a:rPr sz="1600" b="1" spc="-20" dirty="0">
                <a:latin typeface="Times New Roman"/>
                <a:cs typeface="Times New Roman"/>
              </a:rPr>
              <a:t>D</a:t>
            </a:r>
            <a:r>
              <a:rPr sz="1600" b="1" spc="-25" dirty="0">
                <a:latin typeface="Times New Roman"/>
                <a:cs typeface="Times New Roman"/>
              </a:rPr>
              <a:t>O</a:t>
            </a:r>
            <a:r>
              <a:rPr sz="1600" b="1" spc="-20" dirty="0">
                <a:latin typeface="Times New Roman"/>
                <a:cs typeface="Times New Roman"/>
              </a:rPr>
              <a:t>C</a:t>
            </a:r>
            <a:r>
              <a:rPr sz="1600" b="1" spc="-15" dirty="0">
                <a:latin typeface="Times New Roman"/>
                <a:cs typeface="Times New Roman"/>
              </a:rPr>
              <a:t>T</a:t>
            </a:r>
            <a:r>
              <a:rPr sz="1600" b="1" spc="-25" dirty="0">
                <a:latin typeface="Times New Roman"/>
                <a:cs typeface="Times New Roman"/>
              </a:rPr>
              <a:t>O</a:t>
            </a:r>
            <a:r>
              <a:rPr sz="1600" b="1" spc="-5" dirty="0">
                <a:latin typeface="Times New Roman"/>
                <a:cs typeface="Times New Roman"/>
              </a:rPr>
              <a:t>R</a:t>
            </a:r>
            <a:endParaRPr sz="1600" dirty="0">
              <a:latin typeface="Times New Roman"/>
              <a:cs typeface="Times New Roman"/>
            </a:endParaRPr>
          </a:p>
        </p:txBody>
      </p:sp>
      <p:sp>
        <p:nvSpPr>
          <p:cNvPr id="10" name="object 10"/>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pic>
        <p:nvPicPr>
          <p:cNvPr id="14" name="Picture 13">
            <a:extLst>
              <a:ext uri="{FF2B5EF4-FFF2-40B4-BE49-F238E27FC236}">
                <a16:creationId xmlns:a16="http://schemas.microsoft.com/office/drawing/2014/main" id="{E2989F0C-280E-40CC-928C-2BBEB066A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344" y="1274247"/>
            <a:ext cx="5811061" cy="4382112"/>
          </a:xfrm>
          <a:prstGeom prst="rect">
            <a:avLst/>
          </a:prstGeom>
        </p:spPr>
      </p:pic>
      <p:pic>
        <p:nvPicPr>
          <p:cNvPr id="16" name="Picture 15">
            <a:extLst>
              <a:ext uri="{FF2B5EF4-FFF2-40B4-BE49-F238E27FC236}">
                <a16:creationId xmlns:a16="http://schemas.microsoft.com/office/drawing/2014/main" id="{A35F90C6-1897-4BEC-99F7-198A56238D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7252353"/>
            <a:ext cx="5002346" cy="9812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947797" y="5221986"/>
            <a:ext cx="187960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6.</a:t>
            </a:r>
            <a:r>
              <a:rPr sz="1600" b="1" spc="-65" dirty="0">
                <a:latin typeface="Times New Roman"/>
                <a:cs typeface="Times New Roman"/>
              </a:rPr>
              <a:t> </a:t>
            </a:r>
            <a:r>
              <a:rPr sz="1600" b="1" spc="-5" dirty="0">
                <a:latin typeface="Times New Roman"/>
                <a:cs typeface="Times New Roman"/>
              </a:rPr>
              <a:t>SYSTEM</a:t>
            </a:r>
            <a:r>
              <a:rPr sz="1600" b="1" spc="-45" dirty="0">
                <a:latin typeface="Times New Roman"/>
                <a:cs typeface="Times New Roman"/>
              </a:rPr>
              <a:t> </a:t>
            </a:r>
            <a:r>
              <a:rPr sz="1600" b="1" spc="-15" dirty="0">
                <a:latin typeface="Times New Roman"/>
                <a:cs typeface="Times New Roman"/>
              </a:rPr>
              <a:t>DESIGN</a:t>
            </a:r>
            <a:endParaRPr sz="1600">
              <a:latin typeface="Times New Roman"/>
              <a:cs typeface="Times New Roman"/>
            </a:endParaRPr>
          </a:p>
        </p:txBody>
      </p:sp>
      <p:sp>
        <p:nvSpPr>
          <p:cNvPr id="6" name="object 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29</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7865" cy="8188325"/>
          </a:xfrm>
          <a:prstGeom prst="rect">
            <a:avLst/>
          </a:prstGeom>
        </p:spPr>
        <p:txBody>
          <a:bodyPr vert="horz" wrap="square" lIns="0" tIns="12700" rIns="0" bIns="0" rtlCol="0">
            <a:spAutoFit/>
          </a:bodyPr>
          <a:lstStyle/>
          <a:p>
            <a:pPr marL="279400" indent="-266700">
              <a:lnSpc>
                <a:spcPct val="100000"/>
              </a:lnSpc>
              <a:spcBef>
                <a:spcPts val="100"/>
              </a:spcBef>
              <a:buAutoNum type="arabicPeriod"/>
              <a:tabLst>
                <a:tab pos="278765" algn="l"/>
                <a:tab pos="279400" algn="l"/>
              </a:tabLst>
            </a:pPr>
            <a:r>
              <a:rPr sz="1400" b="1" dirty="0">
                <a:latin typeface="Times New Roman"/>
                <a:cs typeface="Times New Roman"/>
              </a:rPr>
              <a:t>Introduction</a:t>
            </a:r>
            <a:r>
              <a:rPr sz="1400" b="1" spc="-60" dirty="0">
                <a:latin typeface="Times New Roman"/>
                <a:cs typeface="Times New Roman"/>
              </a:rPr>
              <a:t> </a:t>
            </a:r>
            <a:r>
              <a:rPr sz="1400" b="1" dirty="0">
                <a:latin typeface="Times New Roman"/>
                <a:cs typeface="Times New Roman"/>
              </a:rPr>
              <a:t>to</a:t>
            </a:r>
            <a:r>
              <a:rPr sz="1400" b="1" spc="-85" dirty="0">
                <a:latin typeface="Times New Roman"/>
                <a:cs typeface="Times New Roman"/>
              </a:rPr>
              <a:t> </a:t>
            </a:r>
            <a:r>
              <a:rPr sz="1400" b="1" dirty="0">
                <a:latin typeface="Times New Roman"/>
                <a:cs typeface="Times New Roman"/>
              </a:rPr>
              <a:t>System</a:t>
            </a:r>
            <a:r>
              <a:rPr sz="1400" b="1" spc="-80"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marR="109855" indent="457200">
              <a:lnSpc>
                <a:spcPct val="153100"/>
              </a:lnSpc>
              <a:spcBef>
                <a:spcPts val="535"/>
              </a:spcBef>
            </a:pPr>
            <a:r>
              <a:rPr sz="1200" spc="-10" dirty="0">
                <a:latin typeface="Times New Roman"/>
                <a:cs typeface="Times New Roman"/>
              </a:rPr>
              <a:t>System </a:t>
            </a:r>
            <a:r>
              <a:rPr sz="1200" spc="-5" dirty="0">
                <a:latin typeface="Times New Roman"/>
                <a:cs typeface="Times New Roman"/>
              </a:rPr>
              <a:t>design deals </a:t>
            </a:r>
            <a:r>
              <a:rPr sz="1200" dirty="0">
                <a:latin typeface="Times New Roman"/>
                <a:cs typeface="Times New Roman"/>
              </a:rPr>
              <a:t>with planning </a:t>
            </a:r>
            <a:r>
              <a:rPr sz="1200" spc="-5" dirty="0">
                <a:latin typeface="Times New Roman"/>
                <a:cs typeface="Times New Roman"/>
              </a:rPr>
              <a:t>and designing </a:t>
            </a:r>
            <a:r>
              <a:rPr sz="1200" dirty="0">
                <a:latin typeface="Times New Roman"/>
                <a:cs typeface="Times New Roman"/>
              </a:rPr>
              <a:t>of the </a:t>
            </a:r>
            <a:r>
              <a:rPr sz="1200" spc="-10" dirty="0">
                <a:latin typeface="Times New Roman"/>
                <a:cs typeface="Times New Roman"/>
              </a:rPr>
              <a:t>system. </a:t>
            </a:r>
            <a:r>
              <a:rPr sz="1200" spc="-15" dirty="0">
                <a:latin typeface="Times New Roman"/>
                <a:cs typeface="Times New Roman"/>
              </a:rPr>
              <a:t>It </a:t>
            </a:r>
            <a:r>
              <a:rPr sz="1200" spc="-5" dirty="0">
                <a:latin typeface="Times New Roman"/>
                <a:cs typeface="Times New Roman"/>
              </a:rPr>
              <a:t>is </a:t>
            </a:r>
            <a:r>
              <a:rPr sz="1200" dirty="0">
                <a:latin typeface="Times New Roman"/>
                <a:cs typeface="Times New Roman"/>
              </a:rPr>
              <a:t>a solution that </a:t>
            </a:r>
            <a:r>
              <a:rPr sz="1200" spc="-15" dirty="0">
                <a:latin typeface="Times New Roman"/>
                <a:cs typeface="Times New Roman"/>
              </a:rPr>
              <a:t>is </a:t>
            </a:r>
            <a:r>
              <a:rPr sz="1200" spc="-28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transaction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requirements</a:t>
            </a:r>
            <a:r>
              <a:rPr sz="1200" spc="15" dirty="0">
                <a:latin typeface="Times New Roman"/>
                <a:cs typeface="Times New Roman"/>
              </a:rPr>
              <a:t> </a:t>
            </a:r>
            <a:r>
              <a:rPr sz="1200" dirty="0">
                <a:latin typeface="Times New Roman"/>
                <a:cs typeface="Times New Roman"/>
              </a:rPr>
              <a:t>into</a:t>
            </a:r>
            <a:r>
              <a:rPr sz="1200" spc="-5" dirty="0">
                <a:latin typeface="Times New Roman"/>
                <a:cs typeface="Times New Roman"/>
              </a:rPr>
              <a:t> </a:t>
            </a:r>
            <a:r>
              <a:rPr sz="1200" spc="-15" dirty="0">
                <a:latin typeface="Times New Roman"/>
                <a:cs typeface="Times New Roman"/>
              </a:rPr>
              <a:t>ways</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5" dirty="0">
                <a:latin typeface="Times New Roman"/>
                <a:cs typeface="Times New Roman"/>
              </a:rPr>
              <a:t>meeting</a:t>
            </a:r>
            <a:r>
              <a:rPr sz="1200" dirty="0">
                <a:latin typeface="Times New Roman"/>
                <a:cs typeface="Times New Roman"/>
              </a:rPr>
              <a:t> </a:t>
            </a:r>
            <a:r>
              <a:rPr sz="1200" spc="-15" dirty="0">
                <a:latin typeface="Times New Roman"/>
                <a:cs typeface="Times New Roman"/>
              </a:rPr>
              <a:t>them.System</a:t>
            </a:r>
            <a:r>
              <a:rPr sz="1200" spc="30" dirty="0">
                <a:latin typeface="Times New Roman"/>
                <a:cs typeface="Times New Roman"/>
              </a:rPr>
              <a:t> </a:t>
            </a:r>
            <a:r>
              <a:rPr sz="1200" spc="-5" dirty="0">
                <a:latin typeface="Times New Roman"/>
                <a:cs typeface="Times New Roman"/>
              </a:rPr>
              <a:t>designing</a:t>
            </a:r>
            <a:r>
              <a:rPr sz="1200" spc="5"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process </a:t>
            </a:r>
            <a:r>
              <a:rPr sz="1200" spc="-15" dirty="0">
                <a:latin typeface="Times New Roman"/>
                <a:cs typeface="Times New Roman"/>
              </a:rPr>
              <a:t>of </a:t>
            </a:r>
            <a:r>
              <a:rPr sz="1200" spc="-285" dirty="0">
                <a:latin typeface="Times New Roman"/>
                <a:cs typeface="Times New Roman"/>
              </a:rPr>
              <a:t> </a:t>
            </a:r>
            <a:r>
              <a:rPr sz="1200" spc="-5" dirty="0">
                <a:latin typeface="Times New Roman"/>
                <a:cs typeface="Times New Roman"/>
              </a:rPr>
              <a:t>defining </a:t>
            </a:r>
            <a:r>
              <a:rPr sz="1200" dirty="0">
                <a:latin typeface="Times New Roman"/>
                <a:cs typeface="Times New Roman"/>
              </a:rPr>
              <a:t>the </a:t>
            </a:r>
            <a:r>
              <a:rPr sz="1200" spc="-5" dirty="0">
                <a:latin typeface="Times New Roman"/>
                <a:cs typeface="Times New Roman"/>
              </a:rPr>
              <a:t>architecture, components, modules, interfaces and data </a:t>
            </a:r>
            <a:r>
              <a:rPr sz="1200" dirty="0">
                <a:latin typeface="Times New Roman"/>
                <a:cs typeface="Times New Roman"/>
              </a:rPr>
              <a:t>for a </a:t>
            </a:r>
            <a:r>
              <a:rPr sz="1200" spc="-10" dirty="0">
                <a:latin typeface="Times New Roman"/>
                <a:cs typeface="Times New Roman"/>
              </a:rPr>
              <a:t>system </a:t>
            </a:r>
            <a:r>
              <a:rPr sz="1200" dirty="0">
                <a:latin typeface="Times New Roman"/>
                <a:cs typeface="Times New Roman"/>
              </a:rPr>
              <a:t>to </a:t>
            </a:r>
            <a:r>
              <a:rPr sz="1200" spc="-15" dirty="0">
                <a:latin typeface="Times New Roman"/>
                <a:cs typeface="Times New Roman"/>
              </a:rPr>
              <a:t>satisfy </a:t>
            </a:r>
            <a:r>
              <a:rPr sz="1200" spc="-10" dirty="0">
                <a:latin typeface="Times New Roman"/>
                <a:cs typeface="Times New Roman"/>
              </a:rPr>
              <a:t> </a:t>
            </a:r>
            <a:r>
              <a:rPr sz="1200" spc="-5" dirty="0">
                <a:latin typeface="Times New Roman"/>
                <a:cs typeface="Times New Roman"/>
              </a:rPr>
              <a:t>specified</a:t>
            </a:r>
            <a:r>
              <a:rPr sz="1200" spc="15" dirty="0">
                <a:latin typeface="Times New Roman"/>
                <a:cs typeface="Times New Roman"/>
              </a:rPr>
              <a:t> </a:t>
            </a:r>
            <a:r>
              <a:rPr sz="1200" spc="-15" dirty="0">
                <a:latin typeface="Times New Roman"/>
                <a:cs typeface="Times New Roman"/>
              </a:rPr>
              <a:t>requirements.</a:t>
            </a:r>
            <a:r>
              <a:rPr sz="1200" spc="15" dirty="0">
                <a:latin typeface="Times New Roman"/>
                <a:cs typeface="Times New Roman"/>
              </a:rPr>
              <a:t> </a:t>
            </a:r>
            <a:r>
              <a:rPr sz="1200" spc="-15" dirty="0">
                <a:latin typeface="Times New Roman"/>
                <a:cs typeface="Times New Roman"/>
              </a:rPr>
              <a:t>It</a:t>
            </a:r>
            <a:r>
              <a:rPr sz="1200" spc="30"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dirty="0">
                <a:latin typeface="Times New Roman"/>
                <a:cs typeface="Times New Roman"/>
              </a:rPr>
              <a:t>a solution to</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5" dirty="0">
                <a:latin typeface="Times New Roman"/>
                <a:cs typeface="Times New Roman"/>
              </a:rPr>
              <a:t>“how</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approach</a:t>
            </a:r>
            <a:r>
              <a:rPr sz="1200" spc="20" dirty="0">
                <a:latin typeface="Times New Roman"/>
                <a:cs typeface="Times New Roman"/>
              </a:rPr>
              <a:t> </a:t>
            </a:r>
            <a:r>
              <a:rPr sz="1200" spc="-5" dirty="0">
                <a:latin typeface="Times New Roman"/>
                <a:cs typeface="Times New Roman"/>
              </a:rPr>
              <a:t>compared</a:t>
            </a:r>
            <a:r>
              <a:rPr sz="1200" spc="2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system</a:t>
            </a:r>
            <a:r>
              <a:rPr sz="1200" spc="20" dirty="0">
                <a:latin typeface="Times New Roman"/>
                <a:cs typeface="Times New Roman"/>
              </a:rPr>
              <a:t> </a:t>
            </a:r>
            <a:r>
              <a:rPr sz="1200" spc="-20" dirty="0">
                <a:latin typeface="Times New Roman"/>
                <a:cs typeface="Times New Roman"/>
              </a:rPr>
              <a:t>analysis </a:t>
            </a:r>
            <a:r>
              <a:rPr sz="1200" spc="-15" dirty="0">
                <a:latin typeface="Times New Roman"/>
                <a:cs typeface="Times New Roman"/>
              </a:rPr>
              <a:t> </a:t>
            </a:r>
            <a:r>
              <a:rPr sz="1200" spc="-5" dirty="0">
                <a:latin typeface="Times New Roman"/>
                <a:cs typeface="Times New Roman"/>
              </a:rPr>
              <a:t>which</a:t>
            </a:r>
            <a:r>
              <a:rPr sz="1200" spc="-15"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spc="-5" dirty="0">
                <a:latin typeface="Times New Roman"/>
                <a:cs typeface="Times New Roman"/>
              </a:rPr>
              <a:t>“what</a:t>
            </a:r>
            <a:r>
              <a:rPr sz="1200" dirty="0">
                <a:latin typeface="Times New Roman"/>
                <a:cs typeface="Times New Roman"/>
              </a:rPr>
              <a:t> is”</a:t>
            </a:r>
            <a:r>
              <a:rPr sz="1200" spc="-25" dirty="0">
                <a:latin typeface="Times New Roman"/>
                <a:cs typeface="Times New Roman"/>
              </a:rPr>
              <a:t> </a:t>
            </a:r>
            <a:r>
              <a:rPr sz="1200" spc="-5" dirty="0">
                <a:latin typeface="Times New Roman"/>
                <a:cs typeface="Times New Roman"/>
              </a:rPr>
              <a:t>orientation.</a:t>
            </a:r>
            <a:r>
              <a:rPr sz="1200" spc="20" dirty="0">
                <a:latin typeface="Times New Roman"/>
                <a:cs typeface="Times New Roman"/>
              </a:rPr>
              <a:t> </a:t>
            </a:r>
            <a:r>
              <a:rPr sz="1200" spc="-15" dirty="0">
                <a:latin typeface="Times New Roman"/>
                <a:cs typeface="Times New Roman"/>
              </a:rPr>
              <a:t>It</a:t>
            </a:r>
            <a:r>
              <a:rPr sz="1200" spc="20" dirty="0">
                <a:latin typeface="Times New Roman"/>
                <a:cs typeface="Times New Roman"/>
              </a:rPr>
              <a:t> </a:t>
            </a:r>
            <a:r>
              <a:rPr sz="1200" spc="-5" dirty="0">
                <a:latin typeface="Times New Roman"/>
                <a:cs typeface="Times New Roman"/>
              </a:rPr>
              <a:t>translates</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spc="-15" dirty="0">
                <a:latin typeface="Times New Roman"/>
                <a:cs typeface="Times New Roman"/>
              </a:rPr>
              <a:t>requirements</a:t>
            </a:r>
            <a:r>
              <a:rPr sz="1200" spc="30" dirty="0">
                <a:latin typeface="Times New Roman"/>
                <a:cs typeface="Times New Roman"/>
              </a:rPr>
              <a:t> </a:t>
            </a:r>
            <a:r>
              <a:rPr sz="1200" dirty="0">
                <a:latin typeface="Times New Roman"/>
                <a:cs typeface="Times New Roman"/>
              </a:rPr>
              <a:t>into</a:t>
            </a:r>
            <a:r>
              <a:rPr sz="1200" spc="-10" dirty="0">
                <a:latin typeface="Times New Roman"/>
                <a:cs typeface="Times New Roman"/>
              </a:rPr>
              <a:t> </a:t>
            </a:r>
            <a:r>
              <a:rPr sz="1200" spc="-15" dirty="0">
                <a:latin typeface="Times New Roman"/>
                <a:cs typeface="Times New Roman"/>
              </a:rPr>
              <a:t>ways</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5" dirty="0">
                <a:latin typeface="Times New Roman"/>
                <a:cs typeface="Times New Roman"/>
              </a:rPr>
              <a:t>making </a:t>
            </a:r>
            <a:r>
              <a:rPr sz="1200" spc="-10" dirty="0">
                <a:latin typeface="Times New Roman"/>
                <a:cs typeface="Times New Roman"/>
              </a:rPr>
              <a:t> </a:t>
            </a:r>
            <a:r>
              <a:rPr sz="1200" dirty="0">
                <a:latin typeface="Times New Roman"/>
                <a:cs typeface="Times New Roman"/>
              </a:rPr>
              <a:t>them </a:t>
            </a:r>
            <a:r>
              <a:rPr sz="1200" spc="-15" dirty="0">
                <a:latin typeface="Times New Roman"/>
                <a:cs typeface="Times New Roman"/>
              </a:rPr>
              <a:t>operational.</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design</a:t>
            </a:r>
            <a:r>
              <a:rPr sz="1200" spc="10" dirty="0">
                <a:latin typeface="Times New Roman"/>
                <a:cs typeface="Times New Roman"/>
              </a:rPr>
              <a:t> </a:t>
            </a:r>
            <a:r>
              <a:rPr sz="1200" spc="-5" dirty="0">
                <a:latin typeface="Times New Roman"/>
                <a:cs typeface="Times New Roman"/>
              </a:rPr>
              <a:t>phase</a:t>
            </a:r>
            <a:r>
              <a:rPr sz="1200" spc="15" dirty="0">
                <a:latin typeface="Times New Roman"/>
                <a:cs typeface="Times New Roman"/>
              </a:rPr>
              <a:t> </a:t>
            </a:r>
            <a:r>
              <a:rPr sz="1200" spc="-5" dirty="0">
                <a:latin typeface="Times New Roman"/>
                <a:cs typeface="Times New Roman"/>
              </a:rPr>
              <a:t>focuses</a:t>
            </a:r>
            <a:r>
              <a:rPr sz="1200" spc="-1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5" dirty="0">
                <a:latin typeface="Times New Roman"/>
                <a:cs typeface="Times New Roman"/>
              </a:rPr>
              <a:t>detailed</a:t>
            </a:r>
            <a:r>
              <a:rPr sz="1200" spc="30" dirty="0">
                <a:latin typeface="Times New Roman"/>
                <a:cs typeface="Times New Roman"/>
              </a:rPr>
              <a:t> </a:t>
            </a:r>
            <a:r>
              <a:rPr sz="1200" spc="-15" dirty="0">
                <a:latin typeface="Times New Roman"/>
                <a:cs typeface="Times New Roman"/>
              </a:rPr>
              <a:t>implementation</a:t>
            </a:r>
            <a:r>
              <a:rPr sz="1200" spc="4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20" dirty="0">
                <a:latin typeface="Times New Roman"/>
                <a:cs typeface="Times New Roman"/>
              </a:rPr>
              <a:t>system </a:t>
            </a:r>
            <a:r>
              <a:rPr sz="1200" spc="-15" dirty="0">
                <a:latin typeface="Times New Roman"/>
                <a:cs typeface="Times New Roman"/>
              </a:rPr>
              <a:t> recommended</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feasibility</a:t>
            </a:r>
            <a:r>
              <a:rPr sz="1200" spc="15" dirty="0">
                <a:latin typeface="Times New Roman"/>
                <a:cs typeface="Times New Roman"/>
              </a:rPr>
              <a:t> </a:t>
            </a:r>
            <a:r>
              <a:rPr sz="1200" spc="-20" dirty="0">
                <a:latin typeface="Times New Roman"/>
                <a:cs typeface="Times New Roman"/>
              </a:rPr>
              <a:t>study.</a:t>
            </a:r>
            <a:endParaRPr sz="1200">
              <a:latin typeface="Times New Roman"/>
              <a:cs typeface="Times New Roman"/>
            </a:endParaRPr>
          </a:p>
          <a:p>
            <a:pPr marL="12700" marR="5080" indent="457200" algn="just">
              <a:lnSpc>
                <a:spcPct val="155000"/>
              </a:lnSpc>
              <a:spcBef>
                <a:spcPts val="790"/>
              </a:spcBef>
            </a:pPr>
            <a:r>
              <a:rPr sz="1200" dirty="0">
                <a:latin typeface="Times New Roman"/>
                <a:cs typeface="Times New Roman"/>
              </a:rPr>
              <a:t>The design </a:t>
            </a:r>
            <a:r>
              <a:rPr sz="1200" spc="-5" dirty="0">
                <a:latin typeface="Times New Roman"/>
                <a:cs typeface="Times New Roman"/>
              </a:rPr>
              <a:t>will </a:t>
            </a:r>
            <a:r>
              <a:rPr sz="1200" dirty="0">
                <a:latin typeface="Times New Roman"/>
                <a:cs typeface="Times New Roman"/>
              </a:rPr>
              <a:t>determine the success of the </a:t>
            </a:r>
            <a:r>
              <a:rPr sz="1200" spc="-5" dirty="0">
                <a:latin typeface="Times New Roman"/>
                <a:cs typeface="Times New Roman"/>
              </a:rPr>
              <a:t>system. </a:t>
            </a:r>
            <a:r>
              <a:rPr sz="1200" spc="-10" dirty="0">
                <a:latin typeface="Times New Roman"/>
                <a:cs typeface="Times New Roman"/>
              </a:rPr>
              <a:t>It </a:t>
            </a:r>
            <a:r>
              <a:rPr sz="1200" spc="5" dirty="0">
                <a:latin typeface="Times New Roman"/>
                <a:cs typeface="Times New Roman"/>
              </a:rPr>
              <a:t>mainly </a:t>
            </a:r>
            <a:r>
              <a:rPr sz="1200" dirty="0">
                <a:latin typeface="Times New Roman"/>
                <a:cs typeface="Times New Roman"/>
              </a:rPr>
              <a:t>deals </a:t>
            </a:r>
            <a:r>
              <a:rPr sz="1200" spc="-5" dirty="0">
                <a:latin typeface="Times New Roman"/>
                <a:cs typeface="Times New Roman"/>
              </a:rPr>
              <a:t>with </a:t>
            </a:r>
            <a:r>
              <a:rPr sz="1200" dirty="0">
                <a:latin typeface="Times New Roman"/>
                <a:cs typeface="Times New Roman"/>
              </a:rPr>
              <a:t>form </a:t>
            </a:r>
            <a:r>
              <a:rPr sz="1200" spc="-15" dirty="0">
                <a:latin typeface="Times New Roman"/>
                <a:cs typeface="Times New Roman"/>
              </a:rPr>
              <a:t>design, </a:t>
            </a:r>
            <a:r>
              <a:rPr sz="1200" spc="-10" dirty="0">
                <a:latin typeface="Times New Roman"/>
                <a:cs typeface="Times New Roman"/>
              </a:rPr>
              <a:t> </a:t>
            </a:r>
            <a:r>
              <a:rPr sz="1200" spc="-15" dirty="0">
                <a:latin typeface="Times New Roman"/>
                <a:cs typeface="Times New Roman"/>
              </a:rPr>
              <a:t>screen</a:t>
            </a:r>
            <a:r>
              <a:rPr sz="1200" spc="-25" dirty="0">
                <a:latin typeface="Times New Roman"/>
                <a:cs typeface="Times New Roman"/>
              </a:rPr>
              <a:t> </a:t>
            </a:r>
            <a:r>
              <a:rPr sz="1200" spc="-10" dirty="0">
                <a:latin typeface="Times New Roman"/>
                <a:cs typeface="Times New Roman"/>
              </a:rPr>
              <a:t>design</a:t>
            </a:r>
            <a:r>
              <a:rPr sz="1200" spc="-2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10" dirty="0">
                <a:latin typeface="Times New Roman"/>
                <a:cs typeface="Times New Roman"/>
              </a:rPr>
              <a:t>database</a:t>
            </a:r>
            <a:r>
              <a:rPr sz="1200" spc="-35" dirty="0">
                <a:latin typeface="Times New Roman"/>
                <a:cs typeface="Times New Roman"/>
              </a:rPr>
              <a:t> </a:t>
            </a:r>
            <a:r>
              <a:rPr sz="1200" spc="-10" dirty="0">
                <a:latin typeface="Times New Roman"/>
                <a:cs typeface="Times New Roman"/>
              </a:rPr>
              <a:t>design</a:t>
            </a:r>
            <a:r>
              <a:rPr sz="1200" spc="-30"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5" dirty="0">
                <a:latin typeface="Times New Roman"/>
                <a:cs typeface="Times New Roman"/>
              </a:rPr>
              <a:t>the</a:t>
            </a:r>
            <a:r>
              <a:rPr sz="1200" spc="-25" dirty="0">
                <a:latin typeface="Times New Roman"/>
                <a:cs typeface="Times New Roman"/>
              </a:rPr>
              <a:t> </a:t>
            </a:r>
            <a:r>
              <a:rPr sz="1200" spc="-10" dirty="0">
                <a:latin typeface="Times New Roman"/>
                <a:cs typeface="Times New Roman"/>
              </a:rPr>
              <a:t>transaction</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5" dirty="0">
                <a:latin typeface="Times New Roman"/>
                <a:cs typeface="Times New Roman"/>
              </a:rPr>
              <a:t>user</a:t>
            </a:r>
            <a:r>
              <a:rPr sz="1200" spc="-25" dirty="0">
                <a:latin typeface="Times New Roman"/>
                <a:cs typeface="Times New Roman"/>
              </a:rPr>
              <a:t> </a:t>
            </a:r>
            <a:r>
              <a:rPr sz="1200" spc="-10" dirty="0">
                <a:latin typeface="Times New Roman"/>
                <a:cs typeface="Times New Roman"/>
              </a:rPr>
              <a:t>oriented</a:t>
            </a:r>
            <a:r>
              <a:rPr sz="1200" spc="-35" dirty="0">
                <a:latin typeface="Times New Roman"/>
                <a:cs typeface="Times New Roman"/>
              </a:rPr>
              <a:t> </a:t>
            </a:r>
            <a:r>
              <a:rPr sz="1200" dirty="0">
                <a:latin typeface="Times New Roman"/>
                <a:cs typeface="Times New Roman"/>
              </a:rPr>
              <a:t>document</a:t>
            </a:r>
            <a:r>
              <a:rPr sz="1200" spc="-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document </a:t>
            </a:r>
            <a:r>
              <a:rPr sz="1200" spc="-290" dirty="0">
                <a:latin typeface="Times New Roman"/>
                <a:cs typeface="Times New Roman"/>
              </a:rPr>
              <a:t> </a:t>
            </a:r>
            <a:r>
              <a:rPr sz="1200" spc="-10" dirty="0">
                <a:latin typeface="Times New Roman"/>
                <a:cs typeface="Times New Roman"/>
              </a:rPr>
              <a:t>oriented</a:t>
            </a:r>
            <a:r>
              <a:rPr sz="1200" spc="-30" dirty="0">
                <a:latin typeface="Times New Roman"/>
                <a:cs typeface="Times New Roman"/>
              </a:rPr>
              <a:t> </a:t>
            </a:r>
            <a:r>
              <a:rPr sz="1200" spc="-10" dirty="0">
                <a:latin typeface="Times New Roman"/>
                <a:cs typeface="Times New Roman"/>
              </a:rPr>
              <a:t>programmers</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database</a:t>
            </a:r>
            <a:r>
              <a:rPr sz="1200" spc="-25" dirty="0">
                <a:latin typeface="Times New Roman"/>
                <a:cs typeface="Times New Roman"/>
              </a:rPr>
              <a:t> </a:t>
            </a:r>
            <a:r>
              <a:rPr sz="1200" spc="-10" dirty="0">
                <a:latin typeface="Times New Roman"/>
                <a:cs typeface="Times New Roman"/>
              </a:rPr>
              <a:t>personnel.</a:t>
            </a:r>
            <a:r>
              <a:rPr sz="1200" spc="-2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5" dirty="0">
                <a:latin typeface="Times New Roman"/>
                <a:cs typeface="Times New Roman"/>
              </a:rPr>
              <a:t>goal</a:t>
            </a:r>
            <a:r>
              <a:rPr sz="1200" spc="-25"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design</a:t>
            </a:r>
            <a:r>
              <a:rPr sz="1200" spc="-15" dirty="0">
                <a:latin typeface="Times New Roman"/>
                <a:cs typeface="Times New Roman"/>
              </a:rPr>
              <a:t> </a:t>
            </a:r>
            <a:r>
              <a:rPr sz="1200" spc="-10" dirty="0">
                <a:latin typeface="Times New Roman"/>
                <a:cs typeface="Times New Roman"/>
              </a:rPr>
              <a:t>process</a:t>
            </a:r>
            <a:r>
              <a:rPr sz="1200" spc="-25" dirty="0">
                <a:latin typeface="Times New Roman"/>
                <a:cs typeface="Times New Roman"/>
              </a:rPr>
              <a:t> </a:t>
            </a:r>
            <a:r>
              <a:rPr sz="1200" spc="-5" dirty="0">
                <a:latin typeface="Times New Roman"/>
                <a:cs typeface="Times New Roman"/>
              </a:rPr>
              <a:t>is</a:t>
            </a:r>
            <a:r>
              <a:rPr sz="1200" spc="-10" dirty="0">
                <a:latin typeface="Times New Roman"/>
                <a:cs typeface="Times New Roman"/>
              </a:rPr>
              <a:t> produce</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model </a:t>
            </a:r>
            <a:r>
              <a:rPr sz="1200" spc="-285" dirty="0">
                <a:latin typeface="Times New Roman"/>
                <a:cs typeface="Times New Roman"/>
              </a:rPr>
              <a:t> </a:t>
            </a:r>
            <a:r>
              <a:rPr sz="1200" dirty="0">
                <a:latin typeface="Times New Roman"/>
                <a:cs typeface="Times New Roman"/>
              </a:rPr>
              <a:t>or a representation of a </a:t>
            </a:r>
            <a:r>
              <a:rPr sz="1200" spc="-5" dirty="0">
                <a:latin typeface="Times New Roman"/>
                <a:cs typeface="Times New Roman"/>
              </a:rPr>
              <a:t>system, </a:t>
            </a:r>
            <a:r>
              <a:rPr sz="1200" dirty="0">
                <a:latin typeface="Times New Roman"/>
                <a:cs typeface="Times New Roman"/>
              </a:rPr>
              <a:t>which can </a:t>
            </a:r>
            <a:r>
              <a:rPr sz="1200" spc="5" dirty="0">
                <a:latin typeface="Times New Roman"/>
                <a:cs typeface="Times New Roman"/>
              </a:rPr>
              <a:t>be </a:t>
            </a:r>
            <a:r>
              <a:rPr sz="1200" spc="-5" dirty="0">
                <a:latin typeface="Times New Roman"/>
                <a:cs typeface="Times New Roman"/>
              </a:rPr>
              <a:t>used </a:t>
            </a:r>
            <a:r>
              <a:rPr sz="1200" dirty="0">
                <a:latin typeface="Times New Roman"/>
                <a:cs typeface="Times New Roman"/>
              </a:rPr>
              <a:t>later to build that </a:t>
            </a:r>
            <a:r>
              <a:rPr sz="1200" spc="-5" dirty="0">
                <a:latin typeface="Times New Roman"/>
                <a:cs typeface="Times New Roman"/>
              </a:rPr>
              <a:t>system. </a:t>
            </a:r>
            <a:r>
              <a:rPr sz="1200" dirty="0">
                <a:latin typeface="Times New Roman"/>
                <a:cs typeface="Times New Roman"/>
              </a:rPr>
              <a:t>The </a:t>
            </a:r>
            <a:r>
              <a:rPr sz="1200" spc="-10" dirty="0">
                <a:latin typeface="Times New Roman"/>
                <a:cs typeface="Times New Roman"/>
              </a:rPr>
              <a:t>produced </a:t>
            </a:r>
            <a:r>
              <a:rPr sz="1200" spc="-5" dirty="0">
                <a:latin typeface="Times New Roman"/>
                <a:cs typeface="Times New Roman"/>
              </a:rPr>
              <a:t> </a:t>
            </a:r>
            <a:r>
              <a:rPr sz="1200" spc="-10" dirty="0">
                <a:latin typeface="Times New Roman"/>
                <a:cs typeface="Times New Roman"/>
              </a:rPr>
              <a:t>system</a:t>
            </a:r>
            <a:r>
              <a:rPr sz="1200" spc="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spc="-5" dirty="0">
                <a:latin typeface="Times New Roman"/>
                <a:cs typeface="Times New Roman"/>
              </a:rPr>
              <a:t>called</a:t>
            </a:r>
            <a:r>
              <a:rPr sz="1200" dirty="0">
                <a:latin typeface="Times New Roman"/>
                <a:cs typeface="Times New Roman"/>
              </a:rPr>
              <a:t> the</a:t>
            </a:r>
            <a:r>
              <a:rPr sz="1200" spc="-5" dirty="0">
                <a:latin typeface="Times New Roman"/>
                <a:cs typeface="Times New Roman"/>
              </a:rPr>
              <a:t> design</a:t>
            </a:r>
            <a:r>
              <a:rPr sz="1200" dirty="0">
                <a:latin typeface="Times New Roman"/>
                <a:cs typeface="Times New Roman"/>
              </a:rPr>
              <a:t> of</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marL="12700" marR="6350" indent="457200" algn="just">
              <a:lnSpc>
                <a:spcPct val="155100"/>
              </a:lnSpc>
              <a:spcBef>
                <a:spcPts val="805"/>
              </a:spcBef>
            </a:pPr>
            <a:r>
              <a:rPr sz="1200" spc="-5" dirty="0">
                <a:latin typeface="Times New Roman"/>
                <a:cs typeface="Times New Roman"/>
              </a:rPr>
              <a:t>The term design describes </a:t>
            </a:r>
            <a:r>
              <a:rPr sz="1200" dirty="0">
                <a:latin typeface="Times New Roman"/>
                <a:cs typeface="Times New Roman"/>
              </a:rPr>
              <a:t>a </a:t>
            </a:r>
            <a:r>
              <a:rPr sz="1200" spc="-5" dirty="0">
                <a:latin typeface="Times New Roman"/>
                <a:cs typeface="Times New Roman"/>
              </a:rPr>
              <a:t>final system and </a:t>
            </a:r>
            <a:r>
              <a:rPr sz="1200" dirty="0">
                <a:latin typeface="Times New Roman"/>
                <a:cs typeface="Times New Roman"/>
              </a:rPr>
              <a:t>the </a:t>
            </a:r>
            <a:r>
              <a:rPr sz="1200" spc="-5" dirty="0">
                <a:latin typeface="Times New Roman"/>
                <a:cs typeface="Times New Roman"/>
              </a:rPr>
              <a:t>process </a:t>
            </a:r>
            <a:r>
              <a:rPr sz="1200" spc="5" dirty="0">
                <a:latin typeface="Times New Roman"/>
                <a:cs typeface="Times New Roman"/>
              </a:rPr>
              <a:t>by </a:t>
            </a:r>
            <a:r>
              <a:rPr sz="1200" dirty="0">
                <a:latin typeface="Times New Roman"/>
                <a:cs typeface="Times New Roman"/>
              </a:rPr>
              <a:t>which it is </a:t>
            </a:r>
            <a:r>
              <a:rPr sz="1200" spc="-5" dirty="0">
                <a:latin typeface="Times New Roman"/>
                <a:cs typeface="Times New Roman"/>
              </a:rPr>
              <a:t>developed </a:t>
            </a:r>
            <a:r>
              <a:rPr sz="1200" spc="-35" dirty="0">
                <a:latin typeface="Times New Roman"/>
                <a:cs typeface="Times New Roman"/>
              </a:rPr>
              <a:t>.It </a:t>
            </a:r>
            <a:r>
              <a:rPr sz="1200" spc="-30" dirty="0">
                <a:latin typeface="Times New Roman"/>
                <a:cs typeface="Times New Roman"/>
              </a:rPr>
              <a:t> </a:t>
            </a:r>
            <a:r>
              <a:rPr sz="1200" dirty="0">
                <a:latin typeface="Times New Roman"/>
                <a:cs typeface="Times New Roman"/>
              </a:rPr>
              <a:t>refers to the technical specification that </a:t>
            </a:r>
            <a:r>
              <a:rPr sz="1200" spc="-5" dirty="0">
                <a:latin typeface="Times New Roman"/>
                <a:cs typeface="Times New Roman"/>
              </a:rPr>
              <a:t>will </a:t>
            </a:r>
            <a:r>
              <a:rPr sz="1200" spc="5" dirty="0">
                <a:latin typeface="Times New Roman"/>
                <a:cs typeface="Times New Roman"/>
              </a:rPr>
              <a:t>be </a:t>
            </a:r>
            <a:r>
              <a:rPr sz="1200" dirty="0">
                <a:latin typeface="Times New Roman"/>
                <a:cs typeface="Times New Roman"/>
              </a:rPr>
              <a:t>applied in implementing the </a:t>
            </a:r>
            <a:r>
              <a:rPr sz="1200" spc="-5" dirty="0">
                <a:latin typeface="Times New Roman"/>
                <a:cs typeface="Times New Roman"/>
              </a:rPr>
              <a:t>system. </a:t>
            </a:r>
            <a:r>
              <a:rPr sz="1200" spc="-10" dirty="0">
                <a:latin typeface="Times New Roman"/>
                <a:cs typeface="Times New Roman"/>
              </a:rPr>
              <a:t>It </a:t>
            </a:r>
            <a:r>
              <a:rPr sz="1200" spc="-5" dirty="0">
                <a:latin typeface="Times New Roman"/>
                <a:cs typeface="Times New Roman"/>
              </a:rPr>
              <a:t>is </a:t>
            </a:r>
            <a:r>
              <a:rPr sz="1200" spc="-15" dirty="0">
                <a:latin typeface="Times New Roman"/>
                <a:cs typeface="Times New Roman"/>
              </a:rPr>
              <a:t>the </a:t>
            </a:r>
            <a:r>
              <a:rPr sz="1200" spc="-10" dirty="0">
                <a:latin typeface="Times New Roman"/>
                <a:cs typeface="Times New Roman"/>
              </a:rPr>
              <a:t> </a:t>
            </a:r>
            <a:r>
              <a:rPr sz="1200" dirty="0">
                <a:latin typeface="Times New Roman"/>
                <a:cs typeface="Times New Roman"/>
              </a:rPr>
              <a:t>most creative </a:t>
            </a:r>
            <a:r>
              <a:rPr sz="1200" spc="-5" dirty="0">
                <a:latin typeface="Times New Roman"/>
                <a:cs typeface="Times New Roman"/>
              </a:rPr>
              <a:t>and </a:t>
            </a:r>
            <a:r>
              <a:rPr sz="1200" dirty="0">
                <a:latin typeface="Times New Roman"/>
                <a:cs typeface="Times New Roman"/>
              </a:rPr>
              <a:t>challenging phase of the </a:t>
            </a:r>
            <a:r>
              <a:rPr sz="1200" spc="-5" dirty="0">
                <a:latin typeface="Times New Roman"/>
                <a:cs typeface="Times New Roman"/>
              </a:rPr>
              <a:t>system </a:t>
            </a:r>
            <a:r>
              <a:rPr sz="1200" dirty="0">
                <a:latin typeface="Times New Roman"/>
                <a:cs typeface="Times New Roman"/>
              </a:rPr>
              <a:t>development life cycle. </a:t>
            </a:r>
            <a:r>
              <a:rPr sz="1200" spc="-5" dirty="0">
                <a:latin typeface="Times New Roman"/>
                <a:cs typeface="Times New Roman"/>
              </a:rPr>
              <a:t>Design </a:t>
            </a:r>
            <a:r>
              <a:rPr sz="1200" spc="-10" dirty="0">
                <a:latin typeface="Times New Roman"/>
                <a:cs typeface="Times New Roman"/>
              </a:rPr>
              <a:t>process </a:t>
            </a:r>
            <a:r>
              <a:rPr sz="1200" spc="-5" dirty="0">
                <a:latin typeface="Times New Roman"/>
                <a:cs typeface="Times New Roman"/>
              </a:rPr>
              <a:t> begins</a:t>
            </a:r>
            <a:r>
              <a:rPr sz="1200" spc="-1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spc="-5" dirty="0">
                <a:latin typeface="Times New Roman"/>
                <a:cs typeface="Times New Roman"/>
              </a:rPr>
              <a:t>identifying</a:t>
            </a:r>
            <a:r>
              <a:rPr sz="1200" spc="20" dirty="0">
                <a:latin typeface="Times New Roman"/>
                <a:cs typeface="Times New Roman"/>
              </a:rPr>
              <a:t> </a:t>
            </a:r>
            <a:r>
              <a:rPr sz="1200" spc="-5" dirty="0">
                <a:latin typeface="Times New Roman"/>
                <a:cs typeface="Times New Roman"/>
              </a:rPr>
              <a:t>reports</a:t>
            </a:r>
            <a:r>
              <a:rPr sz="1200" spc="-2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outputs</a:t>
            </a:r>
            <a:r>
              <a:rPr sz="1200" spc="-3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spc="-5" dirty="0">
                <a:latin typeface="Times New Roman"/>
                <a:cs typeface="Times New Roman"/>
              </a:rPr>
              <a:t>will</a:t>
            </a:r>
            <a:r>
              <a:rPr sz="1200" spc="-20" dirty="0">
                <a:latin typeface="Times New Roman"/>
                <a:cs typeface="Times New Roman"/>
              </a:rPr>
              <a:t> </a:t>
            </a:r>
            <a:r>
              <a:rPr sz="1200" spc="-15" dirty="0">
                <a:latin typeface="Times New Roman"/>
                <a:cs typeface="Times New Roman"/>
              </a:rPr>
              <a:t>produce.</a:t>
            </a:r>
            <a:endParaRPr sz="1200">
              <a:latin typeface="Times New Roman"/>
              <a:cs typeface="Times New Roman"/>
            </a:endParaRPr>
          </a:p>
          <a:p>
            <a:pPr marL="12700" marR="5080" indent="457200" algn="just">
              <a:lnSpc>
                <a:spcPct val="155000"/>
              </a:lnSpc>
              <a:spcBef>
                <a:spcPts val="790"/>
              </a:spcBef>
            </a:pPr>
            <a:r>
              <a:rPr sz="1200" dirty="0">
                <a:latin typeface="Times New Roman"/>
                <a:cs typeface="Times New Roman"/>
              </a:rPr>
              <a:t>The </a:t>
            </a:r>
            <a:r>
              <a:rPr sz="1200" spc="-5" dirty="0">
                <a:latin typeface="Times New Roman"/>
                <a:cs typeface="Times New Roman"/>
              </a:rPr>
              <a:t>system design </a:t>
            </a:r>
            <a:r>
              <a:rPr sz="1200" dirty="0">
                <a:latin typeface="Times New Roman"/>
                <a:cs typeface="Times New Roman"/>
              </a:rPr>
              <a:t>also describes the data to </a:t>
            </a:r>
            <a:r>
              <a:rPr sz="1200" spc="5" dirty="0">
                <a:latin typeface="Times New Roman"/>
                <a:cs typeface="Times New Roman"/>
              </a:rPr>
              <a:t>be </a:t>
            </a:r>
            <a:r>
              <a:rPr sz="1200" spc="-5" dirty="0">
                <a:latin typeface="Times New Roman"/>
                <a:cs typeface="Times New Roman"/>
              </a:rPr>
              <a:t>given as </a:t>
            </a:r>
            <a:r>
              <a:rPr sz="1200" dirty="0">
                <a:latin typeface="Times New Roman"/>
                <a:cs typeface="Times New Roman"/>
              </a:rPr>
              <a:t>input, calculated or </a:t>
            </a:r>
            <a:r>
              <a:rPr sz="1200" spc="-15" dirty="0">
                <a:latin typeface="Times New Roman"/>
                <a:cs typeface="Times New Roman"/>
              </a:rPr>
              <a:t>stored. </a:t>
            </a:r>
            <a:r>
              <a:rPr sz="1200" spc="-10" dirty="0">
                <a:latin typeface="Times New Roman"/>
                <a:cs typeface="Times New Roman"/>
              </a:rPr>
              <a:t> </a:t>
            </a:r>
            <a:r>
              <a:rPr sz="1200" spc="-5" dirty="0">
                <a:latin typeface="Times New Roman"/>
                <a:cs typeface="Times New Roman"/>
              </a:rPr>
              <a:t>Individual </a:t>
            </a:r>
            <a:r>
              <a:rPr sz="1200" dirty="0">
                <a:latin typeface="Times New Roman"/>
                <a:cs typeface="Times New Roman"/>
              </a:rPr>
              <a:t>data item </a:t>
            </a:r>
            <a:r>
              <a:rPr sz="1200" spc="-5" dirty="0">
                <a:latin typeface="Times New Roman"/>
                <a:cs typeface="Times New Roman"/>
              </a:rPr>
              <a:t>and </a:t>
            </a:r>
            <a:r>
              <a:rPr sz="1200" dirty="0">
                <a:latin typeface="Times New Roman"/>
                <a:cs typeface="Times New Roman"/>
              </a:rPr>
              <a:t>calculation procedure are written in details. The “MEDCARE” </a:t>
            </a:r>
            <a:r>
              <a:rPr sz="1200" spc="-30" dirty="0">
                <a:latin typeface="Times New Roman"/>
                <a:cs typeface="Times New Roman"/>
              </a:rPr>
              <a:t>is </a:t>
            </a:r>
            <a:r>
              <a:rPr sz="1200" spc="-25" dirty="0">
                <a:latin typeface="Times New Roman"/>
                <a:cs typeface="Times New Roman"/>
              </a:rPr>
              <a:t> </a:t>
            </a:r>
            <a:r>
              <a:rPr sz="1200" spc="-5" dirty="0">
                <a:latin typeface="Times New Roman"/>
                <a:cs typeface="Times New Roman"/>
              </a:rPr>
              <a:t>designed</a:t>
            </a:r>
            <a:r>
              <a:rPr sz="1200" dirty="0">
                <a:latin typeface="Times New Roman"/>
                <a:cs typeface="Times New Roman"/>
              </a:rPr>
              <a:t> in</a:t>
            </a:r>
            <a:r>
              <a:rPr sz="1200" spc="-15" dirty="0">
                <a:latin typeface="Times New Roman"/>
                <a:cs typeface="Times New Roman"/>
              </a:rPr>
              <a:t> </a:t>
            </a:r>
            <a:r>
              <a:rPr sz="1200" spc="-5" dirty="0">
                <a:latin typeface="Times New Roman"/>
                <a:cs typeface="Times New Roman"/>
              </a:rPr>
              <a:t>such</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5" dirty="0">
                <a:latin typeface="Times New Roman"/>
                <a:cs typeface="Times New Roman"/>
              </a:rPr>
              <a:t>way</a:t>
            </a:r>
            <a:r>
              <a:rPr sz="1200" spc="-1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input</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output</a:t>
            </a:r>
            <a:r>
              <a:rPr sz="1200" spc="-15" dirty="0">
                <a:latin typeface="Times New Roman"/>
                <a:cs typeface="Times New Roman"/>
              </a:rPr>
              <a:t> </a:t>
            </a:r>
            <a:r>
              <a:rPr sz="1200" spc="-5" dirty="0">
                <a:latin typeface="Times New Roman"/>
                <a:cs typeface="Times New Roman"/>
              </a:rPr>
              <a:t>designer</a:t>
            </a:r>
            <a:r>
              <a:rPr sz="1200" spc="10"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spc="-5" dirty="0">
                <a:latin typeface="Times New Roman"/>
                <a:cs typeface="Times New Roman"/>
              </a:rPr>
              <a:t>very</a:t>
            </a:r>
            <a:r>
              <a:rPr sz="1200" spc="-20" dirty="0">
                <a:latin typeface="Times New Roman"/>
                <a:cs typeface="Times New Roman"/>
              </a:rPr>
              <a:t> </a:t>
            </a:r>
            <a:r>
              <a:rPr sz="1200" spc="-5" dirty="0">
                <a:latin typeface="Times New Roman"/>
                <a:cs typeface="Times New Roman"/>
              </a:rPr>
              <a:t>user</a:t>
            </a:r>
            <a:r>
              <a:rPr sz="1200" spc="-15" dirty="0">
                <a:latin typeface="Times New Roman"/>
                <a:cs typeface="Times New Roman"/>
              </a:rPr>
              <a:t> </a:t>
            </a:r>
            <a:r>
              <a:rPr sz="1200" spc="-20" dirty="0">
                <a:latin typeface="Times New Roman"/>
                <a:cs typeface="Times New Roman"/>
              </a:rPr>
              <a:t>friendly.</a:t>
            </a:r>
            <a:endParaRPr sz="1200">
              <a:latin typeface="Times New Roman"/>
              <a:cs typeface="Times New Roman"/>
            </a:endParaRPr>
          </a:p>
          <a:p>
            <a:pPr>
              <a:lnSpc>
                <a:spcPct val="100000"/>
              </a:lnSpc>
              <a:spcBef>
                <a:spcPts val="50"/>
              </a:spcBef>
            </a:pPr>
            <a:endParaRPr sz="1800">
              <a:latin typeface="Times New Roman"/>
              <a:cs typeface="Times New Roman"/>
            </a:endParaRPr>
          </a:p>
          <a:p>
            <a:pPr marL="279400" indent="-266700" algn="just">
              <a:lnSpc>
                <a:spcPct val="100000"/>
              </a:lnSpc>
              <a:buAutoNum type="arabicPeriod" startAt="2"/>
              <a:tabLst>
                <a:tab pos="279400" algn="l"/>
              </a:tabLst>
            </a:pPr>
            <a:r>
              <a:rPr sz="1400" b="1" dirty="0">
                <a:latin typeface="Times New Roman"/>
                <a:cs typeface="Times New Roman"/>
              </a:rPr>
              <a:t>Input</a:t>
            </a:r>
            <a:r>
              <a:rPr sz="1400" b="1" spc="-75"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marR="5080" indent="457200" algn="just">
              <a:lnSpc>
                <a:spcPct val="153000"/>
              </a:lnSpc>
              <a:spcBef>
                <a:spcPts val="430"/>
              </a:spcBef>
            </a:pPr>
            <a:r>
              <a:rPr sz="1200" spc="-5" dirty="0">
                <a:latin typeface="Times New Roman"/>
                <a:cs typeface="Times New Roman"/>
              </a:rPr>
              <a:t>Input is </a:t>
            </a:r>
            <a:r>
              <a:rPr sz="1200" dirty="0">
                <a:latin typeface="Times New Roman"/>
                <a:cs typeface="Times New Roman"/>
              </a:rPr>
              <a:t>the process </a:t>
            </a:r>
            <a:r>
              <a:rPr sz="1200" spc="5" dirty="0">
                <a:latin typeface="Times New Roman"/>
                <a:cs typeface="Times New Roman"/>
              </a:rPr>
              <a:t>of </a:t>
            </a:r>
            <a:r>
              <a:rPr sz="1200" dirty="0">
                <a:latin typeface="Times New Roman"/>
                <a:cs typeface="Times New Roman"/>
              </a:rPr>
              <a:t>converting user inputs into computer based format. The </a:t>
            </a:r>
            <a:r>
              <a:rPr sz="1200" spc="-10" dirty="0">
                <a:latin typeface="Times New Roman"/>
                <a:cs typeface="Times New Roman"/>
              </a:rPr>
              <a:t>project </a:t>
            </a:r>
            <a:r>
              <a:rPr sz="1200" spc="-5" dirty="0">
                <a:latin typeface="Times New Roman"/>
                <a:cs typeface="Times New Roman"/>
              </a:rPr>
              <a:t> requires </a:t>
            </a:r>
            <a:r>
              <a:rPr sz="1200" dirty="0">
                <a:latin typeface="Times New Roman"/>
                <a:cs typeface="Times New Roman"/>
              </a:rPr>
              <a:t>a </a:t>
            </a:r>
            <a:r>
              <a:rPr sz="1200" spc="-5" dirty="0">
                <a:latin typeface="Times New Roman"/>
                <a:cs typeface="Times New Roman"/>
              </a:rPr>
              <a:t>set </a:t>
            </a:r>
            <a:r>
              <a:rPr sz="1200" dirty="0">
                <a:latin typeface="Times New Roman"/>
                <a:cs typeface="Times New Roman"/>
              </a:rPr>
              <a:t>of information </a:t>
            </a:r>
            <a:r>
              <a:rPr sz="1200" spc="-5" dirty="0">
                <a:latin typeface="Times New Roman"/>
                <a:cs typeface="Times New Roman"/>
              </a:rPr>
              <a:t>from </a:t>
            </a:r>
            <a:r>
              <a:rPr sz="1200" dirty="0">
                <a:latin typeface="Times New Roman"/>
                <a:cs typeface="Times New Roman"/>
              </a:rPr>
              <a:t>the user to prepare a report. </a:t>
            </a:r>
            <a:r>
              <a:rPr sz="1200" spc="-10" dirty="0">
                <a:latin typeface="Times New Roman"/>
                <a:cs typeface="Times New Roman"/>
              </a:rPr>
              <a:t>In </a:t>
            </a:r>
            <a:r>
              <a:rPr sz="1200" dirty="0">
                <a:latin typeface="Times New Roman"/>
                <a:cs typeface="Times New Roman"/>
              </a:rPr>
              <a:t>the order, </a:t>
            </a:r>
            <a:r>
              <a:rPr sz="1200" spc="-5" dirty="0">
                <a:latin typeface="Times New Roman"/>
                <a:cs typeface="Times New Roman"/>
              </a:rPr>
              <a:t>when </a:t>
            </a:r>
            <a:r>
              <a:rPr sz="1200" spc="-10" dirty="0">
                <a:latin typeface="Times New Roman"/>
                <a:cs typeface="Times New Roman"/>
              </a:rPr>
              <a:t>organized </a:t>
            </a:r>
            <a:r>
              <a:rPr sz="1200" spc="-5" dirty="0">
                <a:latin typeface="Times New Roman"/>
                <a:cs typeface="Times New Roman"/>
              </a:rPr>
              <a:t> </a:t>
            </a:r>
            <a:r>
              <a:rPr sz="1200" dirty="0">
                <a:latin typeface="Times New Roman"/>
                <a:cs typeface="Times New Roman"/>
              </a:rPr>
              <a:t>input data are needed. Inaccurate input data are the most </a:t>
            </a:r>
            <a:r>
              <a:rPr sz="1200" spc="-5" dirty="0">
                <a:latin typeface="Times New Roman"/>
                <a:cs typeface="Times New Roman"/>
              </a:rPr>
              <a:t>common </a:t>
            </a:r>
            <a:r>
              <a:rPr sz="1200" dirty="0">
                <a:latin typeface="Times New Roman"/>
                <a:cs typeface="Times New Roman"/>
              </a:rPr>
              <a:t>cause of </a:t>
            </a:r>
            <a:r>
              <a:rPr sz="1200" spc="-5" dirty="0">
                <a:latin typeface="Times New Roman"/>
                <a:cs typeface="Times New Roman"/>
              </a:rPr>
              <a:t>errors </a:t>
            </a:r>
            <a:r>
              <a:rPr sz="1200" dirty="0">
                <a:latin typeface="Times New Roman"/>
                <a:cs typeface="Times New Roman"/>
              </a:rPr>
              <a:t>in </a:t>
            </a:r>
            <a:r>
              <a:rPr sz="1200" spc="-15" dirty="0">
                <a:latin typeface="Times New Roman"/>
                <a:cs typeface="Times New Roman"/>
              </a:rPr>
              <a:t>data </a:t>
            </a:r>
            <a:r>
              <a:rPr sz="1200" spc="-10" dirty="0">
                <a:latin typeface="Times New Roman"/>
                <a:cs typeface="Times New Roman"/>
              </a:rPr>
              <a:t> </a:t>
            </a:r>
            <a:r>
              <a:rPr sz="1200" spc="-5" dirty="0">
                <a:latin typeface="Times New Roman"/>
                <a:cs typeface="Times New Roman"/>
              </a:rPr>
              <a:t>processing. </a:t>
            </a:r>
            <a:r>
              <a:rPr sz="1200" dirty="0">
                <a:latin typeface="Times New Roman"/>
                <a:cs typeface="Times New Roman"/>
              </a:rPr>
              <a:t>Errors entered </a:t>
            </a:r>
            <a:r>
              <a:rPr sz="1200" spc="5" dirty="0">
                <a:latin typeface="Times New Roman"/>
                <a:cs typeface="Times New Roman"/>
              </a:rPr>
              <a:t>by </a:t>
            </a:r>
            <a:r>
              <a:rPr sz="1200" dirty="0">
                <a:latin typeface="Times New Roman"/>
                <a:cs typeface="Times New Roman"/>
              </a:rPr>
              <a:t>data entry operators </a:t>
            </a:r>
            <a:r>
              <a:rPr sz="1200" spc="-5" dirty="0">
                <a:latin typeface="Times New Roman"/>
                <a:cs typeface="Times New Roman"/>
              </a:rPr>
              <a:t>can </a:t>
            </a:r>
            <a:r>
              <a:rPr sz="1200" dirty="0">
                <a:latin typeface="Times New Roman"/>
                <a:cs typeface="Times New Roman"/>
              </a:rPr>
              <a:t>be controlled </a:t>
            </a:r>
            <a:r>
              <a:rPr sz="1200" spc="10" dirty="0">
                <a:latin typeface="Times New Roman"/>
                <a:cs typeface="Times New Roman"/>
              </a:rPr>
              <a:t>by </a:t>
            </a:r>
            <a:r>
              <a:rPr sz="1200" dirty="0">
                <a:latin typeface="Times New Roman"/>
                <a:cs typeface="Times New Roman"/>
              </a:rPr>
              <a:t>input </a:t>
            </a:r>
            <a:r>
              <a:rPr sz="1200" spc="-5" dirty="0">
                <a:latin typeface="Times New Roman"/>
                <a:cs typeface="Times New Roman"/>
              </a:rPr>
              <a:t>design. </a:t>
            </a:r>
            <a:r>
              <a:rPr sz="1200" spc="-15" dirty="0">
                <a:latin typeface="Times New Roman"/>
                <a:cs typeface="Times New Roman"/>
              </a:rPr>
              <a:t>Input </a:t>
            </a:r>
            <a:r>
              <a:rPr sz="1200" spc="-10" dirty="0">
                <a:latin typeface="Times New Roman"/>
                <a:cs typeface="Times New Roman"/>
              </a:rPr>
              <a:t> </a:t>
            </a:r>
            <a:r>
              <a:rPr sz="1200" spc="-5" dirty="0">
                <a:latin typeface="Times New Roman"/>
                <a:cs typeface="Times New Roman"/>
              </a:rPr>
              <a:t>design is </a:t>
            </a:r>
            <a:r>
              <a:rPr sz="1200" dirty="0">
                <a:latin typeface="Times New Roman"/>
                <a:cs typeface="Times New Roman"/>
              </a:rPr>
              <a:t>the </a:t>
            </a:r>
            <a:r>
              <a:rPr sz="1200" spc="-5" dirty="0">
                <a:latin typeface="Times New Roman"/>
                <a:cs typeface="Times New Roman"/>
              </a:rPr>
              <a:t>process </a:t>
            </a:r>
            <a:r>
              <a:rPr sz="1200" dirty="0">
                <a:latin typeface="Times New Roman"/>
                <a:cs typeface="Times New Roman"/>
              </a:rPr>
              <a:t>of </a:t>
            </a:r>
            <a:r>
              <a:rPr sz="1200" spc="-10" dirty="0">
                <a:latin typeface="Times New Roman"/>
                <a:cs typeface="Times New Roman"/>
              </a:rPr>
              <a:t>converting </a:t>
            </a:r>
            <a:r>
              <a:rPr sz="1200" dirty="0">
                <a:latin typeface="Times New Roman"/>
                <a:cs typeface="Times New Roman"/>
              </a:rPr>
              <a:t>user </a:t>
            </a:r>
            <a:r>
              <a:rPr sz="1200" spc="-5" dirty="0">
                <a:latin typeface="Times New Roman"/>
                <a:cs typeface="Times New Roman"/>
              </a:rPr>
              <a:t>originated </a:t>
            </a:r>
            <a:r>
              <a:rPr sz="1200" dirty="0">
                <a:latin typeface="Times New Roman"/>
                <a:cs typeface="Times New Roman"/>
              </a:rPr>
              <a:t>inputs to a </a:t>
            </a:r>
            <a:r>
              <a:rPr sz="1200" spc="-10" dirty="0">
                <a:latin typeface="Times New Roman"/>
                <a:cs typeface="Times New Roman"/>
              </a:rPr>
              <a:t>computer </a:t>
            </a:r>
            <a:r>
              <a:rPr sz="1200" spc="-5" dirty="0">
                <a:latin typeface="Times New Roman"/>
                <a:cs typeface="Times New Roman"/>
              </a:rPr>
              <a:t>based </a:t>
            </a:r>
            <a:r>
              <a:rPr sz="1200" spc="-10" dirty="0">
                <a:latin typeface="Times New Roman"/>
                <a:cs typeface="Times New Roman"/>
              </a:rPr>
              <a:t>format. </a:t>
            </a:r>
            <a:r>
              <a:rPr sz="1200" dirty="0">
                <a:latin typeface="Times New Roman"/>
                <a:cs typeface="Times New Roman"/>
              </a:rPr>
              <a:t>The </a:t>
            </a:r>
            <a:r>
              <a:rPr sz="1200" spc="-15" dirty="0">
                <a:latin typeface="Times New Roman"/>
                <a:cs typeface="Times New Roman"/>
              </a:rPr>
              <a:t>goal </a:t>
            </a:r>
            <a:r>
              <a:rPr sz="1200" spc="-28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designing </a:t>
            </a:r>
            <a:r>
              <a:rPr sz="1200" dirty="0">
                <a:latin typeface="Times New Roman"/>
                <a:cs typeface="Times New Roman"/>
              </a:rPr>
              <a:t>input</a:t>
            </a:r>
            <a:r>
              <a:rPr sz="1200" spc="-15" dirty="0">
                <a:latin typeface="Times New Roman"/>
                <a:cs typeface="Times New Roman"/>
              </a:rPr>
              <a:t> </a:t>
            </a:r>
            <a:r>
              <a:rPr sz="1200" spc="-5" dirty="0">
                <a:latin typeface="Times New Roman"/>
                <a:cs typeface="Times New Roman"/>
              </a:rPr>
              <a:t>data</a:t>
            </a:r>
            <a:r>
              <a:rPr sz="1200" spc="-15"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make</a:t>
            </a:r>
            <a:r>
              <a:rPr sz="1200" spc="-25" dirty="0">
                <a:latin typeface="Times New Roman"/>
                <a:cs typeface="Times New Roman"/>
              </a:rPr>
              <a:t> </a:t>
            </a:r>
            <a:r>
              <a:rPr sz="1200" spc="-5" dirty="0">
                <a:latin typeface="Times New Roman"/>
                <a:cs typeface="Times New Roman"/>
              </a:rPr>
              <a:t>data entry</a:t>
            </a:r>
            <a:r>
              <a:rPr sz="1200" spc="-10" dirty="0">
                <a:latin typeface="Times New Roman"/>
                <a:cs typeface="Times New Roman"/>
              </a:rPr>
              <a:t> </a:t>
            </a:r>
            <a:r>
              <a:rPr sz="1200" spc="-5" dirty="0">
                <a:latin typeface="Times New Roman"/>
                <a:cs typeface="Times New Roman"/>
              </a:rPr>
              <a:t>as</a:t>
            </a:r>
            <a:r>
              <a:rPr sz="1200" spc="-20" dirty="0">
                <a:latin typeface="Times New Roman"/>
                <a:cs typeface="Times New Roman"/>
              </a:rPr>
              <a:t> </a:t>
            </a:r>
            <a:r>
              <a:rPr sz="1200" spc="-10" dirty="0">
                <a:latin typeface="Times New Roman"/>
                <a:cs typeface="Times New Roman"/>
              </a:rPr>
              <a:t>easy,</a:t>
            </a:r>
            <a:r>
              <a:rPr sz="1200" spc="25" dirty="0">
                <a:latin typeface="Times New Roman"/>
                <a:cs typeface="Times New Roman"/>
              </a:rPr>
              <a:t> </a:t>
            </a:r>
            <a:r>
              <a:rPr sz="1200" spc="-5" dirty="0">
                <a:latin typeface="Times New Roman"/>
                <a:cs typeface="Times New Roman"/>
              </a:rPr>
              <a:t>logical</a:t>
            </a:r>
            <a:r>
              <a:rPr sz="1200" spc="1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free</a:t>
            </a:r>
            <a:r>
              <a:rPr sz="1200" dirty="0">
                <a:latin typeface="Times New Roman"/>
                <a:cs typeface="Times New Roman"/>
              </a:rPr>
              <a:t> </a:t>
            </a:r>
            <a:r>
              <a:rPr sz="1200" spc="-5" dirty="0">
                <a:latin typeface="Times New Roman"/>
                <a:cs typeface="Times New Roman"/>
              </a:rPr>
              <a:t>from</a:t>
            </a:r>
            <a:r>
              <a:rPr sz="1200" spc="5" dirty="0">
                <a:latin typeface="Times New Roman"/>
                <a:cs typeface="Times New Roman"/>
              </a:rPr>
              <a:t> </a:t>
            </a:r>
            <a:r>
              <a:rPr sz="1200" spc="-5" dirty="0">
                <a:latin typeface="Times New Roman"/>
                <a:cs typeface="Times New Roman"/>
              </a:rPr>
              <a:t>errors</a:t>
            </a:r>
            <a:r>
              <a:rPr sz="1200" spc="-10" dirty="0">
                <a:latin typeface="Times New Roman"/>
                <a:cs typeface="Times New Roman"/>
              </a:rPr>
              <a:t> </a:t>
            </a:r>
            <a:r>
              <a:rPr sz="1200" spc="-5" dirty="0">
                <a:latin typeface="Times New Roman"/>
                <a:cs typeface="Times New Roman"/>
              </a:rPr>
              <a:t>as</a:t>
            </a:r>
            <a:r>
              <a:rPr sz="1200" spc="-35" dirty="0">
                <a:latin typeface="Times New Roman"/>
                <a:cs typeface="Times New Roman"/>
              </a:rPr>
              <a:t> </a:t>
            </a:r>
            <a:r>
              <a:rPr sz="1200" spc="-15" dirty="0">
                <a:latin typeface="Times New Roman"/>
                <a:cs typeface="Times New Roman"/>
              </a:rPr>
              <a:t>possible.</a:t>
            </a:r>
            <a:endParaRPr sz="1200">
              <a:latin typeface="Times New Roman"/>
              <a:cs typeface="Times New Roman"/>
            </a:endParaRPr>
          </a:p>
        </p:txBody>
      </p:sp>
      <p:sp>
        <p:nvSpPr>
          <p:cNvPr id="6" name="object 6"/>
          <p:cNvSpPr/>
          <p:nvPr/>
        </p:nvSpPr>
        <p:spPr>
          <a:xfrm>
            <a:off x="584454" y="486918"/>
            <a:ext cx="6400800" cy="10045065"/>
          </a:xfrm>
          <a:custGeom>
            <a:avLst/>
            <a:gdLst/>
            <a:ahLst/>
            <a:cxnLst/>
            <a:rect l="l" t="t" r="r" b="b"/>
            <a:pathLst>
              <a:path w="6400800" h="10045065">
                <a:moveTo>
                  <a:pt x="0" y="10044684"/>
                </a:moveTo>
                <a:lnTo>
                  <a:pt x="6400800" y="10044684"/>
                </a:lnTo>
                <a:lnTo>
                  <a:pt x="6400800" y="0"/>
                </a:lnTo>
                <a:lnTo>
                  <a:pt x="0" y="0"/>
                </a:lnTo>
                <a:lnTo>
                  <a:pt x="0" y="10044684"/>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7865" cy="9485417"/>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30</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indent="457200" algn="just">
              <a:lnSpc>
                <a:spcPct val="155000"/>
              </a:lnSpc>
              <a:spcBef>
                <a:spcPts val="925"/>
              </a:spcBef>
            </a:pPr>
            <a:r>
              <a:rPr sz="1200" dirty="0">
                <a:latin typeface="Times New Roman"/>
                <a:cs typeface="Times New Roman"/>
              </a:rPr>
              <a:t>The input </a:t>
            </a:r>
            <a:r>
              <a:rPr sz="1200" spc="-5" dirty="0">
                <a:latin typeface="Times New Roman"/>
                <a:cs typeface="Times New Roman"/>
              </a:rPr>
              <a:t>design is </a:t>
            </a:r>
            <a:r>
              <a:rPr sz="1200" dirty="0">
                <a:latin typeface="Times New Roman"/>
                <a:cs typeface="Times New Roman"/>
              </a:rPr>
              <a:t>the link </a:t>
            </a:r>
            <a:r>
              <a:rPr sz="1200" spc="-5" dirty="0">
                <a:latin typeface="Times New Roman"/>
                <a:cs typeface="Times New Roman"/>
              </a:rPr>
              <a:t>between </a:t>
            </a:r>
            <a:r>
              <a:rPr sz="1200" dirty="0">
                <a:latin typeface="Times New Roman"/>
                <a:cs typeface="Times New Roman"/>
              </a:rPr>
              <a:t>the information </a:t>
            </a:r>
            <a:r>
              <a:rPr sz="1200" spc="-5" dirty="0">
                <a:latin typeface="Times New Roman"/>
                <a:cs typeface="Times New Roman"/>
              </a:rPr>
              <a:t>system and </a:t>
            </a:r>
            <a:r>
              <a:rPr sz="1200" dirty="0">
                <a:latin typeface="Times New Roman"/>
                <a:cs typeface="Times New Roman"/>
              </a:rPr>
              <a:t>the user. it </a:t>
            </a:r>
            <a:r>
              <a:rPr sz="1200" spc="-15" dirty="0">
                <a:latin typeface="Times New Roman"/>
                <a:cs typeface="Times New Roman"/>
              </a:rPr>
              <a:t>involves </a:t>
            </a:r>
            <a:r>
              <a:rPr sz="1200" spc="-10" dirty="0">
                <a:latin typeface="Times New Roman"/>
                <a:cs typeface="Times New Roman"/>
              </a:rPr>
              <a:t> determining </a:t>
            </a:r>
            <a:r>
              <a:rPr sz="1200" dirty="0">
                <a:latin typeface="Times New Roman"/>
                <a:cs typeface="Times New Roman"/>
              </a:rPr>
              <a:t>how to </a:t>
            </a:r>
            <a:r>
              <a:rPr sz="1200" spc="-10" dirty="0">
                <a:latin typeface="Times New Roman"/>
                <a:cs typeface="Times New Roman"/>
              </a:rPr>
              <a:t>facilitate </a:t>
            </a:r>
            <a:r>
              <a:rPr sz="1200" spc="-5" dirty="0">
                <a:latin typeface="Times New Roman"/>
                <a:cs typeface="Times New Roman"/>
              </a:rPr>
              <a:t>the </a:t>
            </a:r>
            <a:r>
              <a:rPr sz="1200" spc="-10" dirty="0">
                <a:latin typeface="Times New Roman"/>
                <a:cs typeface="Times New Roman"/>
              </a:rPr>
              <a:t>user with </a:t>
            </a:r>
            <a:r>
              <a:rPr sz="1200" spc="-5" dirty="0">
                <a:latin typeface="Times New Roman"/>
                <a:cs typeface="Times New Roman"/>
              </a:rPr>
              <a:t>an </a:t>
            </a:r>
            <a:r>
              <a:rPr sz="1200" spc="-10" dirty="0">
                <a:latin typeface="Times New Roman"/>
                <a:cs typeface="Times New Roman"/>
              </a:rPr>
              <a:t>interactive </a:t>
            </a:r>
            <a:r>
              <a:rPr sz="1200" spc="-5" dirty="0">
                <a:latin typeface="Times New Roman"/>
                <a:cs typeface="Times New Roman"/>
              </a:rPr>
              <a:t>and </a:t>
            </a:r>
            <a:r>
              <a:rPr sz="1200" spc="-10" dirty="0">
                <a:latin typeface="Times New Roman"/>
                <a:cs typeface="Times New Roman"/>
              </a:rPr>
              <a:t>friendlier environment </a:t>
            </a:r>
            <a:r>
              <a:rPr sz="1200" dirty="0">
                <a:latin typeface="Times New Roman"/>
                <a:cs typeface="Times New Roman"/>
              </a:rPr>
              <a:t>it </a:t>
            </a:r>
            <a:r>
              <a:rPr sz="1200" spc="-10" dirty="0">
                <a:latin typeface="Times New Roman"/>
                <a:cs typeface="Times New Roman"/>
              </a:rPr>
              <a:t>comprise </a:t>
            </a:r>
            <a:r>
              <a:rPr sz="1200" spc="-29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developing</a:t>
            </a:r>
            <a:r>
              <a:rPr sz="1200" spc="5" dirty="0">
                <a:latin typeface="Times New Roman"/>
                <a:cs typeface="Times New Roman"/>
              </a:rPr>
              <a:t> </a:t>
            </a:r>
            <a:r>
              <a:rPr sz="1200" dirty="0">
                <a:latin typeface="Times New Roman"/>
                <a:cs typeface="Times New Roman"/>
              </a:rPr>
              <a:t>specification</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procedure</a:t>
            </a:r>
            <a:r>
              <a:rPr sz="1200"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preparation</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those</a:t>
            </a:r>
            <a:r>
              <a:rPr sz="1200" spc="5" dirty="0">
                <a:latin typeface="Times New Roman"/>
                <a:cs typeface="Times New Roman"/>
              </a:rPr>
              <a:t> </a:t>
            </a:r>
            <a:r>
              <a:rPr sz="1200" spc="-5" dirty="0">
                <a:latin typeface="Times New Roman"/>
                <a:cs typeface="Times New Roman"/>
              </a:rPr>
              <a:t>steps</a:t>
            </a:r>
            <a:r>
              <a:rPr sz="1200" dirty="0">
                <a:latin typeface="Times New Roman"/>
                <a:cs typeface="Times New Roman"/>
              </a:rPr>
              <a:t> that</a:t>
            </a:r>
            <a:r>
              <a:rPr sz="1200" spc="5" dirty="0">
                <a:latin typeface="Times New Roman"/>
                <a:cs typeface="Times New Roman"/>
              </a:rPr>
              <a:t> </a:t>
            </a:r>
            <a:r>
              <a:rPr sz="1200" spc="-20" dirty="0">
                <a:latin typeface="Times New Roman"/>
                <a:cs typeface="Times New Roman"/>
              </a:rPr>
              <a:t>are </a:t>
            </a:r>
            <a:r>
              <a:rPr sz="1200" spc="-15" dirty="0">
                <a:latin typeface="Times New Roman"/>
                <a:cs typeface="Times New Roman"/>
              </a:rPr>
              <a:t> </a:t>
            </a:r>
            <a:r>
              <a:rPr sz="1200" spc="-10" dirty="0">
                <a:latin typeface="Times New Roman"/>
                <a:cs typeface="Times New Roman"/>
              </a:rPr>
              <a:t>necessary</a:t>
            </a:r>
            <a:r>
              <a:rPr sz="1200" spc="-50" dirty="0">
                <a:latin typeface="Times New Roman"/>
                <a:cs typeface="Times New Roman"/>
              </a:rPr>
              <a:t> </a:t>
            </a:r>
            <a:r>
              <a:rPr sz="1200" spc="-5" dirty="0">
                <a:latin typeface="Times New Roman"/>
                <a:cs typeface="Times New Roman"/>
              </a:rPr>
              <a:t>to</a:t>
            </a:r>
            <a:r>
              <a:rPr sz="1200" spc="-25" dirty="0">
                <a:latin typeface="Times New Roman"/>
                <a:cs typeface="Times New Roman"/>
              </a:rPr>
              <a:t> </a:t>
            </a:r>
            <a:r>
              <a:rPr sz="1200" spc="-10" dirty="0">
                <a:latin typeface="Times New Roman"/>
                <a:cs typeface="Times New Roman"/>
              </a:rPr>
              <a:t>put</a:t>
            </a:r>
            <a:r>
              <a:rPr sz="1200" spc="-25" dirty="0">
                <a:latin typeface="Times New Roman"/>
                <a:cs typeface="Times New Roman"/>
              </a:rPr>
              <a:t> </a:t>
            </a:r>
            <a:r>
              <a:rPr sz="1200" spc="-10" dirty="0">
                <a:latin typeface="Times New Roman"/>
                <a:cs typeface="Times New Roman"/>
              </a:rPr>
              <a:t>transaction</a:t>
            </a:r>
            <a:r>
              <a:rPr sz="1200" spc="-40" dirty="0">
                <a:latin typeface="Times New Roman"/>
                <a:cs typeface="Times New Roman"/>
              </a:rPr>
              <a:t> </a:t>
            </a:r>
            <a:r>
              <a:rPr sz="1200" spc="-15" dirty="0">
                <a:latin typeface="Times New Roman"/>
                <a:cs typeface="Times New Roman"/>
              </a:rPr>
              <a:t>data</a:t>
            </a:r>
            <a:r>
              <a:rPr sz="1200" spc="-45" dirty="0">
                <a:latin typeface="Times New Roman"/>
                <a:cs typeface="Times New Roman"/>
              </a:rPr>
              <a:t> </a:t>
            </a:r>
            <a:r>
              <a:rPr sz="1200" spc="-5" dirty="0">
                <a:latin typeface="Times New Roman"/>
                <a:cs typeface="Times New Roman"/>
              </a:rPr>
              <a:t>into</a:t>
            </a:r>
            <a:r>
              <a:rPr sz="1200" spc="-35" dirty="0">
                <a:latin typeface="Times New Roman"/>
                <a:cs typeface="Times New Roman"/>
              </a:rPr>
              <a:t> </a:t>
            </a:r>
            <a:r>
              <a:rPr sz="1200" spc="-10" dirty="0">
                <a:latin typeface="Times New Roman"/>
                <a:cs typeface="Times New Roman"/>
              </a:rPr>
              <a:t>usable</a:t>
            </a:r>
            <a:r>
              <a:rPr sz="1200" spc="-15" dirty="0">
                <a:latin typeface="Times New Roman"/>
                <a:cs typeface="Times New Roman"/>
              </a:rPr>
              <a:t> </a:t>
            </a:r>
            <a:r>
              <a:rPr sz="1200" spc="-10" dirty="0">
                <a:latin typeface="Times New Roman"/>
                <a:cs typeface="Times New Roman"/>
              </a:rPr>
              <a:t>form</a:t>
            </a:r>
            <a:r>
              <a:rPr sz="1200" spc="-25" dirty="0">
                <a:latin typeface="Times New Roman"/>
                <a:cs typeface="Times New Roman"/>
              </a:rPr>
              <a:t> </a:t>
            </a:r>
            <a:r>
              <a:rPr sz="1200" spc="-10" dirty="0">
                <a:latin typeface="Times New Roman"/>
                <a:cs typeface="Times New Roman"/>
              </a:rPr>
              <a:t>for</a:t>
            </a:r>
            <a:r>
              <a:rPr sz="1200" spc="-30" dirty="0">
                <a:latin typeface="Times New Roman"/>
                <a:cs typeface="Times New Roman"/>
              </a:rPr>
              <a:t> </a:t>
            </a:r>
            <a:r>
              <a:rPr sz="1200" spc="-10" dirty="0">
                <a:latin typeface="Times New Roman"/>
                <a:cs typeface="Times New Roman"/>
              </a:rPr>
              <a:t>processing</a:t>
            </a:r>
            <a:r>
              <a:rPr sz="1200" spc="-35" dirty="0">
                <a:latin typeface="Times New Roman"/>
                <a:cs typeface="Times New Roman"/>
              </a:rPr>
              <a:t> </a:t>
            </a:r>
            <a:r>
              <a:rPr sz="1200" spc="-5" dirty="0">
                <a:latin typeface="Times New Roman"/>
                <a:cs typeface="Times New Roman"/>
              </a:rPr>
              <a:t>data</a:t>
            </a:r>
            <a:r>
              <a:rPr sz="1200" spc="-15" dirty="0">
                <a:latin typeface="Times New Roman"/>
                <a:cs typeface="Times New Roman"/>
              </a:rPr>
              <a:t> </a:t>
            </a:r>
            <a:r>
              <a:rPr sz="1200" spc="-25" dirty="0">
                <a:latin typeface="Times New Roman"/>
                <a:cs typeface="Times New Roman"/>
              </a:rPr>
              <a:t>entry.</a:t>
            </a:r>
            <a:r>
              <a:rPr sz="1200" spc="-35" dirty="0">
                <a:latin typeface="Times New Roman"/>
                <a:cs typeface="Times New Roman"/>
              </a:rPr>
              <a:t> </a:t>
            </a:r>
            <a:r>
              <a:rPr sz="1200" spc="-15" dirty="0">
                <a:latin typeface="Times New Roman"/>
                <a:cs typeface="Times New Roman"/>
              </a:rPr>
              <a:t>The</a:t>
            </a:r>
            <a:r>
              <a:rPr sz="1200" spc="-40" dirty="0">
                <a:latin typeface="Times New Roman"/>
                <a:cs typeface="Times New Roman"/>
              </a:rPr>
              <a:t> </a:t>
            </a:r>
            <a:r>
              <a:rPr sz="1200" spc="-10" dirty="0">
                <a:latin typeface="Times New Roman"/>
                <a:cs typeface="Times New Roman"/>
              </a:rPr>
              <a:t>design</a:t>
            </a:r>
            <a:r>
              <a:rPr sz="1200" spc="-25" dirty="0">
                <a:latin typeface="Times New Roman"/>
                <a:cs typeface="Times New Roman"/>
              </a:rPr>
              <a:t> </a:t>
            </a:r>
            <a:r>
              <a:rPr sz="1200" spc="-10" dirty="0">
                <a:latin typeface="Times New Roman"/>
                <a:cs typeface="Times New Roman"/>
              </a:rPr>
              <a:t>of</a:t>
            </a:r>
            <a:r>
              <a:rPr sz="1200" spc="-40" dirty="0">
                <a:latin typeface="Times New Roman"/>
                <a:cs typeface="Times New Roman"/>
              </a:rPr>
              <a:t> </a:t>
            </a:r>
            <a:r>
              <a:rPr sz="1200" spc="-10" dirty="0">
                <a:latin typeface="Times New Roman"/>
                <a:cs typeface="Times New Roman"/>
              </a:rPr>
              <a:t>inputs </a:t>
            </a:r>
            <a:r>
              <a:rPr sz="1200" spc="-290" dirty="0">
                <a:latin typeface="Times New Roman"/>
                <a:cs typeface="Times New Roman"/>
              </a:rPr>
              <a:t> </a:t>
            </a:r>
            <a:r>
              <a:rPr sz="1200" spc="-5" dirty="0">
                <a:latin typeface="Times New Roman"/>
                <a:cs typeface="Times New Roman"/>
              </a:rPr>
              <a:t>focused </a:t>
            </a:r>
            <a:r>
              <a:rPr sz="1200" dirty="0">
                <a:latin typeface="Times New Roman"/>
                <a:cs typeface="Times New Roman"/>
              </a:rPr>
              <a:t>on controlling the </a:t>
            </a:r>
            <a:r>
              <a:rPr sz="1200" spc="-5" dirty="0">
                <a:latin typeface="Times New Roman"/>
                <a:cs typeface="Times New Roman"/>
              </a:rPr>
              <a:t>amount </a:t>
            </a:r>
            <a:r>
              <a:rPr sz="1200" spc="5" dirty="0">
                <a:latin typeface="Times New Roman"/>
                <a:cs typeface="Times New Roman"/>
              </a:rPr>
              <a:t>of </a:t>
            </a:r>
            <a:r>
              <a:rPr sz="1200" dirty="0">
                <a:latin typeface="Times New Roman"/>
                <a:cs typeface="Times New Roman"/>
              </a:rPr>
              <a:t>input required, controlling the </a:t>
            </a:r>
            <a:r>
              <a:rPr sz="1200" spc="-5" dirty="0">
                <a:latin typeface="Times New Roman"/>
                <a:cs typeface="Times New Roman"/>
              </a:rPr>
              <a:t>errors, </a:t>
            </a:r>
            <a:r>
              <a:rPr sz="1200" dirty="0">
                <a:latin typeface="Times New Roman"/>
                <a:cs typeface="Times New Roman"/>
              </a:rPr>
              <a:t>avoiding </a:t>
            </a:r>
            <a:r>
              <a:rPr sz="1200" spc="-10" dirty="0">
                <a:latin typeface="Times New Roman"/>
                <a:cs typeface="Times New Roman"/>
              </a:rPr>
              <a:t>delay, </a:t>
            </a:r>
            <a:r>
              <a:rPr sz="1200" spc="-5" dirty="0">
                <a:latin typeface="Times New Roman"/>
                <a:cs typeface="Times New Roman"/>
              </a:rPr>
              <a:t> </a:t>
            </a:r>
            <a:r>
              <a:rPr sz="1200" dirty="0">
                <a:latin typeface="Times New Roman"/>
                <a:cs typeface="Times New Roman"/>
              </a:rPr>
              <a:t>avoiding extra </a:t>
            </a:r>
            <a:r>
              <a:rPr sz="1200" spc="-5" dirty="0">
                <a:latin typeface="Times New Roman"/>
                <a:cs typeface="Times New Roman"/>
              </a:rPr>
              <a:t>steps and </a:t>
            </a:r>
            <a:r>
              <a:rPr sz="1200" dirty="0">
                <a:latin typeface="Times New Roman"/>
                <a:cs typeface="Times New Roman"/>
              </a:rPr>
              <a:t>keeping the process </a:t>
            </a:r>
            <a:r>
              <a:rPr sz="1200" spc="-5" dirty="0">
                <a:latin typeface="Times New Roman"/>
                <a:cs typeface="Times New Roman"/>
              </a:rPr>
              <a:t>simple. Input </a:t>
            </a:r>
            <a:r>
              <a:rPr sz="1200" dirty="0">
                <a:latin typeface="Times New Roman"/>
                <a:cs typeface="Times New Roman"/>
              </a:rPr>
              <a:t>screen </a:t>
            </a:r>
            <a:r>
              <a:rPr sz="1200" spc="5" dirty="0">
                <a:latin typeface="Times New Roman"/>
                <a:cs typeface="Times New Roman"/>
              </a:rPr>
              <a:t>of </a:t>
            </a:r>
            <a:r>
              <a:rPr sz="1200" dirty="0">
                <a:latin typeface="Times New Roman"/>
                <a:cs typeface="Times New Roman"/>
              </a:rPr>
              <a:t>the </a:t>
            </a:r>
            <a:r>
              <a:rPr sz="1200" spc="-5" dirty="0">
                <a:latin typeface="Times New Roman"/>
                <a:cs typeface="Times New Roman"/>
              </a:rPr>
              <a:t>system </a:t>
            </a:r>
            <a:r>
              <a:rPr sz="1200" spc="-10" dirty="0">
                <a:latin typeface="Times New Roman"/>
                <a:cs typeface="Times New Roman"/>
              </a:rPr>
              <a:t>including </a:t>
            </a:r>
            <a:r>
              <a:rPr sz="1200" spc="-5" dirty="0">
                <a:latin typeface="Times New Roman"/>
                <a:cs typeface="Times New Roman"/>
              </a:rPr>
              <a:t> screens for </a:t>
            </a:r>
            <a:r>
              <a:rPr sz="1200" dirty="0">
                <a:latin typeface="Times New Roman"/>
                <a:cs typeface="Times New Roman"/>
              </a:rPr>
              <a:t>data </a:t>
            </a:r>
            <a:r>
              <a:rPr sz="1200" spc="-5" dirty="0">
                <a:latin typeface="Times New Roman"/>
                <a:cs typeface="Times New Roman"/>
              </a:rPr>
              <a:t>entry, screen for </a:t>
            </a:r>
            <a:r>
              <a:rPr sz="1200" dirty="0">
                <a:latin typeface="Times New Roman"/>
                <a:cs typeface="Times New Roman"/>
              </a:rPr>
              <a:t>entering the master definition </a:t>
            </a:r>
            <a:r>
              <a:rPr sz="1200" spc="-5" dirty="0">
                <a:latin typeface="Times New Roman"/>
                <a:cs typeface="Times New Roman"/>
              </a:rPr>
              <a:t>etc. The </a:t>
            </a:r>
            <a:r>
              <a:rPr sz="1200" dirty="0">
                <a:latin typeface="Times New Roman"/>
                <a:cs typeface="Times New Roman"/>
              </a:rPr>
              <a:t>objective </a:t>
            </a:r>
            <a:r>
              <a:rPr sz="1200" spc="-5" dirty="0">
                <a:latin typeface="Times New Roman"/>
                <a:cs typeface="Times New Roman"/>
              </a:rPr>
              <a:t>of </a:t>
            </a:r>
            <a:r>
              <a:rPr sz="1200" spc="-10" dirty="0">
                <a:latin typeface="Times New Roman"/>
                <a:cs typeface="Times New Roman"/>
              </a:rPr>
              <a:t>efficient </a:t>
            </a:r>
            <a:r>
              <a:rPr sz="1200" spc="-5" dirty="0">
                <a:latin typeface="Times New Roman"/>
                <a:cs typeface="Times New Roman"/>
              </a:rPr>
              <a:t> screen </a:t>
            </a:r>
            <a:r>
              <a:rPr sz="1200" dirty="0">
                <a:latin typeface="Times New Roman"/>
                <a:cs typeface="Times New Roman"/>
              </a:rPr>
              <a:t>design </a:t>
            </a:r>
            <a:r>
              <a:rPr sz="1200" spc="-5" dirty="0">
                <a:latin typeface="Times New Roman"/>
                <a:cs typeface="Times New Roman"/>
              </a:rPr>
              <a:t>is </a:t>
            </a:r>
            <a:r>
              <a:rPr sz="1200" dirty="0">
                <a:latin typeface="Times New Roman"/>
                <a:cs typeface="Times New Roman"/>
              </a:rPr>
              <a:t>to </a:t>
            </a:r>
            <a:r>
              <a:rPr sz="1200" spc="-10" dirty="0">
                <a:latin typeface="Times New Roman"/>
                <a:cs typeface="Times New Roman"/>
              </a:rPr>
              <a:t>facilitate </a:t>
            </a:r>
            <a:r>
              <a:rPr sz="1200" dirty="0">
                <a:latin typeface="Times New Roman"/>
                <a:cs typeface="Times New Roman"/>
              </a:rPr>
              <a:t>user </a:t>
            </a:r>
            <a:r>
              <a:rPr sz="1200" spc="-10" dirty="0">
                <a:latin typeface="Times New Roman"/>
                <a:cs typeface="Times New Roman"/>
              </a:rPr>
              <a:t>friendliness </a:t>
            </a:r>
            <a:r>
              <a:rPr sz="1200" spc="-5" dirty="0">
                <a:latin typeface="Times New Roman"/>
                <a:cs typeface="Times New Roman"/>
              </a:rPr>
              <a:t>and </a:t>
            </a:r>
            <a:r>
              <a:rPr sz="1200" spc="-10" dirty="0">
                <a:latin typeface="Times New Roman"/>
                <a:cs typeface="Times New Roman"/>
              </a:rPr>
              <a:t>interactive </a:t>
            </a:r>
            <a:r>
              <a:rPr sz="1200" spc="-5" dirty="0">
                <a:latin typeface="Times New Roman"/>
                <a:cs typeface="Times New Roman"/>
              </a:rPr>
              <a:t>ness </a:t>
            </a:r>
            <a:r>
              <a:rPr sz="1200" dirty="0">
                <a:latin typeface="Times New Roman"/>
                <a:cs typeface="Times New Roman"/>
              </a:rPr>
              <a:t>providing with </a:t>
            </a:r>
            <a:r>
              <a:rPr sz="1200" spc="-10" dirty="0">
                <a:latin typeface="Times New Roman"/>
                <a:cs typeface="Times New Roman"/>
              </a:rPr>
              <a:t>adequate </a:t>
            </a:r>
            <a:r>
              <a:rPr sz="1200" spc="-15" dirty="0">
                <a:latin typeface="Times New Roman"/>
                <a:cs typeface="Times New Roman"/>
              </a:rPr>
              <a:t>help </a:t>
            </a:r>
            <a:r>
              <a:rPr sz="1200" spc="-28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user.</a:t>
            </a:r>
            <a:endParaRPr sz="1200" dirty="0">
              <a:latin typeface="Times New Roman"/>
              <a:cs typeface="Times New Roman"/>
            </a:endParaRPr>
          </a:p>
          <a:p>
            <a:pPr marL="12700" marR="10160" indent="457200" algn="just">
              <a:lnSpc>
                <a:spcPct val="154200"/>
              </a:lnSpc>
              <a:spcBef>
                <a:spcPts val="790"/>
              </a:spcBef>
            </a:pPr>
            <a:r>
              <a:rPr sz="1200" spc="-10" dirty="0">
                <a:latin typeface="Times New Roman"/>
                <a:cs typeface="Times New Roman"/>
              </a:rPr>
              <a:t>In </a:t>
            </a:r>
            <a:r>
              <a:rPr sz="1200" dirty="0">
                <a:latin typeface="Times New Roman"/>
                <a:cs typeface="Times New Roman"/>
              </a:rPr>
              <a:t>the </a:t>
            </a:r>
            <a:r>
              <a:rPr sz="1200" spc="-5" dirty="0">
                <a:latin typeface="Times New Roman"/>
                <a:cs typeface="Times New Roman"/>
              </a:rPr>
              <a:t>system, efforts were </a:t>
            </a:r>
            <a:r>
              <a:rPr sz="1200" dirty="0">
                <a:latin typeface="Times New Roman"/>
                <a:cs typeface="Times New Roman"/>
              </a:rPr>
              <a:t>taken </a:t>
            </a:r>
            <a:r>
              <a:rPr sz="1200" spc="-5" dirty="0">
                <a:latin typeface="Times New Roman"/>
                <a:cs typeface="Times New Roman"/>
              </a:rPr>
              <a:t>so as </a:t>
            </a:r>
            <a:r>
              <a:rPr sz="1200" dirty="0">
                <a:latin typeface="Times New Roman"/>
                <a:cs typeface="Times New Roman"/>
              </a:rPr>
              <a:t>to control the </a:t>
            </a:r>
            <a:r>
              <a:rPr sz="1200" spc="-5" dirty="0">
                <a:latin typeface="Times New Roman"/>
                <a:cs typeface="Times New Roman"/>
              </a:rPr>
              <a:t>amount </a:t>
            </a:r>
            <a:r>
              <a:rPr sz="1200" dirty="0">
                <a:latin typeface="Times New Roman"/>
                <a:cs typeface="Times New Roman"/>
              </a:rPr>
              <a:t>of input </a:t>
            </a:r>
            <a:r>
              <a:rPr sz="1200" spc="-5" dirty="0">
                <a:latin typeface="Times New Roman"/>
                <a:cs typeface="Times New Roman"/>
              </a:rPr>
              <a:t>so as </a:t>
            </a:r>
            <a:r>
              <a:rPr sz="1200" dirty="0">
                <a:latin typeface="Times New Roman"/>
                <a:cs typeface="Times New Roman"/>
              </a:rPr>
              <a:t>to </a:t>
            </a:r>
            <a:r>
              <a:rPr sz="1200" spc="-15" dirty="0">
                <a:latin typeface="Times New Roman"/>
                <a:cs typeface="Times New Roman"/>
              </a:rPr>
              <a:t>avoid </a:t>
            </a:r>
            <a:r>
              <a:rPr sz="1200" spc="-10" dirty="0">
                <a:latin typeface="Times New Roman"/>
                <a:cs typeface="Times New Roman"/>
              </a:rPr>
              <a:t> </a:t>
            </a:r>
            <a:r>
              <a:rPr sz="1200" spc="-5" dirty="0">
                <a:latin typeface="Times New Roman"/>
                <a:cs typeface="Times New Roman"/>
              </a:rPr>
              <a:t>errors</a:t>
            </a:r>
            <a:r>
              <a:rPr sz="1200" spc="-1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5" dirty="0">
                <a:latin typeface="Times New Roman"/>
                <a:cs typeface="Times New Roman"/>
              </a:rPr>
              <a:t>data</a:t>
            </a:r>
            <a:r>
              <a:rPr sz="120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make</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dirty="0">
                <a:latin typeface="Times New Roman"/>
                <a:cs typeface="Times New Roman"/>
              </a:rPr>
              <a:t>simple</a:t>
            </a:r>
            <a:r>
              <a:rPr sz="1200" spc="-1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comfortable</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user.</a:t>
            </a:r>
            <a:endParaRPr sz="1200" dirty="0">
              <a:latin typeface="Times New Roman"/>
              <a:cs typeface="Times New Roman"/>
            </a:endParaRPr>
          </a:p>
          <a:p>
            <a:pPr>
              <a:lnSpc>
                <a:spcPct val="100000"/>
              </a:lnSpc>
              <a:spcBef>
                <a:spcPts val="30"/>
              </a:spcBef>
            </a:pPr>
            <a:endParaRPr sz="1550" dirty="0">
              <a:latin typeface="Times New Roman"/>
              <a:cs typeface="Times New Roman"/>
            </a:endParaRPr>
          </a:p>
          <a:p>
            <a:pPr marL="12700">
              <a:lnSpc>
                <a:spcPct val="100000"/>
              </a:lnSpc>
            </a:pPr>
            <a:r>
              <a:rPr sz="1200" b="1" spc="-15" dirty="0">
                <a:latin typeface="Times New Roman"/>
                <a:cs typeface="Times New Roman"/>
              </a:rPr>
              <a:t>Objectives</a:t>
            </a:r>
            <a:endParaRPr sz="1200" dirty="0">
              <a:latin typeface="Times New Roman"/>
              <a:cs typeface="Times New Roman"/>
            </a:endParaRPr>
          </a:p>
          <a:p>
            <a:pPr>
              <a:lnSpc>
                <a:spcPct val="100000"/>
              </a:lnSpc>
              <a:spcBef>
                <a:spcPts val="35"/>
              </a:spcBef>
            </a:pPr>
            <a:endParaRPr sz="1400" dirty="0">
              <a:latin typeface="Times New Roman"/>
              <a:cs typeface="Times New Roman"/>
            </a:endParaRPr>
          </a:p>
          <a:p>
            <a:pPr marL="478790" indent="-229235">
              <a:lnSpc>
                <a:spcPct val="100000"/>
              </a:lnSpc>
              <a:buAutoNum type="arabicPeriod"/>
              <a:tabLst>
                <a:tab pos="479425" algn="l"/>
              </a:tabLst>
            </a:pPr>
            <a:r>
              <a:rPr sz="1200" spc="-15" dirty="0">
                <a:latin typeface="Times New Roman"/>
                <a:cs typeface="Times New Roman"/>
              </a:rPr>
              <a:t>To</a:t>
            </a:r>
            <a:r>
              <a:rPr sz="1200" spc="-55" dirty="0">
                <a:latin typeface="Times New Roman"/>
                <a:cs typeface="Times New Roman"/>
              </a:rPr>
              <a:t> </a:t>
            </a:r>
            <a:r>
              <a:rPr sz="1200" spc="-5" dirty="0">
                <a:latin typeface="Times New Roman"/>
                <a:cs typeface="Times New Roman"/>
              </a:rPr>
              <a:t>produce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cost-effective</a:t>
            </a:r>
            <a:r>
              <a:rPr sz="1200" spc="20" dirty="0">
                <a:latin typeface="Times New Roman"/>
                <a:cs typeface="Times New Roman"/>
              </a:rPr>
              <a:t> </a:t>
            </a:r>
            <a:r>
              <a:rPr sz="1200" dirty="0">
                <a:latin typeface="Times New Roman"/>
                <a:cs typeface="Times New Roman"/>
              </a:rPr>
              <a:t>method</a:t>
            </a:r>
            <a:r>
              <a:rPr sz="1200" spc="-30"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spc="-15" dirty="0">
                <a:latin typeface="Times New Roman"/>
                <a:cs typeface="Times New Roman"/>
              </a:rPr>
              <a:t>input.</a:t>
            </a:r>
            <a:endParaRPr sz="1200" dirty="0">
              <a:latin typeface="Times New Roman"/>
              <a:cs typeface="Times New Roman"/>
            </a:endParaRPr>
          </a:p>
          <a:p>
            <a:pPr marL="478790" indent="-229235">
              <a:lnSpc>
                <a:spcPct val="100000"/>
              </a:lnSpc>
              <a:spcBef>
                <a:spcPts val="900"/>
              </a:spcBef>
              <a:buAutoNum type="arabicPeriod"/>
              <a:tabLst>
                <a:tab pos="479425" algn="l"/>
              </a:tabLst>
            </a:pPr>
            <a:r>
              <a:rPr sz="1200" spc="-15" dirty="0">
                <a:latin typeface="Times New Roman"/>
                <a:cs typeface="Times New Roman"/>
              </a:rPr>
              <a:t>To</a:t>
            </a:r>
            <a:r>
              <a:rPr sz="1200" spc="-40" dirty="0">
                <a:latin typeface="Times New Roman"/>
                <a:cs typeface="Times New Roman"/>
              </a:rPr>
              <a:t> </a:t>
            </a:r>
            <a:r>
              <a:rPr sz="1200" spc="-5" dirty="0">
                <a:latin typeface="Times New Roman"/>
                <a:cs typeface="Times New Roman"/>
              </a:rPr>
              <a:t>achieve</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5" dirty="0">
                <a:latin typeface="Times New Roman"/>
                <a:cs typeface="Times New Roman"/>
              </a:rPr>
              <a:t>highest</a:t>
            </a:r>
            <a:r>
              <a:rPr sz="1200" spc="-15" dirty="0">
                <a:latin typeface="Times New Roman"/>
                <a:cs typeface="Times New Roman"/>
              </a:rPr>
              <a:t> </a:t>
            </a:r>
            <a:r>
              <a:rPr sz="1200" dirty="0">
                <a:latin typeface="Times New Roman"/>
                <a:cs typeface="Times New Roman"/>
              </a:rPr>
              <a:t>possible</a:t>
            </a:r>
            <a:r>
              <a:rPr sz="1200" spc="-30" dirty="0">
                <a:latin typeface="Times New Roman"/>
                <a:cs typeface="Times New Roman"/>
              </a:rPr>
              <a:t> </a:t>
            </a:r>
            <a:r>
              <a:rPr sz="1200" spc="-5" dirty="0">
                <a:latin typeface="Times New Roman"/>
                <a:cs typeface="Times New Roman"/>
              </a:rPr>
              <a:t>level</a:t>
            </a:r>
            <a:r>
              <a:rPr sz="1200" spc="-1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5" dirty="0">
                <a:latin typeface="Times New Roman"/>
                <a:cs typeface="Times New Roman"/>
              </a:rPr>
              <a:t>accuracy.</a:t>
            </a:r>
            <a:endParaRPr sz="1200" dirty="0">
              <a:latin typeface="Times New Roman"/>
              <a:cs typeface="Times New Roman"/>
            </a:endParaRPr>
          </a:p>
          <a:p>
            <a:pPr marL="478790" indent="-229235">
              <a:lnSpc>
                <a:spcPct val="100000"/>
              </a:lnSpc>
              <a:spcBef>
                <a:spcPts val="900"/>
              </a:spcBef>
              <a:buAutoNum type="arabicPeriod"/>
              <a:tabLst>
                <a:tab pos="479425" algn="l"/>
              </a:tabLst>
            </a:pPr>
            <a:r>
              <a:rPr sz="1200" spc="-15" dirty="0">
                <a:latin typeface="Times New Roman"/>
                <a:cs typeface="Times New Roman"/>
              </a:rPr>
              <a:t>To</a:t>
            </a:r>
            <a:r>
              <a:rPr sz="1200" spc="-40" dirty="0">
                <a:latin typeface="Times New Roman"/>
                <a:cs typeface="Times New Roman"/>
              </a:rPr>
              <a:t> </a:t>
            </a:r>
            <a:r>
              <a:rPr sz="1200" spc="-5" dirty="0">
                <a:latin typeface="Times New Roman"/>
                <a:cs typeface="Times New Roman"/>
              </a:rPr>
              <a:t>ensure</a:t>
            </a:r>
            <a:r>
              <a:rPr sz="1200" spc="-4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input</a:t>
            </a:r>
            <a:r>
              <a:rPr sz="1200" spc="-35" dirty="0">
                <a:latin typeface="Times New Roman"/>
                <a:cs typeface="Times New Roman"/>
              </a:rPr>
              <a:t> </a:t>
            </a:r>
            <a:r>
              <a:rPr sz="1200" spc="-5" dirty="0">
                <a:latin typeface="Times New Roman"/>
                <a:cs typeface="Times New Roman"/>
              </a:rPr>
              <a:t>is</a:t>
            </a:r>
            <a:r>
              <a:rPr sz="1200" spc="-40" dirty="0">
                <a:latin typeface="Times New Roman"/>
                <a:cs typeface="Times New Roman"/>
              </a:rPr>
              <a:t> </a:t>
            </a:r>
            <a:r>
              <a:rPr sz="1200" spc="-5" dirty="0">
                <a:latin typeface="Times New Roman"/>
                <a:cs typeface="Times New Roman"/>
              </a:rPr>
              <a:t>acceptable</a:t>
            </a:r>
            <a:r>
              <a:rPr sz="1200" spc="3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15" dirty="0">
                <a:latin typeface="Times New Roman"/>
                <a:cs typeface="Times New Roman"/>
              </a:rPr>
              <a:t>understandable.</a:t>
            </a:r>
            <a:endParaRPr sz="1200" dirty="0">
              <a:latin typeface="Times New Roman"/>
              <a:cs typeface="Times New Roman"/>
            </a:endParaRPr>
          </a:p>
          <a:p>
            <a:pPr>
              <a:lnSpc>
                <a:spcPct val="100000"/>
              </a:lnSpc>
              <a:spcBef>
                <a:spcPts val="35"/>
              </a:spcBef>
            </a:pPr>
            <a:endParaRPr sz="1400" dirty="0">
              <a:latin typeface="Times New Roman"/>
              <a:cs typeface="Times New Roman"/>
            </a:endParaRPr>
          </a:p>
          <a:p>
            <a:pPr marL="12700">
              <a:lnSpc>
                <a:spcPct val="100000"/>
              </a:lnSpc>
            </a:pPr>
            <a:r>
              <a:rPr sz="1200" dirty="0">
                <a:latin typeface="Times New Roman"/>
                <a:cs typeface="Times New Roman"/>
              </a:rPr>
              <a:t>The</a:t>
            </a:r>
            <a:r>
              <a:rPr sz="1200" spc="-40" dirty="0">
                <a:latin typeface="Times New Roman"/>
                <a:cs typeface="Times New Roman"/>
              </a:rPr>
              <a:t> </a:t>
            </a:r>
            <a:r>
              <a:rPr sz="1200" spc="-15" dirty="0">
                <a:latin typeface="Times New Roman"/>
                <a:cs typeface="Times New Roman"/>
              </a:rPr>
              <a:t>following</a:t>
            </a:r>
            <a:r>
              <a:rPr sz="1200" spc="-20" dirty="0">
                <a:latin typeface="Times New Roman"/>
                <a:cs typeface="Times New Roman"/>
              </a:rPr>
              <a:t> </a:t>
            </a:r>
            <a:r>
              <a:rPr sz="1200" spc="-15" dirty="0">
                <a:latin typeface="Times New Roman"/>
                <a:cs typeface="Times New Roman"/>
              </a:rPr>
              <a:t>controls</a:t>
            </a:r>
            <a:r>
              <a:rPr sz="1200" spc="-20" dirty="0">
                <a:latin typeface="Times New Roman"/>
                <a:cs typeface="Times New Roman"/>
              </a:rPr>
              <a:t> </a:t>
            </a:r>
            <a:r>
              <a:rPr sz="1200" spc="-5" dirty="0">
                <a:latin typeface="Times New Roman"/>
                <a:cs typeface="Times New Roman"/>
              </a:rPr>
              <a:t>have</a:t>
            </a:r>
            <a:r>
              <a:rPr sz="1200" spc="-40" dirty="0">
                <a:latin typeface="Times New Roman"/>
                <a:cs typeface="Times New Roman"/>
              </a:rPr>
              <a:t> </a:t>
            </a:r>
            <a:r>
              <a:rPr sz="1200" spc="-5" dirty="0">
                <a:latin typeface="Times New Roman"/>
                <a:cs typeface="Times New Roman"/>
              </a:rPr>
              <a:t>been </a:t>
            </a:r>
            <a:r>
              <a:rPr sz="1200" spc="-15" dirty="0">
                <a:latin typeface="Times New Roman"/>
                <a:cs typeface="Times New Roman"/>
              </a:rPr>
              <a:t>added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5" dirty="0">
                <a:latin typeface="Times New Roman"/>
                <a:cs typeface="Times New Roman"/>
              </a:rPr>
              <a:t>every</a:t>
            </a:r>
            <a:r>
              <a:rPr sz="1200" spc="-35" dirty="0">
                <a:latin typeface="Times New Roman"/>
                <a:cs typeface="Times New Roman"/>
              </a:rPr>
              <a:t> </a:t>
            </a:r>
            <a:r>
              <a:rPr sz="1200" spc="-5" dirty="0">
                <a:latin typeface="Times New Roman"/>
                <a:cs typeface="Times New Roman"/>
              </a:rPr>
              <a:t>form</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process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5" dirty="0">
                <a:latin typeface="Times New Roman"/>
                <a:cs typeface="Times New Roman"/>
              </a:rPr>
              <a:t>visitors</a:t>
            </a:r>
            <a:r>
              <a:rPr sz="1200" spc="-35" dirty="0">
                <a:latin typeface="Times New Roman"/>
                <a:cs typeface="Times New Roman"/>
              </a:rPr>
              <a:t> </a:t>
            </a:r>
            <a:r>
              <a:rPr sz="1200" spc="-15" dirty="0">
                <a:latin typeface="Times New Roman"/>
                <a:cs typeface="Times New Roman"/>
              </a:rPr>
              <a:t>desired</a:t>
            </a:r>
            <a:r>
              <a:rPr sz="1200" spc="-20" dirty="0">
                <a:latin typeface="Times New Roman"/>
                <a:cs typeface="Times New Roman"/>
              </a:rPr>
              <a:t> </a:t>
            </a:r>
            <a:r>
              <a:rPr sz="1200" spc="-15" dirty="0">
                <a:latin typeface="Times New Roman"/>
                <a:cs typeface="Times New Roman"/>
              </a:rPr>
              <a:t>inputs.</a:t>
            </a:r>
            <a:endParaRPr sz="1200" dirty="0">
              <a:latin typeface="Times New Roman"/>
              <a:cs typeface="Times New Roman"/>
            </a:endParaRPr>
          </a:p>
          <a:p>
            <a:pPr>
              <a:lnSpc>
                <a:spcPct val="100000"/>
              </a:lnSpc>
              <a:spcBef>
                <a:spcPts val="20"/>
              </a:spcBef>
            </a:pPr>
            <a:endParaRPr sz="1400" dirty="0">
              <a:latin typeface="Times New Roman"/>
              <a:cs typeface="Times New Roman"/>
            </a:endParaRPr>
          </a:p>
          <a:p>
            <a:pPr marL="478790" indent="-229235">
              <a:lnSpc>
                <a:spcPct val="100000"/>
              </a:lnSpc>
              <a:spcBef>
                <a:spcPts val="5"/>
              </a:spcBef>
              <a:buFont typeface="Arial MT"/>
              <a:buChar char="●"/>
              <a:tabLst>
                <a:tab pos="478790" algn="l"/>
                <a:tab pos="479425" algn="l"/>
              </a:tabLst>
            </a:pPr>
            <a:r>
              <a:rPr sz="1200" spc="-30" dirty="0">
                <a:latin typeface="Times New Roman"/>
                <a:cs typeface="Times New Roman"/>
              </a:rPr>
              <a:t>Te</a:t>
            </a:r>
            <a:r>
              <a:rPr sz="1200" spc="-15" dirty="0">
                <a:latin typeface="Times New Roman"/>
                <a:cs typeface="Times New Roman"/>
              </a:rPr>
              <a:t>x</a:t>
            </a:r>
            <a:r>
              <a:rPr sz="1200" dirty="0">
                <a:latin typeface="Times New Roman"/>
                <a:cs typeface="Times New Roman"/>
              </a:rPr>
              <a:t>t</a:t>
            </a:r>
            <a:r>
              <a:rPr sz="1200" spc="-35" dirty="0">
                <a:latin typeface="Times New Roman"/>
                <a:cs typeface="Times New Roman"/>
              </a:rPr>
              <a:t> B</a:t>
            </a:r>
            <a:r>
              <a:rPr sz="1200" spc="-25" dirty="0">
                <a:latin typeface="Times New Roman"/>
                <a:cs typeface="Times New Roman"/>
              </a:rPr>
              <a:t>o</a:t>
            </a:r>
            <a:r>
              <a:rPr sz="1200" dirty="0">
                <a:latin typeface="Times New Roman"/>
                <a:cs typeface="Times New Roman"/>
              </a:rPr>
              <a:t>x</a:t>
            </a:r>
          </a:p>
          <a:p>
            <a:pPr marL="478790" indent="-229235">
              <a:lnSpc>
                <a:spcPct val="100000"/>
              </a:lnSpc>
              <a:spcBef>
                <a:spcPts val="900"/>
              </a:spcBef>
              <a:buFont typeface="Arial MT"/>
              <a:buChar char="●"/>
              <a:tabLst>
                <a:tab pos="478790" algn="l"/>
                <a:tab pos="479425" algn="l"/>
              </a:tabLst>
            </a:pPr>
            <a:r>
              <a:rPr sz="1200" spc="-5" dirty="0">
                <a:latin typeface="Times New Roman"/>
                <a:cs typeface="Times New Roman"/>
              </a:rPr>
              <a:t>Radio</a:t>
            </a:r>
            <a:r>
              <a:rPr sz="1200" spc="-50" dirty="0">
                <a:latin typeface="Times New Roman"/>
                <a:cs typeface="Times New Roman"/>
              </a:rPr>
              <a:t> </a:t>
            </a:r>
            <a:r>
              <a:rPr sz="1200" spc="-15" dirty="0">
                <a:latin typeface="Times New Roman"/>
                <a:cs typeface="Times New Roman"/>
              </a:rPr>
              <a:t>Button</a:t>
            </a:r>
            <a:endParaRPr sz="1200" dirty="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5" dirty="0">
                <a:latin typeface="Times New Roman"/>
                <a:cs typeface="Times New Roman"/>
              </a:rPr>
              <a:t>Select</a:t>
            </a:r>
            <a:r>
              <a:rPr sz="1200" spc="-60" dirty="0">
                <a:latin typeface="Times New Roman"/>
                <a:cs typeface="Times New Roman"/>
              </a:rPr>
              <a:t> </a:t>
            </a:r>
            <a:r>
              <a:rPr sz="1200" spc="-20" dirty="0">
                <a:latin typeface="Times New Roman"/>
                <a:cs typeface="Times New Roman"/>
              </a:rPr>
              <a:t>Box</a:t>
            </a:r>
            <a:endParaRPr sz="1200" dirty="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5" dirty="0">
                <a:latin typeface="Times New Roman"/>
                <a:cs typeface="Times New Roman"/>
              </a:rPr>
              <a:t>Password</a:t>
            </a:r>
            <a:r>
              <a:rPr sz="1200" spc="-50" dirty="0">
                <a:latin typeface="Times New Roman"/>
                <a:cs typeface="Times New Roman"/>
              </a:rPr>
              <a:t> </a:t>
            </a:r>
            <a:r>
              <a:rPr sz="1200" spc="-15" dirty="0">
                <a:latin typeface="Times New Roman"/>
                <a:cs typeface="Times New Roman"/>
              </a:rPr>
              <a:t>Field</a:t>
            </a:r>
            <a:endParaRPr sz="1200" dirty="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dirty="0">
                <a:latin typeface="Times New Roman"/>
                <a:cs typeface="Times New Roman"/>
              </a:rPr>
              <a:t>Submit</a:t>
            </a:r>
            <a:r>
              <a:rPr sz="1200" spc="-65" dirty="0">
                <a:latin typeface="Times New Roman"/>
                <a:cs typeface="Times New Roman"/>
              </a:rPr>
              <a:t> </a:t>
            </a:r>
            <a:r>
              <a:rPr sz="1200" spc="-15" dirty="0">
                <a:latin typeface="Times New Roman"/>
                <a:cs typeface="Times New Roman"/>
              </a:rPr>
              <a:t>Button</a:t>
            </a:r>
            <a:endParaRPr sz="1200" dirty="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10" dirty="0">
                <a:latin typeface="Times New Roman"/>
                <a:cs typeface="Times New Roman"/>
              </a:rPr>
              <a:t>D</a:t>
            </a:r>
            <a:r>
              <a:rPr sz="1200" spc="-5" dirty="0">
                <a:latin typeface="Times New Roman"/>
                <a:cs typeface="Times New Roman"/>
              </a:rPr>
              <a:t>T</a:t>
            </a:r>
            <a:r>
              <a:rPr sz="1200" spc="-50" dirty="0">
                <a:latin typeface="Times New Roman"/>
                <a:cs typeface="Times New Roman"/>
              </a:rPr>
              <a:t> </a:t>
            </a:r>
            <a:r>
              <a:rPr sz="1200" spc="-15" dirty="0">
                <a:latin typeface="Times New Roman"/>
                <a:cs typeface="Times New Roman"/>
              </a:rPr>
              <a:t>P</a:t>
            </a:r>
            <a:r>
              <a:rPr sz="1200" spc="-10" dirty="0">
                <a:latin typeface="Times New Roman"/>
                <a:cs typeface="Times New Roman"/>
              </a:rPr>
              <a:t>i</a:t>
            </a:r>
            <a:r>
              <a:rPr sz="1200" spc="-20" dirty="0">
                <a:latin typeface="Times New Roman"/>
                <a:cs typeface="Times New Roman"/>
              </a:rPr>
              <a:t>c</a:t>
            </a:r>
            <a:r>
              <a:rPr sz="1200" spc="-15" dirty="0">
                <a:latin typeface="Times New Roman"/>
                <a:cs typeface="Times New Roman"/>
              </a:rPr>
              <a:t>k</a:t>
            </a:r>
            <a:r>
              <a:rPr sz="1200" spc="-20" dirty="0">
                <a:latin typeface="Times New Roman"/>
                <a:cs typeface="Times New Roman"/>
              </a:rPr>
              <a:t>e</a:t>
            </a:r>
            <a:r>
              <a:rPr sz="1200" dirty="0">
                <a:latin typeface="Times New Roman"/>
                <a:cs typeface="Times New Roman"/>
              </a:rPr>
              <a:t>r</a:t>
            </a:r>
          </a:p>
          <a:p>
            <a:pPr marL="12700" marR="66040" indent="228600">
              <a:lnSpc>
                <a:spcPct val="155000"/>
              </a:lnSpc>
              <a:spcBef>
                <a:spcPts val="530"/>
              </a:spcBef>
            </a:pPr>
            <a:r>
              <a:rPr sz="1200" spc="-5" dirty="0">
                <a:latin typeface="Times New Roman"/>
                <a:cs typeface="Times New Roman"/>
              </a:rPr>
              <a:t>These</a:t>
            </a:r>
            <a:r>
              <a:rPr sz="1200" spc="165" dirty="0">
                <a:latin typeface="Times New Roman"/>
                <a:cs typeface="Times New Roman"/>
              </a:rPr>
              <a:t> </a:t>
            </a:r>
            <a:r>
              <a:rPr sz="1200" spc="-5" dirty="0">
                <a:latin typeface="Times New Roman"/>
                <a:cs typeface="Times New Roman"/>
              </a:rPr>
              <a:t>controls</a:t>
            </a:r>
            <a:r>
              <a:rPr sz="1200" spc="185" dirty="0">
                <a:latin typeface="Times New Roman"/>
                <a:cs typeface="Times New Roman"/>
              </a:rPr>
              <a:t> </a:t>
            </a:r>
            <a:r>
              <a:rPr sz="1200" spc="-5" dirty="0">
                <a:latin typeface="Times New Roman"/>
                <a:cs typeface="Times New Roman"/>
              </a:rPr>
              <a:t>are</a:t>
            </a:r>
            <a:r>
              <a:rPr sz="1200" spc="160" dirty="0">
                <a:latin typeface="Times New Roman"/>
                <a:cs typeface="Times New Roman"/>
              </a:rPr>
              <a:t> </a:t>
            </a:r>
            <a:r>
              <a:rPr sz="1200" spc="-5" dirty="0">
                <a:latin typeface="Times New Roman"/>
                <a:cs typeface="Times New Roman"/>
              </a:rPr>
              <a:t>used</a:t>
            </a:r>
            <a:r>
              <a:rPr sz="1200" spc="185" dirty="0">
                <a:latin typeface="Times New Roman"/>
                <a:cs typeface="Times New Roman"/>
              </a:rPr>
              <a:t> </a:t>
            </a:r>
            <a:r>
              <a:rPr sz="1200" dirty="0">
                <a:latin typeface="Times New Roman"/>
                <a:cs typeface="Times New Roman"/>
              </a:rPr>
              <a:t>for</a:t>
            </a:r>
            <a:r>
              <a:rPr sz="1200" spc="150" dirty="0">
                <a:latin typeface="Times New Roman"/>
                <a:cs typeface="Times New Roman"/>
              </a:rPr>
              <a:t> </a:t>
            </a:r>
            <a:r>
              <a:rPr sz="1200" spc="-5" dirty="0">
                <a:latin typeface="Times New Roman"/>
                <a:cs typeface="Times New Roman"/>
              </a:rPr>
              <a:t>entering</a:t>
            </a:r>
            <a:r>
              <a:rPr sz="1200" spc="185"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spc="-5" dirty="0">
                <a:latin typeface="Times New Roman"/>
                <a:cs typeface="Times New Roman"/>
              </a:rPr>
              <a:t>data.</a:t>
            </a:r>
            <a:r>
              <a:rPr sz="1200" spc="135"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spc="-5" dirty="0">
                <a:latin typeface="Times New Roman"/>
                <a:cs typeface="Times New Roman"/>
              </a:rPr>
              <a:t>forms</a:t>
            </a:r>
            <a:r>
              <a:rPr sz="1200" spc="185" dirty="0">
                <a:latin typeface="Times New Roman"/>
                <a:cs typeface="Times New Roman"/>
              </a:rPr>
              <a:t> </a:t>
            </a:r>
            <a:r>
              <a:rPr sz="1200" spc="-5" dirty="0">
                <a:latin typeface="Times New Roman"/>
                <a:cs typeface="Times New Roman"/>
              </a:rPr>
              <a:t>also</a:t>
            </a:r>
            <a:r>
              <a:rPr sz="1200" spc="160" dirty="0">
                <a:latin typeface="Times New Roman"/>
                <a:cs typeface="Times New Roman"/>
              </a:rPr>
              <a:t> </a:t>
            </a:r>
            <a:r>
              <a:rPr sz="1200" dirty="0">
                <a:latin typeface="Times New Roman"/>
                <a:cs typeface="Times New Roman"/>
              </a:rPr>
              <a:t>include</a:t>
            </a:r>
            <a:r>
              <a:rPr sz="1200" spc="180"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dirty="0">
                <a:latin typeface="Times New Roman"/>
                <a:cs typeface="Times New Roman"/>
              </a:rPr>
              <a:t>methods</a:t>
            </a:r>
            <a:r>
              <a:rPr sz="1200" spc="170" dirty="0">
                <a:latin typeface="Times New Roman"/>
                <a:cs typeface="Times New Roman"/>
              </a:rPr>
              <a:t> </a:t>
            </a:r>
            <a:r>
              <a:rPr sz="1200" spc="-20" dirty="0">
                <a:latin typeface="Times New Roman"/>
                <a:cs typeface="Times New Roman"/>
              </a:rPr>
              <a:t>for </a:t>
            </a:r>
            <a:r>
              <a:rPr sz="1200" spc="-285" dirty="0">
                <a:latin typeface="Times New Roman"/>
                <a:cs typeface="Times New Roman"/>
              </a:rPr>
              <a:t> </a:t>
            </a:r>
            <a:r>
              <a:rPr sz="1200" spc="-5" dirty="0">
                <a:latin typeface="Times New Roman"/>
                <a:cs typeface="Times New Roman"/>
              </a:rPr>
              <a:t>passing</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information</a:t>
            </a:r>
            <a:r>
              <a:rPr sz="1200" dirty="0">
                <a:latin typeface="Times New Roman"/>
                <a:cs typeface="Times New Roman"/>
              </a:rPr>
              <a:t> to</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server.</a:t>
            </a:r>
            <a:endParaRPr sz="1200" dirty="0">
              <a:latin typeface="Times New Roman"/>
              <a:cs typeface="Times New Roman"/>
            </a:endParaRPr>
          </a:p>
          <a:p>
            <a:pPr>
              <a:lnSpc>
                <a:spcPct val="100000"/>
              </a:lnSpc>
              <a:spcBef>
                <a:spcPts val="35"/>
              </a:spcBef>
            </a:pPr>
            <a:endParaRPr sz="1800" dirty="0">
              <a:latin typeface="Times New Roman"/>
              <a:cs typeface="Times New Roman"/>
            </a:endParaRPr>
          </a:p>
          <a:p>
            <a:pPr marL="12700" algn="just">
              <a:lnSpc>
                <a:spcPct val="100000"/>
              </a:lnSpc>
            </a:pPr>
            <a:r>
              <a:rPr sz="1400" b="1" dirty="0">
                <a:latin typeface="Times New Roman"/>
                <a:cs typeface="Times New Roman"/>
              </a:rPr>
              <a:t>6.3</a:t>
            </a:r>
            <a:r>
              <a:rPr sz="1400" b="1" spc="-45" dirty="0">
                <a:latin typeface="Times New Roman"/>
                <a:cs typeface="Times New Roman"/>
              </a:rPr>
              <a:t> </a:t>
            </a:r>
            <a:r>
              <a:rPr sz="1400" b="1" spc="-5" dirty="0">
                <a:latin typeface="Times New Roman"/>
                <a:cs typeface="Times New Roman"/>
              </a:rPr>
              <a:t>Output</a:t>
            </a:r>
            <a:r>
              <a:rPr sz="1400" b="1" spc="-60" dirty="0">
                <a:latin typeface="Times New Roman"/>
                <a:cs typeface="Times New Roman"/>
              </a:rPr>
              <a:t> </a:t>
            </a:r>
            <a:r>
              <a:rPr sz="1400" b="1" spc="-10" dirty="0">
                <a:latin typeface="Times New Roman"/>
                <a:cs typeface="Times New Roman"/>
              </a:rPr>
              <a:t>Design</a:t>
            </a:r>
            <a:endParaRPr sz="1400" dirty="0">
              <a:latin typeface="Times New Roman"/>
              <a:cs typeface="Times New Roman"/>
            </a:endParaRPr>
          </a:p>
          <a:p>
            <a:pPr marL="12700" marR="5080" indent="542290" algn="just">
              <a:lnSpc>
                <a:spcPct val="155000"/>
              </a:lnSpc>
              <a:spcBef>
                <a:spcPts val="430"/>
              </a:spcBef>
            </a:pPr>
            <a:r>
              <a:rPr sz="1200" dirty="0">
                <a:latin typeface="Times New Roman"/>
                <a:cs typeface="Times New Roman"/>
              </a:rPr>
              <a:t>Output </a:t>
            </a:r>
            <a:r>
              <a:rPr sz="1200" spc="-5" dirty="0">
                <a:latin typeface="Times New Roman"/>
                <a:cs typeface="Times New Roman"/>
              </a:rPr>
              <a:t>design is </a:t>
            </a:r>
            <a:r>
              <a:rPr sz="1200" dirty="0">
                <a:latin typeface="Times New Roman"/>
                <a:cs typeface="Times New Roman"/>
              </a:rPr>
              <a:t>the process of designing the output </a:t>
            </a:r>
            <a:r>
              <a:rPr sz="1200" spc="-5" dirty="0">
                <a:latin typeface="Times New Roman"/>
                <a:cs typeface="Times New Roman"/>
              </a:rPr>
              <a:t>forms. </a:t>
            </a:r>
            <a:r>
              <a:rPr sz="1200" dirty="0">
                <a:latin typeface="Times New Roman"/>
                <a:cs typeface="Times New Roman"/>
              </a:rPr>
              <a:t>Computer outputs are </a:t>
            </a:r>
            <a:r>
              <a:rPr sz="1200" spc="-15" dirty="0">
                <a:latin typeface="Times New Roman"/>
                <a:cs typeface="Times New Roman"/>
              </a:rPr>
              <a:t>the </a:t>
            </a:r>
            <a:r>
              <a:rPr sz="1200" spc="-285" dirty="0">
                <a:latin typeface="Times New Roman"/>
                <a:cs typeface="Times New Roman"/>
              </a:rPr>
              <a:t> </a:t>
            </a:r>
            <a:r>
              <a:rPr sz="1200" dirty="0">
                <a:latin typeface="Times New Roman"/>
                <a:cs typeface="Times New Roman"/>
              </a:rPr>
              <a:t>most important </a:t>
            </a:r>
            <a:r>
              <a:rPr sz="1200" spc="-5" dirty="0">
                <a:latin typeface="Times New Roman"/>
                <a:cs typeface="Times New Roman"/>
              </a:rPr>
              <a:t>direct </a:t>
            </a:r>
            <a:r>
              <a:rPr sz="1200" dirty="0">
                <a:latin typeface="Times New Roman"/>
                <a:cs typeface="Times New Roman"/>
              </a:rPr>
              <a:t>source of information to </a:t>
            </a:r>
            <a:r>
              <a:rPr sz="1200" spc="5" dirty="0">
                <a:latin typeface="Times New Roman"/>
                <a:cs typeface="Times New Roman"/>
              </a:rPr>
              <a:t>be </a:t>
            </a:r>
            <a:r>
              <a:rPr sz="1200" dirty="0">
                <a:latin typeface="Times New Roman"/>
                <a:cs typeface="Times New Roman"/>
              </a:rPr>
              <a:t>user </a:t>
            </a:r>
            <a:r>
              <a:rPr sz="1200" spc="-5" dirty="0">
                <a:latin typeface="Times New Roman"/>
                <a:cs typeface="Times New Roman"/>
              </a:rPr>
              <a:t>and </a:t>
            </a:r>
            <a:r>
              <a:rPr sz="1200" dirty="0">
                <a:latin typeface="Times New Roman"/>
                <a:cs typeface="Times New Roman"/>
              </a:rPr>
              <a:t>to the management. Efficient </a:t>
            </a:r>
            <a:r>
              <a:rPr sz="1200" spc="-15" dirty="0">
                <a:latin typeface="Times New Roman"/>
                <a:cs typeface="Times New Roman"/>
              </a:rPr>
              <a:t>and </a:t>
            </a:r>
            <a:r>
              <a:rPr sz="1200" spc="-10" dirty="0">
                <a:latin typeface="Times New Roman"/>
                <a:cs typeface="Times New Roman"/>
              </a:rPr>
              <a:t> </a:t>
            </a:r>
            <a:r>
              <a:rPr sz="1200" spc="-5" dirty="0">
                <a:latin typeface="Times New Roman"/>
                <a:cs typeface="Times New Roman"/>
              </a:rPr>
              <a:t>eligible</a:t>
            </a:r>
            <a:r>
              <a:rPr sz="1200" spc="210" dirty="0">
                <a:latin typeface="Times New Roman"/>
                <a:cs typeface="Times New Roman"/>
              </a:rPr>
              <a:t> </a:t>
            </a:r>
            <a:r>
              <a:rPr sz="1200" dirty="0">
                <a:latin typeface="Times New Roman"/>
                <a:cs typeface="Times New Roman"/>
              </a:rPr>
              <a:t>output</a:t>
            </a:r>
            <a:r>
              <a:rPr sz="1200" spc="195" dirty="0">
                <a:latin typeface="Times New Roman"/>
                <a:cs typeface="Times New Roman"/>
              </a:rPr>
              <a:t> </a:t>
            </a:r>
            <a:r>
              <a:rPr sz="1200" spc="-5" dirty="0">
                <a:latin typeface="Times New Roman"/>
                <a:cs typeface="Times New Roman"/>
              </a:rPr>
              <a:t>design</a:t>
            </a:r>
            <a:r>
              <a:rPr sz="1200" spc="200" dirty="0">
                <a:latin typeface="Times New Roman"/>
                <a:cs typeface="Times New Roman"/>
              </a:rPr>
              <a:t> </a:t>
            </a:r>
            <a:r>
              <a:rPr sz="1200" dirty="0">
                <a:latin typeface="Times New Roman"/>
                <a:cs typeface="Times New Roman"/>
              </a:rPr>
              <a:t>should</a:t>
            </a:r>
            <a:r>
              <a:rPr sz="1200" spc="195" dirty="0">
                <a:latin typeface="Times New Roman"/>
                <a:cs typeface="Times New Roman"/>
              </a:rPr>
              <a:t> </a:t>
            </a:r>
            <a:r>
              <a:rPr sz="1200" dirty="0">
                <a:latin typeface="Times New Roman"/>
                <a:cs typeface="Times New Roman"/>
              </a:rPr>
              <a:t>improve</a:t>
            </a:r>
            <a:r>
              <a:rPr sz="1200" spc="185" dirty="0">
                <a:latin typeface="Times New Roman"/>
                <a:cs typeface="Times New Roman"/>
              </a:rPr>
              <a:t> </a:t>
            </a:r>
            <a:r>
              <a:rPr sz="1200" dirty="0">
                <a:latin typeface="Times New Roman"/>
                <a:cs typeface="Times New Roman"/>
              </a:rPr>
              <a:t>the</a:t>
            </a:r>
            <a:r>
              <a:rPr sz="1200" spc="185" dirty="0">
                <a:latin typeface="Times New Roman"/>
                <a:cs typeface="Times New Roman"/>
              </a:rPr>
              <a:t> </a:t>
            </a:r>
            <a:r>
              <a:rPr sz="1200" spc="-10" dirty="0">
                <a:latin typeface="Times New Roman"/>
                <a:cs typeface="Times New Roman"/>
              </a:rPr>
              <a:t>system's</a:t>
            </a:r>
            <a:r>
              <a:rPr sz="1200" spc="225" dirty="0">
                <a:latin typeface="Times New Roman"/>
                <a:cs typeface="Times New Roman"/>
              </a:rPr>
              <a:t> </a:t>
            </a:r>
            <a:r>
              <a:rPr sz="1200" dirty="0">
                <a:latin typeface="Times New Roman"/>
                <a:cs typeface="Times New Roman"/>
              </a:rPr>
              <a:t>relationship</a:t>
            </a:r>
            <a:r>
              <a:rPr sz="1200" spc="200" dirty="0">
                <a:latin typeface="Times New Roman"/>
                <a:cs typeface="Times New Roman"/>
              </a:rPr>
              <a:t> </a:t>
            </a:r>
            <a:r>
              <a:rPr sz="1200" dirty="0">
                <a:latin typeface="Times New Roman"/>
                <a:cs typeface="Times New Roman"/>
              </a:rPr>
              <a:t>with</a:t>
            </a:r>
            <a:r>
              <a:rPr sz="1200" spc="190" dirty="0">
                <a:latin typeface="Times New Roman"/>
                <a:cs typeface="Times New Roman"/>
              </a:rPr>
              <a:t> </a:t>
            </a:r>
            <a:r>
              <a:rPr sz="1200" dirty="0">
                <a:latin typeface="Times New Roman"/>
                <a:cs typeface="Times New Roman"/>
              </a:rPr>
              <a:t>the</a:t>
            </a:r>
            <a:r>
              <a:rPr sz="1200" spc="200" dirty="0">
                <a:latin typeface="Times New Roman"/>
                <a:cs typeface="Times New Roman"/>
              </a:rPr>
              <a:t> </a:t>
            </a:r>
            <a:r>
              <a:rPr sz="1200" spc="-5" dirty="0">
                <a:latin typeface="Times New Roman"/>
                <a:cs typeface="Times New Roman"/>
              </a:rPr>
              <a:t>user</a:t>
            </a:r>
            <a:r>
              <a:rPr sz="1200" spc="180" dirty="0">
                <a:latin typeface="Times New Roman"/>
                <a:cs typeface="Times New Roman"/>
              </a:rPr>
              <a:t> </a:t>
            </a:r>
            <a:r>
              <a:rPr sz="1200" spc="-5" dirty="0">
                <a:latin typeface="Times New Roman"/>
                <a:cs typeface="Times New Roman"/>
              </a:rPr>
              <a:t>and</a:t>
            </a:r>
            <a:r>
              <a:rPr sz="1200" spc="204" dirty="0">
                <a:latin typeface="Times New Roman"/>
                <a:cs typeface="Times New Roman"/>
              </a:rPr>
              <a:t> </a:t>
            </a:r>
            <a:r>
              <a:rPr sz="1200" spc="-5" dirty="0">
                <a:latin typeface="Times New Roman"/>
                <a:cs typeface="Times New Roman"/>
              </a:rPr>
              <a:t>help</a:t>
            </a:r>
            <a:r>
              <a:rPr sz="1200" spc="190" dirty="0">
                <a:latin typeface="Times New Roman"/>
                <a:cs typeface="Times New Roman"/>
              </a:rPr>
              <a:t> </a:t>
            </a:r>
            <a:r>
              <a:rPr sz="1200" spc="-25" dirty="0">
                <a:latin typeface="Times New Roman"/>
                <a:cs typeface="Times New Roman"/>
              </a:rPr>
              <a:t>in</a:t>
            </a:r>
            <a:endParaRPr sz="1200" dirty="0">
              <a:latin typeface="Times New Roman"/>
              <a:cs typeface="Times New Roman"/>
            </a:endParaRPr>
          </a:p>
        </p:txBody>
      </p:sp>
      <p:sp>
        <p:nvSpPr>
          <p:cNvPr id="4" name="object 4"/>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9135" cy="9097234"/>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gn="just">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31</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6350" algn="just">
              <a:lnSpc>
                <a:spcPct val="155000"/>
              </a:lnSpc>
              <a:spcBef>
                <a:spcPts val="925"/>
              </a:spcBef>
            </a:pPr>
            <a:r>
              <a:rPr sz="1200" dirty="0">
                <a:latin typeface="Times New Roman"/>
                <a:cs typeface="Times New Roman"/>
              </a:rPr>
              <a:t>decision making. Output </a:t>
            </a:r>
            <a:r>
              <a:rPr sz="1200" spc="-5" dirty="0">
                <a:latin typeface="Times New Roman"/>
                <a:cs typeface="Times New Roman"/>
              </a:rPr>
              <a:t>design </a:t>
            </a:r>
            <a:r>
              <a:rPr sz="1200" dirty="0">
                <a:latin typeface="Times New Roman"/>
                <a:cs typeface="Times New Roman"/>
              </a:rPr>
              <a:t>generally deals with the </a:t>
            </a:r>
            <a:r>
              <a:rPr sz="1200" spc="-5" dirty="0">
                <a:latin typeface="Times New Roman"/>
                <a:cs typeface="Times New Roman"/>
              </a:rPr>
              <a:t>results </a:t>
            </a:r>
            <a:r>
              <a:rPr sz="1200" dirty="0">
                <a:latin typeface="Times New Roman"/>
                <a:cs typeface="Times New Roman"/>
              </a:rPr>
              <a:t>generated </a:t>
            </a:r>
            <a:r>
              <a:rPr sz="1200" spc="5" dirty="0">
                <a:latin typeface="Times New Roman"/>
                <a:cs typeface="Times New Roman"/>
              </a:rPr>
              <a:t>by </a:t>
            </a:r>
            <a:r>
              <a:rPr sz="1200" dirty="0">
                <a:latin typeface="Times New Roman"/>
                <a:cs typeface="Times New Roman"/>
              </a:rPr>
              <a:t>the </a:t>
            </a:r>
            <a:r>
              <a:rPr sz="1200" spc="-5" dirty="0">
                <a:latin typeface="Times New Roman"/>
                <a:cs typeface="Times New Roman"/>
              </a:rPr>
              <a:t>system </a:t>
            </a:r>
            <a:r>
              <a:rPr sz="1200" spc="-10" dirty="0">
                <a:latin typeface="Times New Roman"/>
                <a:cs typeface="Times New Roman"/>
              </a:rPr>
              <a:t>i.e., </a:t>
            </a:r>
            <a:r>
              <a:rPr sz="1200" spc="-5" dirty="0">
                <a:latin typeface="Times New Roman"/>
                <a:cs typeface="Times New Roman"/>
              </a:rPr>
              <a:t> </a:t>
            </a:r>
            <a:r>
              <a:rPr sz="1200" dirty="0">
                <a:latin typeface="Times New Roman"/>
                <a:cs typeface="Times New Roman"/>
              </a:rPr>
              <a:t>reports. This </a:t>
            </a:r>
            <a:r>
              <a:rPr sz="1200" spc="-5" dirty="0">
                <a:latin typeface="Times New Roman"/>
                <a:cs typeface="Times New Roman"/>
              </a:rPr>
              <a:t>report </a:t>
            </a:r>
            <a:r>
              <a:rPr sz="1200" dirty="0">
                <a:latin typeface="Times New Roman"/>
                <a:cs typeface="Times New Roman"/>
              </a:rPr>
              <a:t>can be </a:t>
            </a:r>
            <a:r>
              <a:rPr sz="1200" spc="-5" dirty="0">
                <a:latin typeface="Times New Roman"/>
                <a:cs typeface="Times New Roman"/>
              </a:rPr>
              <a:t>generated from </a:t>
            </a:r>
            <a:r>
              <a:rPr sz="1200" dirty="0">
                <a:latin typeface="Times New Roman"/>
                <a:cs typeface="Times New Roman"/>
              </a:rPr>
              <a:t>stored or calculated values. Reports are </a:t>
            </a:r>
            <a:r>
              <a:rPr sz="1200" spc="-15" dirty="0">
                <a:latin typeface="Times New Roman"/>
                <a:cs typeface="Times New Roman"/>
              </a:rPr>
              <a:t>displayed </a:t>
            </a:r>
            <a:r>
              <a:rPr sz="1200" spc="-10" dirty="0">
                <a:latin typeface="Times New Roman"/>
                <a:cs typeface="Times New Roman"/>
              </a:rPr>
              <a:t> </a:t>
            </a:r>
            <a:r>
              <a:rPr sz="1200" dirty="0">
                <a:latin typeface="Times New Roman"/>
                <a:cs typeface="Times New Roman"/>
              </a:rPr>
              <a:t>either </a:t>
            </a:r>
            <a:r>
              <a:rPr sz="1200" spc="-5" dirty="0">
                <a:latin typeface="Times New Roman"/>
                <a:cs typeface="Times New Roman"/>
              </a:rPr>
              <a:t>as screen </a:t>
            </a:r>
            <a:r>
              <a:rPr sz="1200" dirty="0">
                <a:latin typeface="Times New Roman"/>
                <a:cs typeface="Times New Roman"/>
              </a:rPr>
              <a:t>window </a:t>
            </a:r>
            <a:r>
              <a:rPr sz="1200" spc="-5" dirty="0">
                <a:latin typeface="Times New Roman"/>
                <a:cs typeface="Times New Roman"/>
              </a:rPr>
              <a:t>preview </a:t>
            </a:r>
            <a:r>
              <a:rPr sz="1200" dirty="0">
                <a:latin typeface="Times New Roman"/>
                <a:cs typeface="Times New Roman"/>
              </a:rPr>
              <a:t>or printed </a:t>
            </a:r>
            <a:r>
              <a:rPr sz="1200" spc="-5" dirty="0">
                <a:latin typeface="Times New Roman"/>
                <a:cs typeface="Times New Roman"/>
              </a:rPr>
              <a:t>form. Most end </a:t>
            </a:r>
            <a:r>
              <a:rPr sz="1200" dirty="0">
                <a:latin typeface="Times New Roman"/>
                <a:cs typeface="Times New Roman"/>
              </a:rPr>
              <a:t>users </a:t>
            </a:r>
            <a:r>
              <a:rPr sz="1200" spc="-5" dirty="0">
                <a:latin typeface="Times New Roman"/>
                <a:cs typeface="Times New Roman"/>
              </a:rPr>
              <a:t>will </a:t>
            </a:r>
            <a:r>
              <a:rPr sz="1200" dirty="0">
                <a:latin typeface="Times New Roman"/>
                <a:cs typeface="Times New Roman"/>
              </a:rPr>
              <a:t>not actually operate </a:t>
            </a:r>
            <a:r>
              <a:rPr sz="1200" spc="-15" dirty="0">
                <a:latin typeface="Times New Roman"/>
                <a:cs typeface="Times New Roman"/>
              </a:rPr>
              <a:t>the </a:t>
            </a:r>
            <a:r>
              <a:rPr sz="1200" spc="-10" dirty="0">
                <a:latin typeface="Times New Roman"/>
                <a:cs typeface="Times New Roman"/>
              </a:rPr>
              <a:t> </a:t>
            </a:r>
            <a:r>
              <a:rPr sz="1200" dirty="0">
                <a:latin typeface="Times New Roman"/>
                <a:cs typeface="Times New Roman"/>
              </a:rPr>
              <a:t>information </a:t>
            </a:r>
            <a:r>
              <a:rPr sz="1200" spc="-5" dirty="0">
                <a:latin typeface="Times New Roman"/>
                <a:cs typeface="Times New Roman"/>
              </a:rPr>
              <a:t>system </a:t>
            </a:r>
            <a:r>
              <a:rPr sz="1200" dirty="0">
                <a:latin typeface="Times New Roman"/>
                <a:cs typeface="Times New Roman"/>
              </a:rPr>
              <a:t>or enter data </a:t>
            </a:r>
            <a:r>
              <a:rPr sz="1200" spc="-5" dirty="0">
                <a:latin typeface="Times New Roman"/>
                <a:cs typeface="Times New Roman"/>
              </a:rPr>
              <a:t>through workstation, </a:t>
            </a:r>
            <a:r>
              <a:rPr sz="1200" dirty="0">
                <a:latin typeface="Times New Roman"/>
                <a:cs typeface="Times New Roman"/>
              </a:rPr>
              <a:t>but </a:t>
            </a:r>
            <a:r>
              <a:rPr sz="1200" spc="5" dirty="0">
                <a:latin typeface="Times New Roman"/>
                <a:cs typeface="Times New Roman"/>
              </a:rPr>
              <a:t>they </a:t>
            </a:r>
            <a:r>
              <a:rPr sz="1200" spc="-5" dirty="0">
                <a:latin typeface="Times New Roman"/>
                <a:cs typeface="Times New Roman"/>
              </a:rPr>
              <a:t>will </a:t>
            </a:r>
            <a:r>
              <a:rPr sz="1200" dirty="0">
                <a:latin typeface="Times New Roman"/>
                <a:cs typeface="Times New Roman"/>
              </a:rPr>
              <a:t>use the output from </a:t>
            </a:r>
            <a:r>
              <a:rPr sz="1200" spc="-10" dirty="0">
                <a:latin typeface="Times New Roman"/>
                <a:cs typeface="Times New Roman"/>
              </a:rPr>
              <a:t>the </a:t>
            </a:r>
            <a:r>
              <a:rPr sz="1200" spc="-5" dirty="0">
                <a:latin typeface="Times New Roman"/>
                <a:cs typeface="Times New Roman"/>
              </a:rPr>
              <a:t> system. Outputs </a:t>
            </a:r>
            <a:r>
              <a:rPr sz="1200" dirty="0">
                <a:latin typeface="Times New Roman"/>
                <a:cs typeface="Times New Roman"/>
              </a:rPr>
              <a:t>from computer </a:t>
            </a:r>
            <a:r>
              <a:rPr sz="1200" spc="-5" dirty="0">
                <a:latin typeface="Times New Roman"/>
                <a:cs typeface="Times New Roman"/>
              </a:rPr>
              <a:t>system </a:t>
            </a:r>
            <a:r>
              <a:rPr sz="1200" dirty="0">
                <a:latin typeface="Times New Roman"/>
                <a:cs typeface="Times New Roman"/>
              </a:rPr>
              <a:t>are required primarily to communicate the </a:t>
            </a:r>
            <a:r>
              <a:rPr sz="1200" spc="-5" dirty="0">
                <a:latin typeface="Times New Roman"/>
                <a:cs typeface="Times New Roman"/>
              </a:rPr>
              <a:t>results </a:t>
            </a:r>
            <a:r>
              <a:rPr sz="1200" spc="-25" dirty="0">
                <a:latin typeface="Times New Roman"/>
                <a:cs typeface="Times New Roman"/>
              </a:rPr>
              <a:t>of </a:t>
            </a:r>
            <a:r>
              <a:rPr sz="1200" spc="-20" dirty="0">
                <a:latin typeface="Times New Roman"/>
                <a:cs typeface="Times New Roman"/>
              </a:rPr>
              <a:t> </a:t>
            </a:r>
            <a:r>
              <a:rPr sz="1200" spc="-5" dirty="0">
                <a:latin typeface="Times New Roman"/>
                <a:cs typeface="Times New Roman"/>
              </a:rPr>
              <a:t>processing</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5" dirty="0">
                <a:latin typeface="Times New Roman"/>
                <a:cs typeface="Times New Roman"/>
              </a:rPr>
              <a:t>user.</a:t>
            </a:r>
            <a:endParaRPr sz="1200" dirty="0">
              <a:latin typeface="Times New Roman"/>
              <a:cs typeface="Times New Roman"/>
            </a:endParaRPr>
          </a:p>
          <a:p>
            <a:pPr marL="12700" algn="just">
              <a:lnSpc>
                <a:spcPct val="100000"/>
              </a:lnSpc>
              <a:spcBef>
                <a:spcPts val="1070"/>
              </a:spcBef>
            </a:pPr>
            <a:r>
              <a:rPr sz="1200" spc="-5" dirty="0">
                <a:latin typeface="Times New Roman"/>
                <a:cs typeface="Times New Roman"/>
              </a:rPr>
              <a:t>The</a:t>
            </a:r>
            <a:r>
              <a:rPr sz="1200" spc="-30" dirty="0">
                <a:latin typeface="Times New Roman"/>
                <a:cs typeface="Times New Roman"/>
              </a:rPr>
              <a:t> </a:t>
            </a:r>
            <a:r>
              <a:rPr sz="1200" spc="-5" dirty="0">
                <a:latin typeface="Times New Roman"/>
                <a:cs typeface="Times New Roman"/>
              </a:rPr>
              <a:t>standards</a:t>
            </a:r>
            <a:r>
              <a:rPr sz="1200" spc="-15" dirty="0">
                <a:latin typeface="Times New Roman"/>
                <a:cs typeface="Times New Roman"/>
              </a:rPr>
              <a:t> </a:t>
            </a:r>
            <a:r>
              <a:rPr sz="1200" spc="-5" dirty="0">
                <a:latin typeface="Times New Roman"/>
                <a:cs typeface="Times New Roman"/>
              </a:rPr>
              <a:t>for</a:t>
            </a:r>
            <a:r>
              <a:rPr sz="1200" spc="-25" dirty="0">
                <a:latin typeface="Times New Roman"/>
                <a:cs typeface="Times New Roman"/>
              </a:rPr>
              <a:t> </a:t>
            </a:r>
            <a:r>
              <a:rPr sz="1200" spc="-5" dirty="0">
                <a:latin typeface="Times New Roman"/>
                <a:cs typeface="Times New Roman"/>
              </a:rPr>
              <a:t>printed</a:t>
            </a:r>
            <a:r>
              <a:rPr sz="1200" spc="-20" dirty="0">
                <a:latin typeface="Times New Roman"/>
                <a:cs typeface="Times New Roman"/>
              </a:rPr>
              <a:t> </a:t>
            </a:r>
            <a:r>
              <a:rPr sz="1200" dirty="0">
                <a:latin typeface="Times New Roman"/>
                <a:cs typeface="Times New Roman"/>
              </a:rPr>
              <a:t>output</a:t>
            </a:r>
            <a:r>
              <a:rPr sz="1200" spc="-20" dirty="0">
                <a:latin typeface="Times New Roman"/>
                <a:cs typeface="Times New Roman"/>
              </a:rPr>
              <a:t> </a:t>
            </a:r>
            <a:r>
              <a:rPr sz="1200" spc="-5" dirty="0">
                <a:latin typeface="Times New Roman"/>
                <a:cs typeface="Times New Roman"/>
              </a:rPr>
              <a:t>suggest</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5" dirty="0">
                <a:latin typeface="Times New Roman"/>
                <a:cs typeface="Times New Roman"/>
              </a:rPr>
              <a:t>following:</a:t>
            </a:r>
            <a:endParaRPr sz="1200" dirty="0">
              <a:latin typeface="Times New Roman"/>
              <a:cs typeface="Times New Roman"/>
            </a:endParaRPr>
          </a:p>
          <a:p>
            <a:pPr marL="478790" indent="-229235">
              <a:lnSpc>
                <a:spcPct val="100000"/>
              </a:lnSpc>
              <a:spcBef>
                <a:spcPts val="900"/>
              </a:spcBef>
              <a:buAutoNum type="arabicPeriod"/>
              <a:tabLst>
                <a:tab pos="479425" algn="l"/>
              </a:tabLst>
            </a:pPr>
            <a:r>
              <a:rPr sz="1200" dirty="0">
                <a:latin typeface="Times New Roman"/>
                <a:cs typeface="Times New Roman"/>
              </a:rPr>
              <a:t>Give</a:t>
            </a:r>
            <a:r>
              <a:rPr sz="1200" spc="-40" dirty="0">
                <a:latin typeface="Times New Roman"/>
                <a:cs typeface="Times New Roman"/>
              </a:rPr>
              <a:t> </a:t>
            </a:r>
            <a:r>
              <a:rPr sz="1200" spc="-5" dirty="0">
                <a:latin typeface="Times New Roman"/>
                <a:cs typeface="Times New Roman"/>
              </a:rPr>
              <a:t>each </a:t>
            </a:r>
            <a:r>
              <a:rPr sz="1200" dirty="0">
                <a:latin typeface="Times New Roman"/>
                <a:cs typeface="Times New Roman"/>
              </a:rPr>
              <a:t>output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5" dirty="0">
                <a:latin typeface="Times New Roman"/>
                <a:cs typeface="Times New Roman"/>
              </a:rPr>
              <a:t>specific</a:t>
            </a:r>
            <a:r>
              <a:rPr sz="1200" spc="-10" dirty="0">
                <a:latin typeface="Times New Roman"/>
                <a:cs typeface="Times New Roman"/>
              </a:rPr>
              <a:t> </a:t>
            </a:r>
            <a:r>
              <a:rPr sz="1200" spc="-5" dirty="0">
                <a:latin typeface="Times New Roman"/>
                <a:cs typeface="Times New Roman"/>
              </a:rPr>
              <a:t>name</a:t>
            </a:r>
            <a:r>
              <a:rPr sz="1200" spc="-1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spc="-10" dirty="0">
                <a:latin typeface="Times New Roman"/>
                <a:cs typeface="Times New Roman"/>
              </a:rPr>
              <a:t>title.</a:t>
            </a:r>
            <a:endParaRPr sz="1200" dirty="0">
              <a:latin typeface="Times New Roman"/>
              <a:cs typeface="Times New Roman"/>
            </a:endParaRPr>
          </a:p>
          <a:p>
            <a:pPr marL="478790" indent="-229235">
              <a:lnSpc>
                <a:spcPct val="100000"/>
              </a:lnSpc>
              <a:spcBef>
                <a:spcPts val="900"/>
              </a:spcBef>
              <a:buAutoNum type="arabicPeriod"/>
              <a:tabLst>
                <a:tab pos="479425" algn="l"/>
              </a:tabLst>
            </a:pPr>
            <a:r>
              <a:rPr sz="1200" spc="-5" dirty="0">
                <a:latin typeface="Times New Roman"/>
                <a:cs typeface="Times New Roman"/>
              </a:rPr>
              <a:t>Specify</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procedure</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accuracy</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output</a:t>
            </a:r>
            <a:r>
              <a:rPr sz="1200" spc="-25" dirty="0">
                <a:latin typeface="Times New Roman"/>
                <a:cs typeface="Times New Roman"/>
              </a:rPr>
              <a:t> </a:t>
            </a:r>
            <a:r>
              <a:rPr sz="1200" spc="-20" dirty="0">
                <a:latin typeface="Times New Roman"/>
                <a:cs typeface="Times New Roman"/>
              </a:rPr>
              <a:t>data</a:t>
            </a:r>
            <a:endParaRPr sz="1200" dirty="0">
              <a:latin typeface="Times New Roman"/>
              <a:cs typeface="Times New Roman"/>
            </a:endParaRPr>
          </a:p>
          <a:p>
            <a:pPr marL="478790" indent="-229235">
              <a:lnSpc>
                <a:spcPct val="100000"/>
              </a:lnSpc>
              <a:spcBef>
                <a:spcPts val="900"/>
              </a:spcBef>
              <a:buAutoNum type="arabicPeriod"/>
              <a:tabLst>
                <a:tab pos="479425" algn="l"/>
              </a:tabLst>
            </a:pPr>
            <a:r>
              <a:rPr sz="1200" spc="-5" dirty="0">
                <a:latin typeface="Times New Roman"/>
                <a:cs typeface="Times New Roman"/>
              </a:rPr>
              <a:t>Arrange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presentation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5" dirty="0">
                <a:latin typeface="Times New Roman"/>
                <a:cs typeface="Times New Roman"/>
              </a:rPr>
              <a:t>information </a:t>
            </a:r>
            <a:r>
              <a:rPr sz="1200" dirty="0">
                <a:latin typeface="Times New Roman"/>
                <a:cs typeface="Times New Roman"/>
              </a:rPr>
              <a:t>in</a:t>
            </a:r>
            <a:r>
              <a:rPr sz="1200" spc="-40" dirty="0">
                <a:latin typeface="Times New Roman"/>
                <a:cs typeface="Times New Roman"/>
              </a:rPr>
              <a:t> </a:t>
            </a:r>
            <a:r>
              <a:rPr sz="1200" spc="-5" dirty="0">
                <a:latin typeface="Times New Roman"/>
                <a:cs typeface="Times New Roman"/>
              </a:rPr>
              <a:t>an</a:t>
            </a:r>
            <a:r>
              <a:rPr sz="1200" spc="-20" dirty="0">
                <a:latin typeface="Times New Roman"/>
                <a:cs typeface="Times New Roman"/>
              </a:rPr>
              <a:t> </a:t>
            </a:r>
            <a:r>
              <a:rPr sz="1200" spc="-5" dirty="0">
                <a:latin typeface="Times New Roman"/>
                <a:cs typeface="Times New Roman"/>
              </a:rPr>
              <a:t>acceptable</a:t>
            </a:r>
            <a:r>
              <a:rPr sz="1200" spc="25" dirty="0">
                <a:latin typeface="Times New Roman"/>
                <a:cs typeface="Times New Roman"/>
              </a:rPr>
              <a:t> </a:t>
            </a:r>
            <a:r>
              <a:rPr sz="1200" spc="-15" dirty="0">
                <a:latin typeface="Times New Roman"/>
                <a:cs typeface="Times New Roman"/>
              </a:rPr>
              <a:t>format.</a:t>
            </a:r>
            <a:endParaRPr sz="1200" dirty="0">
              <a:latin typeface="Times New Roman"/>
              <a:cs typeface="Times New Roman"/>
            </a:endParaRPr>
          </a:p>
          <a:p>
            <a:pPr marL="12700" marR="7620" indent="457200" algn="just">
              <a:lnSpc>
                <a:spcPct val="155000"/>
              </a:lnSpc>
              <a:spcBef>
                <a:spcPts val="530"/>
              </a:spcBef>
            </a:pPr>
            <a:r>
              <a:rPr sz="1200" spc="-10" dirty="0">
                <a:latin typeface="Times New Roman"/>
                <a:cs typeface="Times New Roman"/>
              </a:rPr>
              <a:t>Depending</a:t>
            </a:r>
            <a:r>
              <a:rPr sz="1200" spc="-35"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nature</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future</a:t>
            </a:r>
            <a:r>
              <a:rPr sz="1200" spc="-30"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output</a:t>
            </a:r>
            <a:r>
              <a:rPr sz="1200" spc="5" dirty="0">
                <a:latin typeface="Times New Roman"/>
                <a:cs typeface="Times New Roman"/>
              </a:rPr>
              <a:t> </a:t>
            </a:r>
            <a:r>
              <a:rPr sz="1200" spc="-10" dirty="0">
                <a:latin typeface="Times New Roman"/>
                <a:cs typeface="Times New Roman"/>
              </a:rPr>
              <a:t>required,</a:t>
            </a:r>
            <a:r>
              <a:rPr sz="1200" spc="-25" dirty="0">
                <a:latin typeface="Times New Roman"/>
                <a:cs typeface="Times New Roman"/>
              </a:rPr>
              <a:t> </a:t>
            </a:r>
            <a:r>
              <a:rPr sz="1200" spc="5" dirty="0">
                <a:latin typeface="Times New Roman"/>
                <a:cs typeface="Times New Roman"/>
              </a:rPr>
              <a:t>they</a:t>
            </a:r>
            <a:r>
              <a:rPr sz="1200" spc="-3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spc="5" dirty="0">
                <a:latin typeface="Times New Roman"/>
                <a:cs typeface="Times New Roman"/>
              </a:rPr>
              <a:t>be</a:t>
            </a:r>
            <a:r>
              <a:rPr sz="1200" spc="-15" dirty="0">
                <a:latin typeface="Times New Roman"/>
                <a:cs typeface="Times New Roman"/>
              </a:rPr>
              <a:t> displayed</a:t>
            </a:r>
            <a:r>
              <a:rPr sz="1200" spc="-25" dirty="0">
                <a:latin typeface="Times New Roman"/>
                <a:cs typeface="Times New Roman"/>
              </a:rPr>
              <a:t> </a:t>
            </a:r>
            <a:r>
              <a:rPr sz="1200" dirty="0">
                <a:latin typeface="Times New Roman"/>
                <a:cs typeface="Times New Roman"/>
              </a:rPr>
              <a:t>on</a:t>
            </a:r>
            <a:r>
              <a:rPr sz="1200" spc="-15" dirty="0">
                <a:latin typeface="Times New Roman"/>
                <a:cs typeface="Times New Roman"/>
              </a:rPr>
              <a:t> the </a:t>
            </a:r>
            <a:r>
              <a:rPr sz="1200" spc="-285" dirty="0">
                <a:latin typeface="Times New Roman"/>
                <a:cs typeface="Times New Roman"/>
              </a:rPr>
              <a:t> </a:t>
            </a:r>
            <a:r>
              <a:rPr sz="1200" dirty="0">
                <a:latin typeface="Times New Roman"/>
                <a:cs typeface="Times New Roman"/>
              </a:rPr>
              <a:t>monitor</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5" dirty="0">
                <a:latin typeface="Times New Roman"/>
                <a:cs typeface="Times New Roman"/>
              </a:rPr>
              <a:t>immediate need</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obtaining</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hardcopy.</a:t>
            </a:r>
            <a:endParaRPr sz="1200" dirty="0">
              <a:latin typeface="Times New Roman"/>
              <a:cs typeface="Times New Roman"/>
            </a:endParaRPr>
          </a:p>
          <a:p>
            <a:pPr>
              <a:lnSpc>
                <a:spcPct val="100000"/>
              </a:lnSpc>
              <a:spcBef>
                <a:spcPts val="30"/>
              </a:spcBef>
            </a:pPr>
            <a:endParaRPr sz="1800" dirty="0">
              <a:latin typeface="Times New Roman"/>
              <a:cs typeface="Times New Roman"/>
            </a:endParaRPr>
          </a:p>
          <a:p>
            <a:pPr marL="12700" algn="just">
              <a:lnSpc>
                <a:spcPct val="100000"/>
              </a:lnSpc>
              <a:spcBef>
                <a:spcPts val="5"/>
              </a:spcBef>
            </a:pPr>
            <a:r>
              <a:rPr sz="1400" b="1" dirty="0">
                <a:latin typeface="Times New Roman"/>
                <a:cs typeface="Times New Roman"/>
              </a:rPr>
              <a:t>6.4</a:t>
            </a:r>
            <a:r>
              <a:rPr sz="1400" b="1" spc="-70" dirty="0">
                <a:latin typeface="Times New Roman"/>
                <a:cs typeface="Times New Roman"/>
              </a:rPr>
              <a:t> </a:t>
            </a:r>
            <a:r>
              <a:rPr sz="1400" b="1" dirty="0">
                <a:latin typeface="Times New Roman"/>
                <a:cs typeface="Times New Roman"/>
              </a:rPr>
              <a:t>Database</a:t>
            </a:r>
            <a:r>
              <a:rPr sz="1400" b="1" spc="-65" dirty="0">
                <a:latin typeface="Times New Roman"/>
                <a:cs typeface="Times New Roman"/>
              </a:rPr>
              <a:t> </a:t>
            </a:r>
            <a:r>
              <a:rPr sz="1400" b="1" spc="-10" dirty="0">
                <a:latin typeface="Times New Roman"/>
                <a:cs typeface="Times New Roman"/>
              </a:rPr>
              <a:t>Design</a:t>
            </a:r>
            <a:endParaRPr sz="1400" dirty="0">
              <a:latin typeface="Times New Roman"/>
              <a:cs typeface="Times New Roman"/>
            </a:endParaRPr>
          </a:p>
          <a:p>
            <a:pPr marL="12700" marR="5080" indent="457200" algn="just">
              <a:lnSpc>
                <a:spcPct val="155000"/>
              </a:lnSpc>
              <a:spcBef>
                <a:spcPts val="440"/>
              </a:spcBef>
            </a:pPr>
            <a:r>
              <a:rPr sz="1200" dirty="0">
                <a:latin typeface="Times New Roman"/>
                <a:cs typeface="Times New Roman"/>
              </a:rPr>
              <a:t>Database </a:t>
            </a:r>
            <a:r>
              <a:rPr sz="1200" spc="-5" dirty="0">
                <a:latin typeface="Times New Roman"/>
                <a:cs typeface="Times New Roman"/>
              </a:rPr>
              <a:t>design </a:t>
            </a:r>
            <a:r>
              <a:rPr sz="1200" dirty="0">
                <a:latin typeface="Times New Roman"/>
                <a:cs typeface="Times New Roman"/>
              </a:rPr>
              <a:t>the general theme behind a database </a:t>
            </a:r>
            <a:r>
              <a:rPr sz="1200" spc="-5" dirty="0">
                <a:latin typeface="Times New Roman"/>
                <a:cs typeface="Times New Roman"/>
              </a:rPr>
              <a:t>is </a:t>
            </a:r>
            <a:r>
              <a:rPr sz="1200" dirty="0">
                <a:latin typeface="Times New Roman"/>
                <a:cs typeface="Times New Roman"/>
              </a:rPr>
              <a:t>to handle information </a:t>
            </a:r>
            <a:r>
              <a:rPr sz="1200" spc="-5" dirty="0">
                <a:latin typeface="Times New Roman"/>
                <a:cs typeface="Times New Roman"/>
              </a:rPr>
              <a:t>as </a:t>
            </a:r>
            <a:r>
              <a:rPr sz="1200" spc="-30" dirty="0">
                <a:latin typeface="Times New Roman"/>
                <a:cs typeface="Times New Roman"/>
              </a:rPr>
              <a:t>an </a:t>
            </a:r>
            <a:r>
              <a:rPr sz="1200" spc="-25" dirty="0">
                <a:latin typeface="Times New Roman"/>
                <a:cs typeface="Times New Roman"/>
              </a:rPr>
              <a:t> </a:t>
            </a:r>
            <a:r>
              <a:rPr sz="1200" spc="-5" dirty="0">
                <a:latin typeface="Times New Roman"/>
                <a:cs typeface="Times New Roman"/>
              </a:rPr>
              <a:t>integrated</a:t>
            </a:r>
            <a:r>
              <a:rPr sz="1200" dirty="0">
                <a:latin typeface="Times New Roman"/>
                <a:cs typeface="Times New Roman"/>
              </a:rPr>
              <a:t> whole.</a:t>
            </a:r>
            <a:r>
              <a:rPr sz="1200" spc="5" dirty="0">
                <a:latin typeface="Times New Roman"/>
                <a:cs typeface="Times New Roman"/>
              </a:rPr>
              <a:t> </a:t>
            </a:r>
            <a:r>
              <a:rPr sz="1200" spc="-5" dirty="0">
                <a:latin typeface="Times New Roman"/>
                <a:cs typeface="Times New Roman"/>
              </a:rPr>
              <a:t>A</a:t>
            </a:r>
            <a:r>
              <a:rPr sz="1200" dirty="0">
                <a:latin typeface="Times New Roman"/>
                <a:cs typeface="Times New Roman"/>
              </a:rPr>
              <a:t> database</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a</a:t>
            </a:r>
            <a:r>
              <a:rPr sz="1200" spc="5" dirty="0">
                <a:latin typeface="Times New Roman"/>
                <a:cs typeface="Times New Roman"/>
              </a:rPr>
              <a:t> </a:t>
            </a:r>
            <a:r>
              <a:rPr sz="1200" dirty="0">
                <a:latin typeface="Times New Roman"/>
                <a:cs typeface="Times New Roman"/>
              </a:rPr>
              <a:t>collection</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interrelated</a:t>
            </a:r>
            <a:r>
              <a:rPr sz="1200" spc="5" dirty="0">
                <a:latin typeface="Times New Roman"/>
                <a:cs typeface="Times New Roman"/>
              </a:rPr>
              <a:t> </a:t>
            </a:r>
            <a:r>
              <a:rPr sz="1200" dirty="0">
                <a:latin typeface="Times New Roman"/>
                <a:cs typeface="Times New Roman"/>
              </a:rPr>
              <a:t>data</a:t>
            </a:r>
            <a:r>
              <a:rPr sz="1200" spc="5" dirty="0">
                <a:latin typeface="Times New Roman"/>
                <a:cs typeface="Times New Roman"/>
              </a:rPr>
              <a:t> </a:t>
            </a:r>
            <a:r>
              <a:rPr sz="1200" spc="-5" dirty="0">
                <a:latin typeface="Times New Roman"/>
                <a:cs typeface="Times New Roman"/>
              </a:rPr>
              <a:t>stored</a:t>
            </a:r>
            <a:r>
              <a:rPr sz="1200" dirty="0">
                <a:latin typeface="Times New Roman"/>
                <a:cs typeface="Times New Roman"/>
              </a:rPr>
              <a:t> with</a:t>
            </a:r>
            <a:r>
              <a:rPr sz="1200" spc="5" dirty="0">
                <a:latin typeface="Times New Roman"/>
                <a:cs typeface="Times New Roman"/>
              </a:rPr>
              <a:t> </a:t>
            </a:r>
            <a:r>
              <a:rPr sz="1200" spc="-5" dirty="0">
                <a:latin typeface="Times New Roman"/>
                <a:cs typeface="Times New Roman"/>
              </a:rPr>
              <a:t>minimum </a:t>
            </a:r>
            <a:r>
              <a:rPr sz="1200" dirty="0">
                <a:latin typeface="Times New Roman"/>
                <a:cs typeface="Times New Roman"/>
              </a:rPr>
              <a:t> </a:t>
            </a:r>
            <a:r>
              <a:rPr sz="1200" spc="-10" dirty="0">
                <a:latin typeface="Times New Roman"/>
                <a:cs typeface="Times New Roman"/>
              </a:rPr>
              <a:t>redundancy </a:t>
            </a:r>
            <a:r>
              <a:rPr sz="1200" spc="-5" dirty="0">
                <a:latin typeface="Times New Roman"/>
                <a:cs typeface="Times New Roman"/>
              </a:rPr>
              <a:t>you </a:t>
            </a:r>
            <a:r>
              <a:rPr sz="1200" dirty="0">
                <a:latin typeface="Times New Roman"/>
                <a:cs typeface="Times New Roman"/>
              </a:rPr>
              <a:t>serve </a:t>
            </a:r>
            <a:r>
              <a:rPr sz="1200" spc="5" dirty="0">
                <a:latin typeface="Times New Roman"/>
                <a:cs typeface="Times New Roman"/>
              </a:rPr>
              <a:t>many </a:t>
            </a:r>
            <a:r>
              <a:rPr sz="1200" dirty="0">
                <a:latin typeface="Times New Roman"/>
                <a:cs typeface="Times New Roman"/>
              </a:rPr>
              <a:t>quickly </a:t>
            </a:r>
            <a:r>
              <a:rPr sz="1200" spc="-5" dirty="0">
                <a:latin typeface="Times New Roman"/>
                <a:cs typeface="Times New Roman"/>
              </a:rPr>
              <a:t>and </a:t>
            </a:r>
            <a:r>
              <a:rPr sz="1200" spc="-20" dirty="0">
                <a:latin typeface="Times New Roman"/>
                <a:cs typeface="Times New Roman"/>
              </a:rPr>
              <a:t>effectively. </a:t>
            </a:r>
            <a:r>
              <a:rPr sz="1200" dirty="0">
                <a:latin typeface="Times New Roman"/>
                <a:cs typeface="Times New Roman"/>
              </a:rPr>
              <a:t>The </a:t>
            </a:r>
            <a:r>
              <a:rPr sz="1200" spc="-10" dirty="0">
                <a:latin typeface="Times New Roman"/>
                <a:cs typeface="Times New Roman"/>
              </a:rPr>
              <a:t>database </a:t>
            </a:r>
            <a:r>
              <a:rPr sz="1200" spc="-5" dirty="0">
                <a:latin typeface="Times New Roman"/>
                <a:cs typeface="Times New Roman"/>
              </a:rPr>
              <a:t>is </a:t>
            </a:r>
            <a:r>
              <a:rPr sz="1200" dirty="0">
                <a:latin typeface="Times New Roman"/>
                <a:cs typeface="Times New Roman"/>
              </a:rPr>
              <a:t>a collection </a:t>
            </a:r>
            <a:r>
              <a:rPr sz="1200" spc="5" dirty="0">
                <a:latin typeface="Times New Roman"/>
                <a:cs typeface="Times New Roman"/>
              </a:rPr>
              <a:t>of </a:t>
            </a:r>
            <a:r>
              <a:rPr sz="1200" dirty="0">
                <a:latin typeface="Times New Roman"/>
                <a:cs typeface="Times New Roman"/>
              </a:rPr>
              <a:t>stored </a:t>
            </a:r>
            <a:r>
              <a:rPr sz="1200" spc="-15" dirty="0">
                <a:latin typeface="Times New Roman"/>
                <a:cs typeface="Times New Roman"/>
              </a:rPr>
              <a:t>data </a:t>
            </a:r>
            <a:r>
              <a:rPr sz="1200" spc="-285" dirty="0">
                <a:latin typeface="Times New Roman"/>
                <a:cs typeface="Times New Roman"/>
              </a:rPr>
              <a:t> </a:t>
            </a:r>
            <a:r>
              <a:rPr sz="1200" dirty="0">
                <a:latin typeface="Times New Roman"/>
                <a:cs typeface="Times New Roman"/>
              </a:rPr>
              <a:t>organized in </a:t>
            </a:r>
            <a:r>
              <a:rPr sz="1200" spc="-5" dirty="0">
                <a:latin typeface="Times New Roman"/>
                <a:cs typeface="Times New Roman"/>
              </a:rPr>
              <a:t>such </a:t>
            </a:r>
            <a:r>
              <a:rPr sz="1200" dirty="0">
                <a:latin typeface="Times New Roman"/>
                <a:cs typeface="Times New Roman"/>
              </a:rPr>
              <a:t>a way that </a:t>
            </a:r>
            <a:r>
              <a:rPr sz="1200" spc="-5" dirty="0">
                <a:latin typeface="Times New Roman"/>
                <a:cs typeface="Times New Roman"/>
              </a:rPr>
              <a:t>all </a:t>
            </a:r>
            <a:r>
              <a:rPr sz="1200" dirty="0">
                <a:latin typeface="Times New Roman"/>
                <a:cs typeface="Times New Roman"/>
              </a:rPr>
              <a:t>the data </a:t>
            </a:r>
            <a:r>
              <a:rPr sz="1200" spc="-10" dirty="0">
                <a:latin typeface="Times New Roman"/>
                <a:cs typeface="Times New Roman"/>
              </a:rPr>
              <a:t>requirements </a:t>
            </a:r>
            <a:r>
              <a:rPr sz="1200" dirty="0">
                <a:latin typeface="Times New Roman"/>
                <a:cs typeface="Times New Roman"/>
              </a:rPr>
              <a:t>are specified </a:t>
            </a:r>
            <a:r>
              <a:rPr sz="1200" spc="5" dirty="0">
                <a:latin typeface="Times New Roman"/>
                <a:cs typeface="Times New Roman"/>
              </a:rPr>
              <a:t>by </a:t>
            </a:r>
            <a:r>
              <a:rPr sz="1200" dirty="0">
                <a:latin typeface="Times New Roman"/>
                <a:cs typeface="Times New Roman"/>
              </a:rPr>
              <a:t>the database. </a:t>
            </a:r>
            <a:r>
              <a:rPr sz="1200" spc="-10" dirty="0">
                <a:latin typeface="Times New Roman"/>
                <a:cs typeface="Times New Roman"/>
              </a:rPr>
              <a:t>Database </a:t>
            </a:r>
            <a:r>
              <a:rPr sz="1200" spc="-5" dirty="0">
                <a:latin typeface="Times New Roman"/>
                <a:cs typeface="Times New Roman"/>
              </a:rPr>
              <a:t> design</a:t>
            </a:r>
            <a:r>
              <a:rPr sz="1200" dirty="0">
                <a:latin typeface="Times New Roman"/>
                <a:cs typeface="Times New Roman"/>
              </a:rPr>
              <a:t> </a:t>
            </a:r>
            <a:r>
              <a:rPr sz="1200" spc="-5" dirty="0">
                <a:latin typeface="Times New Roman"/>
                <a:cs typeface="Times New Roman"/>
              </a:rPr>
              <a:t>is</a:t>
            </a:r>
            <a:r>
              <a:rPr sz="1200" dirty="0">
                <a:latin typeface="Times New Roman"/>
                <a:cs typeface="Times New Roman"/>
              </a:rPr>
              <a:t> crucial</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effectively</a:t>
            </a:r>
            <a:r>
              <a:rPr sz="1200" spc="5" dirty="0">
                <a:latin typeface="Times New Roman"/>
                <a:cs typeface="Times New Roman"/>
              </a:rPr>
              <a:t> </a:t>
            </a:r>
            <a:r>
              <a:rPr sz="1200" dirty="0">
                <a:latin typeface="Times New Roman"/>
                <a:cs typeface="Times New Roman"/>
              </a:rPr>
              <a:t>implement</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relational</a:t>
            </a:r>
            <a:r>
              <a:rPr sz="1200" spc="5" dirty="0">
                <a:latin typeface="Times New Roman"/>
                <a:cs typeface="Times New Roman"/>
              </a:rPr>
              <a:t> </a:t>
            </a:r>
            <a:r>
              <a:rPr sz="1200" dirty="0">
                <a:latin typeface="Times New Roman"/>
                <a:cs typeface="Times New Roman"/>
              </a:rPr>
              <a:t>database.</a:t>
            </a:r>
            <a:r>
              <a:rPr sz="1200" spc="5" dirty="0">
                <a:latin typeface="Times New Roman"/>
                <a:cs typeface="Times New Roman"/>
              </a:rPr>
              <a:t> </a:t>
            </a:r>
            <a:r>
              <a:rPr sz="1200" spc="-5" dirty="0">
                <a:latin typeface="Times New Roman"/>
                <a:cs typeface="Times New Roman"/>
              </a:rPr>
              <a:t>A</a:t>
            </a:r>
            <a:r>
              <a:rPr sz="1200" dirty="0">
                <a:latin typeface="Times New Roman"/>
                <a:cs typeface="Times New Roman"/>
              </a:rPr>
              <a:t> relational</a:t>
            </a:r>
            <a:r>
              <a:rPr sz="1200" spc="5" dirty="0">
                <a:latin typeface="Times New Roman"/>
                <a:cs typeface="Times New Roman"/>
              </a:rPr>
              <a:t> </a:t>
            </a:r>
            <a:r>
              <a:rPr sz="1200" spc="-10" dirty="0">
                <a:latin typeface="Times New Roman"/>
                <a:cs typeface="Times New Roman"/>
              </a:rPr>
              <a:t>Database </a:t>
            </a:r>
            <a:r>
              <a:rPr sz="1200" spc="-5" dirty="0">
                <a:latin typeface="Times New Roman"/>
                <a:cs typeface="Times New Roman"/>
              </a:rPr>
              <a:t> </a:t>
            </a:r>
            <a:r>
              <a:rPr sz="1200" spc="-10" dirty="0">
                <a:latin typeface="Times New Roman"/>
                <a:cs typeface="Times New Roman"/>
              </a:rPr>
              <a:t>Management </a:t>
            </a:r>
            <a:r>
              <a:rPr sz="1200" spc="-5" dirty="0">
                <a:latin typeface="Times New Roman"/>
                <a:cs typeface="Times New Roman"/>
              </a:rPr>
              <a:t>system </a:t>
            </a:r>
            <a:r>
              <a:rPr sz="1200" dirty="0">
                <a:latin typeface="Times New Roman"/>
                <a:cs typeface="Times New Roman"/>
              </a:rPr>
              <a:t>consist of a collection of </a:t>
            </a:r>
            <a:r>
              <a:rPr sz="1200" spc="-10" dirty="0">
                <a:latin typeface="Times New Roman"/>
                <a:cs typeface="Times New Roman"/>
              </a:rPr>
              <a:t>interrelated </a:t>
            </a:r>
            <a:r>
              <a:rPr sz="1200" dirty="0">
                <a:latin typeface="Times New Roman"/>
                <a:cs typeface="Times New Roman"/>
              </a:rPr>
              <a:t>data </a:t>
            </a:r>
            <a:r>
              <a:rPr sz="1200" spc="-5" dirty="0">
                <a:latin typeface="Times New Roman"/>
                <a:cs typeface="Times New Roman"/>
              </a:rPr>
              <a:t>and </a:t>
            </a:r>
            <a:r>
              <a:rPr sz="1200" dirty="0">
                <a:latin typeface="Times New Roman"/>
                <a:cs typeface="Times New Roman"/>
              </a:rPr>
              <a:t>a </a:t>
            </a:r>
            <a:r>
              <a:rPr sz="1200" spc="-5" dirty="0">
                <a:latin typeface="Times New Roman"/>
                <a:cs typeface="Times New Roman"/>
              </a:rPr>
              <a:t>set </a:t>
            </a:r>
            <a:r>
              <a:rPr sz="1200" dirty="0">
                <a:latin typeface="Times New Roman"/>
                <a:cs typeface="Times New Roman"/>
              </a:rPr>
              <a:t>of </a:t>
            </a:r>
            <a:r>
              <a:rPr sz="1200" spc="-5" dirty="0">
                <a:latin typeface="Times New Roman"/>
                <a:cs typeface="Times New Roman"/>
              </a:rPr>
              <a:t>programs </a:t>
            </a:r>
            <a:r>
              <a:rPr sz="1200" dirty="0">
                <a:latin typeface="Times New Roman"/>
                <a:cs typeface="Times New Roman"/>
              </a:rPr>
              <a:t>to </a:t>
            </a:r>
            <a:r>
              <a:rPr sz="1200" spc="-15" dirty="0">
                <a:latin typeface="Times New Roman"/>
                <a:cs typeface="Times New Roman"/>
              </a:rPr>
              <a:t>access </a:t>
            </a:r>
            <a:r>
              <a:rPr sz="1200" spc="-10" dirty="0">
                <a:latin typeface="Times New Roman"/>
                <a:cs typeface="Times New Roman"/>
              </a:rPr>
              <a:t> </a:t>
            </a:r>
            <a:r>
              <a:rPr sz="1200" dirty="0">
                <a:latin typeface="Times New Roman"/>
                <a:cs typeface="Times New Roman"/>
              </a:rPr>
              <a:t>that data. The management of data involves both the definition of structures for the storage </a:t>
            </a:r>
            <a:r>
              <a:rPr sz="1200" spc="-25" dirty="0">
                <a:latin typeface="Times New Roman"/>
                <a:cs typeface="Times New Roman"/>
              </a:rPr>
              <a:t>of </a:t>
            </a:r>
            <a:r>
              <a:rPr sz="1200" spc="-20" dirty="0">
                <a:latin typeface="Times New Roman"/>
                <a:cs typeface="Times New Roman"/>
              </a:rPr>
              <a:t> </a:t>
            </a:r>
            <a:r>
              <a:rPr sz="1200" dirty="0">
                <a:latin typeface="Times New Roman"/>
                <a:cs typeface="Times New Roman"/>
              </a:rPr>
              <a:t>information </a:t>
            </a:r>
            <a:r>
              <a:rPr sz="1200" spc="-5" dirty="0">
                <a:latin typeface="Times New Roman"/>
                <a:cs typeface="Times New Roman"/>
              </a:rPr>
              <a:t>and </a:t>
            </a:r>
            <a:r>
              <a:rPr sz="1200" dirty="0">
                <a:latin typeface="Times New Roman"/>
                <a:cs typeface="Times New Roman"/>
              </a:rPr>
              <a:t>provision of </a:t>
            </a:r>
            <a:r>
              <a:rPr sz="1200" spc="-5" dirty="0">
                <a:latin typeface="Times New Roman"/>
                <a:cs typeface="Times New Roman"/>
              </a:rPr>
              <a:t>mechanisms </a:t>
            </a:r>
            <a:r>
              <a:rPr sz="1200" dirty="0">
                <a:latin typeface="Times New Roman"/>
                <a:cs typeface="Times New Roman"/>
              </a:rPr>
              <a:t>for the manipulation of information. The </a:t>
            </a:r>
            <a:r>
              <a:rPr sz="1200" spc="-10" dirty="0">
                <a:latin typeface="Times New Roman"/>
                <a:cs typeface="Times New Roman"/>
              </a:rPr>
              <a:t>collection </a:t>
            </a:r>
            <a:r>
              <a:rPr sz="1200" spc="-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information</a:t>
            </a:r>
            <a:r>
              <a:rPr sz="1200" spc="-5" dirty="0">
                <a:latin typeface="Times New Roman"/>
                <a:cs typeface="Times New Roman"/>
              </a:rPr>
              <a:t> </a:t>
            </a:r>
            <a:r>
              <a:rPr sz="1200" dirty="0">
                <a:latin typeface="Times New Roman"/>
                <a:cs typeface="Times New Roman"/>
              </a:rPr>
              <a:t>stored</a:t>
            </a:r>
            <a:r>
              <a:rPr sz="1200" spc="-15"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database</a:t>
            </a:r>
            <a:r>
              <a:rPr sz="1200" spc="-25" dirty="0">
                <a:latin typeface="Times New Roman"/>
                <a:cs typeface="Times New Roman"/>
              </a:rPr>
              <a:t> </a:t>
            </a:r>
            <a:r>
              <a:rPr sz="1200" spc="-5" dirty="0">
                <a:latin typeface="Times New Roman"/>
                <a:cs typeface="Times New Roman"/>
              </a:rPr>
              <a:t>at</a:t>
            </a:r>
            <a:r>
              <a:rPr sz="1200" spc="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particular</a:t>
            </a:r>
            <a:r>
              <a:rPr sz="1200" spc="-5" dirty="0">
                <a:latin typeface="Times New Roman"/>
                <a:cs typeface="Times New Roman"/>
              </a:rPr>
              <a:t> moment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dirty="0">
                <a:latin typeface="Times New Roman"/>
                <a:cs typeface="Times New Roman"/>
              </a:rPr>
              <a:t>called</a:t>
            </a:r>
            <a:r>
              <a:rPr sz="1200" spc="-10" dirty="0">
                <a:latin typeface="Times New Roman"/>
                <a:cs typeface="Times New Roman"/>
              </a:rPr>
              <a:t> </a:t>
            </a:r>
            <a:r>
              <a:rPr sz="1200" spc="-5" dirty="0">
                <a:latin typeface="Times New Roman"/>
                <a:cs typeface="Times New Roman"/>
              </a:rPr>
              <a:t>an</a:t>
            </a:r>
            <a:r>
              <a:rPr sz="1200" spc="-10" dirty="0">
                <a:latin typeface="Times New Roman"/>
                <a:cs typeface="Times New Roman"/>
              </a:rPr>
              <a:t> </a:t>
            </a:r>
            <a:r>
              <a:rPr sz="1200" dirty="0">
                <a:latin typeface="Times New Roman"/>
                <a:cs typeface="Times New Roman"/>
              </a:rPr>
              <a:t>instance</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the </a:t>
            </a:r>
            <a:r>
              <a:rPr sz="1200" spc="-290" dirty="0">
                <a:latin typeface="Times New Roman"/>
                <a:cs typeface="Times New Roman"/>
              </a:rPr>
              <a:t> </a:t>
            </a:r>
            <a:r>
              <a:rPr sz="1200" spc="-15" dirty="0">
                <a:latin typeface="Times New Roman"/>
                <a:cs typeface="Times New Roman"/>
              </a:rPr>
              <a:t>database.</a:t>
            </a:r>
            <a:endParaRPr sz="1200" dirty="0">
              <a:latin typeface="Times New Roman"/>
              <a:cs typeface="Times New Roman"/>
            </a:endParaRPr>
          </a:p>
          <a:p>
            <a:pPr marL="12700" marR="12700" indent="457200" algn="just">
              <a:lnSpc>
                <a:spcPct val="155000"/>
              </a:lnSpc>
              <a:spcBef>
                <a:spcPts val="790"/>
              </a:spcBef>
            </a:pPr>
            <a:r>
              <a:rPr sz="1200" dirty="0">
                <a:latin typeface="Times New Roman"/>
                <a:cs typeface="Times New Roman"/>
              </a:rPr>
              <a:t>The </a:t>
            </a:r>
            <a:r>
              <a:rPr sz="1200" spc="-5" dirty="0">
                <a:latin typeface="Times New Roman"/>
                <a:cs typeface="Times New Roman"/>
              </a:rPr>
              <a:t>aim </a:t>
            </a:r>
            <a:r>
              <a:rPr sz="1200" dirty="0">
                <a:latin typeface="Times New Roman"/>
                <a:cs typeface="Times New Roman"/>
              </a:rPr>
              <a:t>of database </a:t>
            </a:r>
            <a:r>
              <a:rPr sz="1200" spc="-5" dirty="0">
                <a:latin typeface="Times New Roman"/>
                <a:cs typeface="Times New Roman"/>
              </a:rPr>
              <a:t>design is </a:t>
            </a:r>
            <a:r>
              <a:rPr sz="1200" dirty="0">
                <a:latin typeface="Times New Roman"/>
                <a:cs typeface="Times New Roman"/>
              </a:rPr>
              <a:t>to improve the existing </a:t>
            </a:r>
            <a:r>
              <a:rPr sz="1200" spc="-5" dirty="0">
                <a:latin typeface="Times New Roman"/>
                <a:cs typeface="Times New Roman"/>
              </a:rPr>
              <a:t>system </a:t>
            </a:r>
            <a:r>
              <a:rPr sz="1200" dirty="0">
                <a:latin typeface="Times New Roman"/>
                <a:cs typeface="Times New Roman"/>
              </a:rPr>
              <a:t>situation .The number </a:t>
            </a:r>
            <a:r>
              <a:rPr sz="1200" spc="-25" dirty="0">
                <a:latin typeface="Times New Roman"/>
                <a:cs typeface="Times New Roman"/>
              </a:rPr>
              <a:t>of </a:t>
            </a:r>
            <a:r>
              <a:rPr sz="1200" spc="-20" dirty="0">
                <a:latin typeface="Times New Roman"/>
                <a:cs typeface="Times New Roman"/>
              </a:rPr>
              <a:t> </a:t>
            </a:r>
            <a:r>
              <a:rPr sz="1200" spc="-5" dirty="0">
                <a:latin typeface="Times New Roman"/>
                <a:cs typeface="Times New Roman"/>
              </a:rPr>
              <a:t>database</a:t>
            </a:r>
            <a:r>
              <a:rPr sz="1200" spc="5" dirty="0">
                <a:latin typeface="Times New Roman"/>
                <a:cs typeface="Times New Roman"/>
              </a:rPr>
              <a:t> </a:t>
            </a:r>
            <a:r>
              <a:rPr sz="1200" dirty="0">
                <a:latin typeface="Times New Roman"/>
                <a:cs typeface="Times New Roman"/>
              </a:rPr>
              <a:t>files</a:t>
            </a:r>
            <a:r>
              <a:rPr sz="1200" spc="-20" dirty="0">
                <a:latin typeface="Times New Roman"/>
                <a:cs typeface="Times New Roman"/>
              </a:rPr>
              <a:t> </a:t>
            </a:r>
            <a:r>
              <a:rPr sz="1200" spc="-5" dirty="0">
                <a:latin typeface="Times New Roman"/>
                <a:cs typeface="Times New Roman"/>
              </a:rPr>
              <a:t>were</a:t>
            </a:r>
            <a:r>
              <a:rPr sz="1200" spc="-20" dirty="0">
                <a:latin typeface="Times New Roman"/>
                <a:cs typeface="Times New Roman"/>
              </a:rPr>
              <a:t> </a:t>
            </a:r>
            <a:r>
              <a:rPr sz="1200" spc="-5" dirty="0">
                <a:latin typeface="Times New Roman"/>
                <a:cs typeface="Times New Roman"/>
              </a:rPr>
              <a:t>designed</a:t>
            </a:r>
            <a:r>
              <a:rPr sz="1200" spc="1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hold</a:t>
            </a:r>
            <a:r>
              <a:rPr sz="1200" spc="-30" dirty="0">
                <a:latin typeface="Times New Roman"/>
                <a:cs typeface="Times New Roman"/>
              </a:rPr>
              <a:t> </a:t>
            </a:r>
            <a:r>
              <a:rPr sz="1200" dirty="0">
                <a:latin typeface="Times New Roman"/>
                <a:cs typeface="Times New Roman"/>
              </a:rPr>
              <a:t>the</a:t>
            </a:r>
            <a:r>
              <a:rPr sz="1200" spc="-5" dirty="0">
                <a:latin typeface="Times New Roman"/>
                <a:cs typeface="Times New Roman"/>
              </a:rPr>
              <a:t> data </a:t>
            </a:r>
            <a:r>
              <a:rPr sz="1200" spc="-15" dirty="0">
                <a:latin typeface="Times New Roman"/>
                <a:cs typeface="Times New Roman"/>
              </a:rPr>
              <a:t>requirements</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running</a:t>
            </a:r>
            <a:r>
              <a:rPr sz="1200" spc="-15" dirty="0">
                <a:latin typeface="Times New Roman"/>
                <a:cs typeface="Times New Roman"/>
              </a:rPr>
              <a:t> </a:t>
            </a:r>
            <a:r>
              <a:rPr sz="1200" dirty="0">
                <a:latin typeface="Times New Roman"/>
                <a:cs typeface="Times New Roman"/>
              </a:rPr>
              <a:t>their</a:t>
            </a:r>
            <a:r>
              <a:rPr sz="1200" spc="-5" dirty="0">
                <a:latin typeface="Times New Roman"/>
                <a:cs typeface="Times New Roman"/>
              </a:rPr>
              <a:t> </a:t>
            </a:r>
            <a:r>
              <a:rPr sz="1200" spc="-20" dirty="0">
                <a:latin typeface="Times New Roman"/>
                <a:cs typeface="Times New Roman"/>
              </a:rPr>
              <a:t>systems.</a:t>
            </a:r>
            <a:endParaRPr sz="1200" dirty="0">
              <a:latin typeface="Times New Roman"/>
              <a:cs typeface="Times New Roman"/>
            </a:endParaRPr>
          </a:p>
          <a:p>
            <a:pPr marL="12700" marR="6350" indent="457200" algn="just">
              <a:lnSpc>
                <a:spcPct val="155000"/>
              </a:lnSpc>
              <a:spcBef>
                <a:spcPts val="810"/>
              </a:spcBef>
            </a:pPr>
            <a:r>
              <a:rPr sz="1200" dirty="0">
                <a:latin typeface="Times New Roman"/>
                <a:cs typeface="Times New Roman"/>
              </a:rPr>
              <a:t>There</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none</a:t>
            </a:r>
            <a:r>
              <a:rPr sz="1200" spc="5" dirty="0">
                <a:latin typeface="Times New Roman"/>
                <a:cs typeface="Times New Roman"/>
              </a:rPr>
              <a:t> of</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artificially</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normally</a:t>
            </a:r>
            <a:r>
              <a:rPr sz="1200" spc="5" dirty="0">
                <a:latin typeface="Times New Roman"/>
                <a:cs typeface="Times New Roman"/>
              </a:rPr>
              <a:t> </a:t>
            </a:r>
            <a:r>
              <a:rPr sz="1200" dirty="0">
                <a:latin typeface="Times New Roman"/>
                <a:cs typeface="Times New Roman"/>
              </a:rPr>
              <a:t>embedded</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separate</a:t>
            </a:r>
            <a:r>
              <a:rPr sz="1200" spc="5" dirty="0">
                <a:latin typeface="Times New Roman"/>
                <a:cs typeface="Times New Roman"/>
              </a:rPr>
              <a:t> </a:t>
            </a:r>
            <a:r>
              <a:rPr sz="1200" dirty="0">
                <a:latin typeface="Times New Roman"/>
                <a:cs typeface="Times New Roman"/>
              </a:rPr>
              <a:t>files</a:t>
            </a:r>
            <a:r>
              <a:rPr sz="1200" spc="5" dirty="0">
                <a:latin typeface="Times New Roman"/>
                <a:cs typeface="Times New Roman"/>
              </a:rPr>
              <a:t> </a:t>
            </a:r>
            <a:r>
              <a:rPr sz="1200" spc="-15" dirty="0">
                <a:latin typeface="Times New Roman"/>
                <a:cs typeface="Times New Roman"/>
              </a:rPr>
              <a:t>or </a:t>
            </a:r>
            <a:r>
              <a:rPr sz="1200" spc="-10" dirty="0">
                <a:latin typeface="Times New Roman"/>
                <a:cs typeface="Times New Roman"/>
              </a:rPr>
              <a:t> </a:t>
            </a:r>
            <a:r>
              <a:rPr sz="1200" dirty="0">
                <a:latin typeface="Times New Roman"/>
                <a:cs typeface="Times New Roman"/>
              </a:rPr>
              <a:t>applications. </a:t>
            </a:r>
            <a:r>
              <a:rPr sz="1200" spc="-10" dirty="0">
                <a:latin typeface="Times New Roman"/>
                <a:cs typeface="Times New Roman"/>
              </a:rPr>
              <a:t>In </a:t>
            </a:r>
            <a:r>
              <a:rPr sz="1200" dirty="0">
                <a:latin typeface="Times New Roman"/>
                <a:cs typeface="Times New Roman"/>
              </a:rPr>
              <a:t>database environment </a:t>
            </a:r>
            <a:r>
              <a:rPr sz="1200" spc="-5" dirty="0">
                <a:latin typeface="Times New Roman"/>
                <a:cs typeface="Times New Roman"/>
              </a:rPr>
              <a:t>common </a:t>
            </a:r>
            <a:r>
              <a:rPr sz="1200" dirty="0">
                <a:latin typeface="Times New Roman"/>
                <a:cs typeface="Times New Roman"/>
              </a:rPr>
              <a:t>data’s are available with </a:t>
            </a:r>
            <a:r>
              <a:rPr sz="1200" spc="-5" dirty="0">
                <a:latin typeface="Times New Roman"/>
                <a:cs typeface="Times New Roman"/>
              </a:rPr>
              <a:t>several </a:t>
            </a:r>
            <a:r>
              <a:rPr sz="1200" spc="-10" dirty="0">
                <a:latin typeface="Times New Roman"/>
                <a:cs typeface="Times New Roman"/>
              </a:rPr>
              <a:t>authorized </a:t>
            </a:r>
            <a:r>
              <a:rPr sz="1200" spc="-5" dirty="0">
                <a:latin typeface="Times New Roman"/>
                <a:cs typeface="Times New Roman"/>
              </a:rPr>
              <a:t> users</a:t>
            </a:r>
            <a:r>
              <a:rPr sz="1200" spc="-25" dirty="0">
                <a:latin typeface="Times New Roman"/>
                <a:cs typeface="Times New Roman"/>
              </a:rPr>
              <a:t> </a:t>
            </a:r>
            <a:r>
              <a:rPr sz="1200" spc="-5" dirty="0">
                <a:latin typeface="Times New Roman"/>
                <a:cs typeface="Times New Roman"/>
              </a:rPr>
              <a:t>can</a:t>
            </a:r>
            <a:r>
              <a:rPr sz="1200" spc="-10" dirty="0">
                <a:latin typeface="Times New Roman"/>
                <a:cs typeface="Times New Roman"/>
              </a:rPr>
              <a:t> </a:t>
            </a:r>
            <a:r>
              <a:rPr sz="1200" spc="-5" dirty="0">
                <a:latin typeface="Times New Roman"/>
                <a:cs typeface="Times New Roman"/>
              </a:rPr>
              <a:t>use.</a:t>
            </a:r>
            <a:r>
              <a:rPr sz="1200" spc="-40" dirty="0">
                <a:latin typeface="Times New Roman"/>
                <a:cs typeface="Times New Roman"/>
              </a:rPr>
              <a:t> </a:t>
            </a:r>
            <a:r>
              <a:rPr sz="1200" dirty="0">
                <a:latin typeface="Times New Roman"/>
                <a:cs typeface="Times New Roman"/>
              </a:rPr>
              <a:t>The</a:t>
            </a:r>
            <a:r>
              <a:rPr sz="1200" spc="-5" dirty="0">
                <a:latin typeface="Times New Roman"/>
                <a:cs typeface="Times New Roman"/>
              </a:rPr>
              <a:t> concept</a:t>
            </a:r>
            <a:r>
              <a:rPr sz="1200" spc="10" dirty="0">
                <a:latin typeface="Times New Roman"/>
                <a:cs typeface="Times New Roman"/>
              </a:rPr>
              <a:t> </a:t>
            </a:r>
            <a:r>
              <a:rPr sz="1200" spc="-5" dirty="0">
                <a:latin typeface="Times New Roman"/>
                <a:cs typeface="Times New Roman"/>
              </a:rPr>
              <a:t>behind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database</a:t>
            </a:r>
            <a:r>
              <a:rPr sz="120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5" dirty="0">
                <a:latin typeface="Times New Roman"/>
                <a:cs typeface="Times New Roman"/>
              </a:rPr>
              <a:t>an</a:t>
            </a:r>
            <a:r>
              <a:rPr sz="1200" spc="-15" dirty="0">
                <a:latin typeface="Times New Roman"/>
                <a:cs typeface="Times New Roman"/>
              </a:rPr>
              <a:t> </a:t>
            </a:r>
            <a:r>
              <a:rPr sz="1200" spc="-5" dirty="0">
                <a:latin typeface="Times New Roman"/>
                <a:cs typeface="Times New Roman"/>
              </a:rPr>
              <a:t>integrated</a:t>
            </a:r>
            <a:r>
              <a:rPr sz="1200" spc="35" dirty="0">
                <a:latin typeface="Times New Roman"/>
                <a:cs typeface="Times New Roman"/>
              </a:rPr>
              <a:t> </a:t>
            </a:r>
            <a:r>
              <a:rPr sz="1200" spc="-5" dirty="0">
                <a:latin typeface="Times New Roman"/>
                <a:cs typeface="Times New Roman"/>
              </a:rPr>
              <a:t>collection</a:t>
            </a:r>
            <a:r>
              <a:rPr sz="1200" spc="2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spc="-5" dirty="0">
                <a:latin typeface="Times New Roman"/>
                <a:cs typeface="Times New Roman"/>
              </a:rPr>
              <a:t>data</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provides</a:t>
            </a:r>
            <a:r>
              <a:rPr sz="1200" spc="-20" dirty="0">
                <a:latin typeface="Times New Roman"/>
                <a:cs typeface="Times New Roman"/>
              </a:rPr>
              <a:t> </a:t>
            </a:r>
            <a:r>
              <a:rPr sz="1200" dirty="0">
                <a:latin typeface="Times New Roman"/>
                <a:cs typeface="Times New Roman"/>
              </a:rPr>
              <a:t>a</a:t>
            </a:r>
          </a:p>
        </p:txBody>
      </p:sp>
      <p:sp>
        <p:nvSpPr>
          <p:cNvPr id="4" name="object 4"/>
          <p:cNvSpPr/>
          <p:nvPr/>
        </p:nvSpPr>
        <p:spPr>
          <a:xfrm>
            <a:off x="584454" y="477774"/>
            <a:ext cx="6477000" cy="9930765"/>
          </a:xfrm>
          <a:custGeom>
            <a:avLst/>
            <a:gdLst/>
            <a:ahLst/>
            <a:cxnLst/>
            <a:rect l="l" t="t" r="r" b="b"/>
            <a:pathLst>
              <a:path w="6477000" h="9930765">
                <a:moveTo>
                  <a:pt x="0" y="9930384"/>
                </a:moveTo>
                <a:lnTo>
                  <a:pt x="6477000" y="9930384"/>
                </a:lnTo>
                <a:lnTo>
                  <a:pt x="6477000" y="0"/>
                </a:lnTo>
                <a:lnTo>
                  <a:pt x="0" y="0"/>
                </a:lnTo>
                <a:lnTo>
                  <a:pt x="0" y="9930384"/>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5960" cy="8761758"/>
          </a:xfrm>
          <a:prstGeom prst="rect">
            <a:avLst/>
          </a:prstGeom>
        </p:spPr>
        <p:txBody>
          <a:bodyPr vert="horz" wrap="square" lIns="0" tIns="12700" rIns="0" bIns="0" rtlCol="0">
            <a:spAutoFit/>
          </a:bodyPr>
          <a:lstStyle/>
          <a:p>
            <a:pPr marL="21590">
              <a:spcBef>
                <a:spcPts val="100"/>
              </a:spcBef>
              <a:tabLst>
                <a:tab pos="4954270" algn="l"/>
              </a:tabLst>
            </a:pPr>
            <a:r>
              <a:rPr lang="en-US" sz="1200" spc="-5" dirty="0">
                <a:latin typeface="Times New Roman"/>
                <a:cs typeface="Times New Roman"/>
              </a:rPr>
              <a:t>Home Construction Service</a:t>
            </a:r>
            <a:endParaRPr lang="en-US" sz="1200" dirty="0">
              <a:latin typeface="Times New Roman"/>
              <a:cs typeface="Times New Roman"/>
            </a:endParaRPr>
          </a:p>
          <a:p>
            <a:pPr marL="21590">
              <a:lnSpc>
                <a:spcPct val="100000"/>
              </a:lnSpc>
              <a:spcBef>
                <a:spcPts val="100"/>
              </a:spcBef>
              <a:tabLst>
                <a:tab pos="4954270" algn="l"/>
              </a:tabLst>
            </a:pPr>
            <a:r>
              <a:rPr sz="1200" spc="-20" dirty="0">
                <a:latin typeface="Times New Roman"/>
                <a:cs typeface="Times New Roman"/>
              </a:rPr>
              <a:t>	</a:t>
            </a:r>
            <a:r>
              <a:rPr sz="1200" dirty="0">
                <a:latin typeface="Times New Roman"/>
                <a:cs typeface="Times New Roman"/>
              </a:rPr>
              <a:t>32</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8419">
              <a:lnSpc>
                <a:spcPct val="155000"/>
              </a:lnSpc>
              <a:spcBef>
                <a:spcPts val="925"/>
              </a:spcBef>
            </a:pPr>
            <a:r>
              <a:rPr sz="1200" spc="-5" dirty="0">
                <a:latin typeface="Times New Roman"/>
                <a:cs typeface="Times New Roman"/>
              </a:rPr>
              <a:t>centralized</a:t>
            </a:r>
            <a:r>
              <a:rPr sz="1200" spc="220" dirty="0">
                <a:latin typeface="Times New Roman"/>
                <a:cs typeface="Times New Roman"/>
              </a:rPr>
              <a:t> </a:t>
            </a:r>
            <a:r>
              <a:rPr sz="1200" spc="-5" dirty="0">
                <a:latin typeface="Times New Roman"/>
                <a:cs typeface="Times New Roman"/>
              </a:rPr>
              <a:t>access</a:t>
            </a:r>
            <a:r>
              <a:rPr sz="1200" spc="204" dirty="0">
                <a:latin typeface="Times New Roman"/>
                <a:cs typeface="Times New Roman"/>
              </a:rPr>
              <a:t> </a:t>
            </a:r>
            <a:r>
              <a:rPr sz="1200" dirty="0">
                <a:latin typeface="Times New Roman"/>
                <a:cs typeface="Times New Roman"/>
              </a:rPr>
              <a:t>to</a:t>
            </a:r>
            <a:r>
              <a:rPr sz="1200" spc="180" dirty="0">
                <a:latin typeface="Times New Roman"/>
                <a:cs typeface="Times New Roman"/>
              </a:rPr>
              <a:t> </a:t>
            </a:r>
            <a:r>
              <a:rPr sz="1200" spc="-5" dirty="0">
                <a:latin typeface="Times New Roman"/>
                <a:cs typeface="Times New Roman"/>
              </a:rPr>
              <a:t>data</a:t>
            </a:r>
            <a:r>
              <a:rPr sz="1200" spc="195" dirty="0">
                <a:latin typeface="Times New Roman"/>
                <a:cs typeface="Times New Roman"/>
              </a:rPr>
              <a:t> </a:t>
            </a:r>
            <a:r>
              <a:rPr sz="1200" spc="-5" dirty="0">
                <a:latin typeface="Times New Roman"/>
                <a:cs typeface="Times New Roman"/>
              </a:rPr>
              <a:t>from</a:t>
            </a:r>
            <a:r>
              <a:rPr sz="1200" spc="185" dirty="0">
                <a:latin typeface="Times New Roman"/>
                <a:cs typeface="Times New Roman"/>
              </a:rPr>
              <a:t> </a:t>
            </a:r>
            <a:r>
              <a:rPr sz="1200" dirty="0">
                <a:latin typeface="Times New Roman"/>
                <a:cs typeface="Times New Roman"/>
              </a:rPr>
              <a:t>the</a:t>
            </a:r>
            <a:r>
              <a:rPr sz="1200" spc="185" dirty="0">
                <a:latin typeface="Times New Roman"/>
                <a:cs typeface="Times New Roman"/>
              </a:rPr>
              <a:t> </a:t>
            </a:r>
            <a:r>
              <a:rPr sz="1200" spc="-5" dirty="0">
                <a:latin typeface="Times New Roman"/>
                <a:cs typeface="Times New Roman"/>
              </a:rPr>
              <a:t>program.</a:t>
            </a:r>
            <a:r>
              <a:rPr sz="1200" spc="210" dirty="0">
                <a:latin typeface="Times New Roman"/>
                <a:cs typeface="Times New Roman"/>
              </a:rPr>
              <a:t> </a:t>
            </a:r>
            <a:r>
              <a:rPr sz="1200" spc="-15" dirty="0">
                <a:latin typeface="Times New Roman"/>
                <a:cs typeface="Times New Roman"/>
              </a:rPr>
              <a:t>It</a:t>
            </a:r>
            <a:r>
              <a:rPr sz="1200" spc="215" dirty="0">
                <a:latin typeface="Times New Roman"/>
                <a:cs typeface="Times New Roman"/>
              </a:rPr>
              <a:t> </a:t>
            </a:r>
            <a:r>
              <a:rPr sz="1200" spc="-5" dirty="0">
                <a:latin typeface="Times New Roman"/>
                <a:cs typeface="Times New Roman"/>
              </a:rPr>
              <a:t>makes</a:t>
            </a:r>
            <a:r>
              <a:rPr sz="1200" spc="180" dirty="0">
                <a:latin typeface="Times New Roman"/>
                <a:cs typeface="Times New Roman"/>
              </a:rPr>
              <a:t> </a:t>
            </a:r>
            <a:r>
              <a:rPr sz="1200" dirty="0">
                <a:latin typeface="Times New Roman"/>
                <a:cs typeface="Times New Roman"/>
              </a:rPr>
              <a:t>possible</a:t>
            </a:r>
            <a:r>
              <a:rPr sz="1200" spc="180" dirty="0">
                <a:latin typeface="Times New Roman"/>
                <a:cs typeface="Times New Roman"/>
              </a:rPr>
              <a:t> </a:t>
            </a:r>
            <a:r>
              <a:rPr sz="1200" dirty="0">
                <a:latin typeface="Times New Roman"/>
                <a:cs typeface="Times New Roman"/>
              </a:rPr>
              <a:t>to</a:t>
            </a:r>
            <a:r>
              <a:rPr sz="1200" spc="165" dirty="0">
                <a:latin typeface="Times New Roman"/>
                <a:cs typeface="Times New Roman"/>
              </a:rPr>
              <a:t> </a:t>
            </a:r>
            <a:r>
              <a:rPr sz="1200" spc="-5" dirty="0">
                <a:latin typeface="Times New Roman"/>
                <a:cs typeface="Times New Roman"/>
              </a:rPr>
              <a:t>treat</a:t>
            </a:r>
            <a:r>
              <a:rPr sz="1200" spc="215" dirty="0">
                <a:latin typeface="Times New Roman"/>
                <a:cs typeface="Times New Roman"/>
              </a:rPr>
              <a:t> </a:t>
            </a:r>
            <a:r>
              <a:rPr sz="1200" spc="-5" dirty="0">
                <a:latin typeface="Times New Roman"/>
                <a:cs typeface="Times New Roman"/>
              </a:rPr>
              <a:t>data</a:t>
            </a:r>
            <a:r>
              <a:rPr sz="1200" spc="185" dirty="0">
                <a:latin typeface="Times New Roman"/>
                <a:cs typeface="Times New Roman"/>
              </a:rPr>
              <a:t> </a:t>
            </a:r>
            <a:r>
              <a:rPr sz="1200" spc="-5" dirty="0">
                <a:latin typeface="Times New Roman"/>
                <a:cs typeface="Times New Roman"/>
              </a:rPr>
              <a:t>as</a:t>
            </a:r>
            <a:r>
              <a:rPr sz="1200" spc="180" dirty="0">
                <a:latin typeface="Times New Roman"/>
                <a:cs typeface="Times New Roman"/>
              </a:rPr>
              <a:t> </a:t>
            </a:r>
            <a:r>
              <a:rPr sz="1200" dirty="0">
                <a:latin typeface="Times New Roman"/>
                <a:cs typeface="Times New Roman"/>
              </a:rPr>
              <a:t>a</a:t>
            </a:r>
            <a:r>
              <a:rPr sz="1200" spc="175" dirty="0">
                <a:latin typeface="Times New Roman"/>
                <a:cs typeface="Times New Roman"/>
              </a:rPr>
              <a:t> </a:t>
            </a:r>
            <a:r>
              <a:rPr sz="1200" spc="-15" dirty="0">
                <a:latin typeface="Times New Roman"/>
                <a:cs typeface="Times New Roman"/>
              </a:rPr>
              <a:t>separate </a:t>
            </a:r>
            <a:r>
              <a:rPr sz="1200" spc="-285" dirty="0">
                <a:latin typeface="Times New Roman"/>
                <a:cs typeface="Times New Roman"/>
              </a:rPr>
              <a:t> </a:t>
            </a:r>
            <a:r>
              <a:rPr sz="1200" spc="-20" dirty="0">
                <a:latin typeface="Times New Roman"/>
                <a:cs typeface="Times New Roman"/>
              </a:rPr>
              <a:t>resource.</a:t>
            </a:r>
            <a:r>
              <a:rPr sz="1200" spc="-15" dirty="0">
                <a:latin typeface="Times New Roman"/>
                <a:cs typeface="Times New Roman"/>
              </a:rPr>
              <a:t> </a:t>
            </a:r>
            <a:r>
              <a:rPr sz="1200" dirty="0">
                <a:latin typeface="Times New Roman"/>
                <a:cs typeface="Times New Roman"/>
              </a:rPr>
              <a:t>While</a:t>
            </a:r>
            <a:r>
              <a:rPr sz="1200" spc="-25" dirty="0">
                <a:latin typeface="Times New Roman"/>
                <a:cs typeface="Times New Roman"/>
              </a:rPr>
              <a:t> </a:t>
            </a:r>
            <a:r>
              <a:rPr sz="1200" spc="-5" dirty="0">
                <a:latin typeface="Times New Roman"/>
                <a:cs typeface="Times New Roman"/>
              </a:rPr>
              <a:t>database,</a:t>
            </a:r>
            <a:r>
              <a:rPr sz="1200" dirty="0">
                <a:latin typeface="Times New Roman"/>
                <a:cs typeface="Times New Roman"/>
              </a:rPr>
              <a:t> </a:t>
            </a:r>
            <a:r>
              <a:rPr sz="1200" spc="-5" dirty="0">
                <a:latin typeface="Times New Roman"/>
                <a:cs typeface="Times New Roman"/>
              </a:rPr>
              <a:t>several</a:t>
            </a:r>
            <a:r>
              <a:rPr sz="1200" spc="15" dirty="0">
                <a:latin typeface="Times New Roman"/>
                <a:cs typeface="Times New Roman"/>
              </a:rPr>
              <a:t> </a:t>
            </a:r>
            <a:r>
              <a:rPr sz="1200" spc="-5" dirty="0">
                <a:latin typeface="Times New Roman"/>
                <a:cs typeface="Times New Roman"/>
              </a:rPr>
              <a:t>objectives</a:t>
            </a:r>
            <a:r>
              <a:rPr sz="1200" dirty="0">
                <a:latin typeface="Times New Roman"/>
                <a:cs typeface="Times New Roman"/>
              </a:rPr>
              <a:t> must</a:t>
            </a:r>
            <a:r>
              <a:rPr sz="1200" spc="-2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15" dirty="0">
                <a:latin typeface="Times New Roman"/>
                <a:cs typeface="Times New Roman"/>
              </a:rPr>
              <a:t>considered:</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20"/>
              </a:spcBef>
            </a:pPr>
            <a:endParaRPr sz="1300" dirty="0">
              <a:latin typeface="Times New Roman"/>
              <a:cs typeface="Times New Roman"/>
            </a:endParaRPr>
          </a:p>
          <a:p>
            <a:pPr marL="480059" indent="-230504">
              <a:lnSpc>
                <a:spcPct val="100000"/>
              </a:lnSpc>
              <a:buSzPct val="133333"/>
              <a:buFont typeface="Arial MT"/>
              <a:buChar char="●"/>
              <a:tabLst>
                <a:tab pos="480695" algn="l"/>
              </a:tabLst>
            </a:pPr>
            <a:r>
              <a:rPr sz="1200" spc="-5" dirty="0">
                <a:latin typeface="Times New Roman"/>
                <a:cs typeface="Times New Roman"/>
              </a:rPr>
              <a:t>Controlled</a:t>
            </a:r>
            <a:r>
              <a:rPr sz="1200" spc="-55" dirty="0">
                <a:latin typeface="Times New Roman"/>
                <a:cs typeface="Times New Roman"/>
              </a:rPr>
              <a:t> </a:t>
            </a:r>
            <a:r>
              <a:rPr sz="1200" spc="-15" dirty="0">
                <a:latin typeface="Times New Roman"/>
                <a:cs typeface="Times New Roman"/>
              </a:rPr>
              <a:t>redundancy</a:t>
            </a:r>
            <a:endParaRPr sz="1200" dirty="0">
              <a:latin typeface="Times New Roman"/>
              <a:cs typeface="Times New Roman"/>
            </a:endParaRPr>
          </a:p>
          <a:p>
            <a:pPr marL="480059" indent="-230504">
              <a:lnSpc>
                <a:spcPct val="100000"/>
              </a:lnSpc>
              <a:spcBef>
                <a:spcPts val="1105"/>
              </a:spcBef>
              <a:buSzPct val="133333"/>
              <a:buFont typeface="Arial MT"/>
              <a:buChar char="●"/>
              <a:tabLst>
                <a:tab pos="480695" algn="l"/>
              </a:tabLst>
            </a:pPr>
            <a:r>
              <a:rPr sz="1200" spc="-5" dirty="0">
                <a:latin typeface="Times New Roman"/>
                <a:cs typeface="Times New Roman"/>
              </a:rPr>
              <a:t>Data</a:t>
            </a:r>
            <a:r>
              <a:rPr sz="1200" spc="-60" dirty="0">
                <a:latin typeface="Times New Roman"/>
                <a:cs typeface="Times New Roman"/>
              </a:rPr>
              <a:t> </a:t>
            </a:r>
            <a:r>
              <a:rPr sz="1200" spc="-15" dirty="0">
                <a:latin typeface="Times New Roman"/>
                <a:cs typeface="Times New Roman"/>
              </a:rPr>
              <a:t>independence</a:t>
            </a:r>
            <a:endParaRPr sz="1200" dirty="0">
              <a:latin typeface="Times New Roman"/>
              <a:cs typeface="Times New Roman"/>
            </a:endParaRPr>
          </a:p>
          <a:p>
            <a:pPr marL="480059" indent="-230504">
              <a:lnSpc>
                <a:spcPct val="100000"/>
              </a:lnSpc>
              <a:spcBef>
                <a:spcPts val="1295"/>
              </a:spcBef>
              <a:buSzPct val="133333"/>
              <a:buFont typeface="Arial MT"/>
              <a:buChar char="●"/>
              <a:tabLst>
                <a:tab pos="480695" algn="l"/>
              </a:tabLst>
            </a:pPr>
            <a:r>
              <a:rPr sz="1200" spc="-5" dirty="0">
                <a:latin typeface="Times New Roman"/>
                <a:cs typeface="Times New Roman"/>
              </a:rPr>
              <a:t>Accuracy</a:t>
            </a:r>
            <a:r>
              <a:rPr sz="1200" spc="-25" dirty="0">
                <a:latin typeface="Times New Roman"/>
                <a:cs typeface="Times New Roman"/>
              </a:rPr>
              <a:t> </a:t>
            </a:r>
            <a:r>
              <a:rPr sz="1200" spc="-5" dirty="0">
                <a:latin typeface="Times New Roman"/>
                <a:cs typeface="Times New Roman"/>
              </a:rPr>
              <a:t>and</a:t>
            </a:r>
            <a:r>
              <a:rPr sz="1200" spc="-40" dirty="0">
                <a:latin typeface="Times New Roman"/>
                <a:cs typeface="Times New Roman"/>
              </a:rPr>
              <a:t> </a:t>
            </a:r>
            <a:r>
              <a:rPr sz="1200" spc="-15" dirty="0">
                <a:latin typeface="Times New Roman"/>
                <a:cs typeface="Times New Roman"/>
              </a:rPr>
              <a:t>integrity</a:t>
            </a:r>
            <a:endParaRPr sz="1200" dirty="0">
              <a:latin typeface="Times New Roman"/>
              <a:cs typeface="Times New Roman"/>
            </a:endParaRPr>
          </a:p>
          <a:p>
            <a:pPr marL="480059" indent="-230504">
              <a:lnSpc>
                <a:spcPct val="100000"/>
              </a:lnSpc>
              <a:spcBef>
                <a:spcPts val="1300"/>
              </a:spcBef>
              <a:buSzPct val="133333"/>
              <a:buFont typeface="Arial MT"/>
              <a:buChar char="●"/>
              <a:tabLst>
                <a:tab pos="480695" algn="l"/>
              </a:tabLst>
            </a:pPr>
            <a:r>
              <a:rPr sz="1200" spc="-5" dirty="0">
                <a:latin typeface="Times New Roman"/>
                <a:cs typeface="Times New Roman"/>
              </a:rPr>
              <a:t>Recovery</a:t>
            </a:r>
            <a:r>
              <a:rPr sz="1200" spc="-35" dirty="0">
                <a:latin typeface="Times New Roman"/>
                <a:cs typeface="Times New Roman"/>
              </a:rPr>
              <a:t> </a:t>
            </a:r>
            <a:r>
              <a:rPr sz="1200" spc="-5" dirty="0">
                <a:latin typeface="Times New Roman"/>
                <a:cs typeface="Times New Roman"/>
              </a:rPr>
              <a:t>from</a:t>
            </a:r>
            <a:r>
              <a:rPr sz="1200" spc="-50" dirty="0">
                <a:latin typeface="Times New Roman"/>
                <a:cs typeface="Times New Roman"/>
              </a:rPr>
              <a:t> </a:t>
            </a:r>
            <a:r>
              <a:rPr sz="1200" spc="-15" dirty="0">
                <a:latin typeface="Times New Roman"/>
                <a:cs typeface="Times New Roman"/>
              </a:rPr>
              <a:t>failure</a:t>
            </a:r>
            <a:endParaRPr sz="1200" dirty="0">
              <a:latin typeface="Times New Roman"/>
              <a:cs typeface="Times New Roman"/>
            </a:endParaRPr>
          </a:p>
          <a:p>
            <a:pPr marL="480059" indent="-230504">
              <a:lnSpc>
                <a:spcPct val="100000"/>
              </a:lnSpc>
              <a:spcBef>
                <a:spcPts val="1310"/>
              </a:spcBef>
              <a:buSzPct val="133333"/>
              <a:buFont typeface="Arial MT"/>
              <a:buChar char="●"/>
              <a:tabLst>
                <a:tab pos="480695" algn="l"/>
              </a:tabLst>
            </a:pPr>
            <a:r>
              <a:rPr sz="1200" spc="-5" dirty="0">
                <a:latin typeface="Times New Roman"/>
                <a:cs typeface="Times New Roman"/>
              </a:rPr>
              <a:t>Privacy</a:t>
            </a:r>
            <a:r>
              <a:rPr sz="1200" spc="-25"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15" dirty="0">
                <a:latin typeface="Times New Roman"/>
                <a:cs typeface="Times New Roman"/>
              </a:rPr>
              <a:t>security</a:t>
            </a:r>
            <a:endParaRPr sz="1200" dirty="0">
              <a:latin typeface="Times New Roman"/>
              <a:cs typeface="Times New Roman"/>
            </a:endParaRPr>
          </a:p>
          <a:p>
            <a:pPr marL="480059" indent="-230504">
              <a:lnSpc>
                <a:spcPct val="100000"/>
              </a:lnSpc>
              <a:spcBef>
                <a:spcPts val="1295"/>
              </a:spcBef>
              <a:buSzPct val="133333"/>
              <a:buFont typeface="Arial MT"/>
              <a:buChar char="●"/>
              <a:tabLst>
                <a:tab pos="480695" algn="l"/>
              </a:tabLst>
            </a:pPr>
            <a:r>
              <a:rPr sz="1200" spc="-20" dirty="0">
                <a:latin typeface="Times New Roman"/>
                <a:cs typeface="Times New Roman"/>
              </a:rPr>
              <a:t>Performance</a:t>
            </a:r>
            <a:endParaRPr sz="1200" dirty="0">
              <a:latin typeface="Times New Roman"/>
              <a:cs typeface="Times New Roman"/>
            </a:endParaRPr>
          </a:p>
          <a:p>
            <a:pPr>
              <a:lnSpc>
                <a:spcPct val="100000"/>
              </a:lnSpc>
              <a:spcBef>
                <a:spcPts val="45"/>
              </a:spcBef>
            </a:pPr>
            <a:endParaRPr sz="1550" dirty="0">
              <a:latin typeface="Times New Roman"/>
              <a:cs typeface="Times New Roman"/>
            </a:endParaRPr>
          </a:p>
          <a:p>
            <a:pPr marL="273050" lvl="1" indent="-260985">
              <a:lnSpc>
                <a:spcPct val="100000"/>
              </a:lnSpc>
              <a:buAutoNum type="arabicPeriod" startAt="5"/>
              <a:tabLst>
                <a:tab pos="273685" algn="l"/>
              </a:tabLst>
            </a:pPr>
            <a:r>
              <a:rPr sz="1400" b="1" spc="-25" dirty="0">
                <a:latin typeface="Times New Roman"/>
                <a:cs typeface="Times New Roman"/>
              </a:rPr>
              <a:t>T</a:t>
            </a:r>
            <a:r>
              <a:rPr sz="1400" b="1" spc="-20" dirty="0">
                <a:latin typeface="Times New Roman"/>
                <a:cs typeface="Times New Roman"/>
              </a:rPr>
              <a:t>a</a:t>
            </a:r>
            <a:r>
              <a:rPr sz="1400" b="1" spc="-30" dirty="0">
                <a:latin typeface="Times New Roman"/>
                <a:cs typeface="Times New Roman"/>
              </a:rPr>
              <a:t>b</a:t>
            </a:r>
            <a:r>
              <a:rPr sz="1400" b="1" spc="-20" dirty="0">
                <a:latin typeface="Times New Roman"/>
                <a:cs typeface="Times New Roman"/>
              </a:rPr>
              <a:t>l</a:t>
            </a:r>
            <a:r>
              <a:rPr sz="1400" b="1" dirty="0">
                <a:latin typeface="Times New Roman"/>
                <a:cs typeface="Times New Roman"/>
              </a:rPr>
              <a:t>e</a:t>
            </a:r>
            <a:r>
              <a:rPr sz="1400" b="1" spc="-75" dirty="0">
                <a:latin typeface="Times New Roman"/>
                <a:cs typeface="Times New Roman"/>
              </a:rPr>
              <a:t> </a:t>
            </a:r>
            <a:r>
              <a:rPr sz="1400" b="1" spc="-20" dirty="0">
                <a:latin typeface="Times New Roman"/>
                <a:cs typeface="Times New Roman"/>
              </a:rPr>
              <a:t>D</a:t>
            </a:r>
            <a:r>
              <a:rPr sz="1400" b="1" spc="-15" dirty="0">
                <a:latin typeface="Times New Roman"/>
                <a:cs typeface="Times New Roman"/>
              </a:rPr>
              <a:t>e</a:t>
            </a:r>
            <a:r>
              <a:rPr sz="1400" b="1" spc="-10" dirty="0">
                <a:latin typeface="Times New Roman"/>
                <a:cs typeface="Times New Roman"/>
              </a:rPr>
              <a:t>sig</a:t>
            </a:r>
            <a:r>
              <a:rPr sz="1400" b="1" dirty="0">
                <a:latin typeface="Times New Roman"/>
                <a:cs typeface="Times New Roman"/>
              </a:rPr>
              <a:t>n</a:t>
            </a:r>
            <a:endParaRPr sz="1400" dirty="0">
              <a:latin typeface="Times New Roman"/>
              <a:cs typeface="Times New Roman"/>
            </a:endParaRPr>
          </a:p>
          <a:p>
            <a:pPr marL="12700" marR="48895" indent="457200">
              <a:lnSpc>
                <a:spcPct val="155000"/>
              </a:lnSpc>
              <a:spcBef>
                <a:spcPts val="440"/>
              </a:spcBef>
            </a:pPr>
            <a:r>
              <a:rPr sz="1200" spc="-15" dirty="0">
                <a:latin typeface="Times New Roman"/>
                <a:cs typeface="Times New Roman"/>
              </a:rPr>
              <a:t>Table</a:t>
            </a:r>
            <a:r>
              <a:rPr sz="1200" spc="20" dirty="0">
                <a:latin typeface="Times New Roman"/>
                <a:cs typeface="Times New Roman"/>
              </a:rPr>
              <a:t> </a:t>
            </a:r>
            <a:r>
              <a:rPr sz="1200" spc="-5" dirty="0">
                <a:latin typeface="Times New Roman"/>
                <a:cs typeface="Times New Roman"/>
              </a:rPr>
              <a:t>design</a:t>
            </a:r>
            <a:r>
              <a:rPr sz="1200" spc="15" dirty="0">
                <a:latin typeface="Times New Roman"/>
                <a:cs typeface="Times New Roman"/>
              </a:rPr>
              <a:t> </a:t>
            </a:r>
            <a:r>
              <a:rPr sz="1200" spc="-5" dirty="0">
                <a:latin typeface="Times New Roman"/>
                <a:cs typeface="Times New Roman"/>
              </a:rPr>
              <a:t>refers</a:t>
            </a:r>
            <a:r>
              <a:rPr sz="1200" spc="3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how</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logical</a:t>
            </a:r>
            <a:r>
              <a:rPr sz="1200" spc="35" dirty="0">
                <a:latin typeface="Times New Roman"/>
                <a:cs typeface="Times New Roman"/>
              </a:rPr>
              <a:t> </a:t>
            </a:r>
            <a:r>
              <a:rPr sz="1200" spc="-5" dirty="0">
                <a:latin typeface="Times New Roman"/>
                <a:cs typeface="Times New Roman"/>
              </a:rPr>
              <a:t>data</a:t>
            </a:r>
            <a:r>
              <a:rPr sz="1200" spc="25" dirty="0">
                <a:latin typeface="Times New Roman"/>
                <a:cs typeface="Times New Roman"/>
              </a:rPr>
              <a:t> </a:t>
            </a:r>
            <a:r>
              <a:rPr sz="1200" spc="-5" dirty="0">
                <a:latin typeface="Times New Roman"/>
                <a:cs typeface="Times New Roman"/>
              </a:rPr>
              <a:t>structures</a:t>
            </a:r>
            <a:r>
              <a:rPr sz="1200" spc="15" dirty="0">
                <a:latin typeface="Times New Roman"/>
                <a:cs typeface="Times New Roman"/>
              </a:rPr>
              <a:t> </a:t>
            </a:r>
            <a:r>
              <a:rPr sz="1200" spc="-5" dirty="0">
                <a:latin typeface="Times New Roman"/>
                <a:cs typeface="Times New Roman"/>
              </a:rPr>
              <a:t>are</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be </a:t>
            </a:r>
            <a:r>
              <a:rPr sz="1200" spc="-5" dirty="0">
                <a:latin typeface="Times New Roman"/>
                <a:cs typeface="Times New Roman"/>
              </a:rPr>
              <a:t>physically</a:t>
            </a:r>
            <a:r>
              <a:rPr sz="1200" spc="45" dirty="0">
                <a:latin typeface="Times New Roman"/>
                <a:cs typeface="Times New Roman"/>
              </a:rPr>
              <a:t> </a:t>
            </a:r>
            <a:r>
              <a:rPr sz="1200" spc="-5" dirty="0">
                <a:latin typeface="Times New Roman"/>
                <a:cs typeface="Times New Roman"/>
              </a:rPr>
              <a:t>stored</a:t>
            </a:r>
            <a:r>
              <a:rPr sz="1200" spc="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20" dirty="0">
                <a:latin typeface="Times New Roman"/>
                <a:cs typeface="Times New Roman"/>
              </a:rPr>
              <a:t>the </a:t>
            </a:r>
            <a:r>
              <a:rPr sz="1200" spc="-285" dirty="0">
                <a:latin typeface="Times New Roman"/>
                <a:cs typeface="Times New Roman"/>
              </a:rPr>
              <a:t> </a:t>
            </a:r>
            <a:r>
              <a:rPr sz="1200" spc="-5" dirty="0">
                <a:latin typeface="Times New Roman"/>
                <a:cs typeface="Times New Roman"/>
              </a:rPr>
              <a:t>storage</a:t>
            </a:r>
            <a:r>
              <a:rPr sz="1200" spc="70" dirty="0">
                <a:latin typeface="Times New Roman"/>
                <a:cs typeface="Times New Roman"/>
              </a:rPr>
              <a:t> </a:t>
            </a:r>
            <a:r>
              <a:rPr sz="1200" spc="-5" dirty="0">
                <a:latin typeface="Times New Roman"/>
                <a:cs typeface="Times New Roman"/>
              </a:rPr>
              <a:t>device.</a:t>
            </a:r>
            <a:r>
              <a:rPr sz="1200" spc="45" dirty="0">
                <a:latin typeface="Times New Roman"/>
                <a:cs typeface="Times New Roman"/>
              </a:rPr>
              <a:t> </a:t>
            </a:r>
            <a:r>
              <a:rPr sz="1200" spc="-5" dirty="0">
                <a:latin typeface="Times New Roman"/>
                <a:cs typeface="Times New Roman"/>
              </a:rPr>
              <a:t>The</a:t>
            </a:r>
            <a:r>
              <a:rPr sz="1200" spc="60" dirty="0">
                <a:latin typeface="Times New Roman"/>
                <a:cs typeface="Times New Roman"/>
              </a:rPr>
              <a:t> </a:t>
            </a:r>
            <a:r>
              <a:rPr sz="1200" spc="-5" dirty="0">
                <a:latin typeface="Times New Roman"/>
                <a:cs typeface="Times New Roman"/>
              </a:rPr>
              <a:t>design</a:t>
            </a:r>
            <a:r>
              <a:rPr sz="1200" spc="60" dirty="0">
                <a:latin typeface="Times New Roman"/>
                <a:cs typeface="Times New Roman"/>
              </a:rPr>
              <a:t> </a:t>
            </a:r>
            <a:r>
              <a:rPr sz="1200" spc="-5" dirty="0">
                <a:latin typeface="Times New Roman"/>
                <a:cs typeface="Times New Roman"/>
              </a:rPr>
              <a:t>of</a:t>
            </a:r>
            <a:r>
              <a:rPr sz="1200" spc="50" dirty="0">
                <a:latin typeface="Times New Roman"/>
                <a:cs typeface="Times New Roman"/>
              </a:rPr>
              <a:t> </a:t>
            </a:r>
            <a:r>
              <a:rPr sz="1200" spc="-5" dirty="0">
                <a:latin typeface="Times New Roman"/>
                <a:cs typeface="Times New Roman"/>
              </a:rPr>
              <a:t>table</a:t>
            </a:r>
            <a:r>
              <a:rPr sz="1200" spc="65" dirty="0">
                <a:latin typeface="Times New Roman"/>
                <a:cs typeface="Times New Roman"/>
              </a:rPr>
              <a:t> </a:t>
            </a:r>
            <a:r>
              <a:rPr sz="1200" spc="-5" dirty="0">
                <a:latin typeface="Times New Roman"/>
                <a:cs typeface="Times New Roman"/>
              </a:rPr>
              <a:t>includes</a:t>
            </a:r>
            <a:r>
              <a:rPr sz="1200" spc="80" dirty="0">
                <a:latin typeface="Times New Roman"/>
                <a:cs typeface="Times New Roman"/>
              </a:rPr>
              <a:t> </a:t>
            </a:r>
            <a:r>
              <a:rPr sz="1200" spc="-5" dirty="0">
                <a:latin typeface="Times New Roman"/>
                <a:cs typeface="Times New Roman"/>
              </a:rPr>
              <a:t>decision</a:t>
            </a:r>
            <a:r>
              <a:rPr sz="1200" spc="60" dirty="0">
                <a:latin typeface="Times New Roman"/>
                <a:cs typeface="Times New Roman"/>
              </a:rPr>
              <a:t> </a:t>
            </a:r>
            <a:r>
              <a:rPr sz="1200" dirty="0">
                <a:latin typeface="Times New Roman"/>
                <a:cs typeface="Times New Roman"/>
              </a:rPr>
              <a:t>making</a:t>
            </a:r>
            <a:r>
              <a:rPr sz="1200" spc="60" dirty="0">
                <a:latin typeface="Times New Roman"/>
                <a:cs typeface="Times New Roman"/>
              </a:rPr>
              <a:t> </a:t>
            </a:r>
            <a:r>
              <a:rPr sz="1200" spc="-5" dirty="0">
                <a:latin typeface="Times New Roman"/>
                <a:cs typeface="Times New Roman"/>
              </a:rPr>
              <a:t>on</a:t>
            </a:r>
            <a:r>
              <a:rPr sz="1200" spc="55" dirty="0">
                <a:latin typeface="Times New Roman"/>
                <a:cs typeface="Times New Roman"/>
              </a:rPr>
              <a:t> </a:t>
            </a:r>
            <a:r>
              <a:rPr sz="1200" dirty="0">
                <a:latin typeface="Times New Roman"/>
                <a:cs typeface="Times New Roman"/>
              </a:rPr>
              <a:t>th</a:t>
            </a:r>
            <a:r>
              <a:rPr sz="1200" spc="55" dirty="0">
                <a:latin typeface="Times New Roman"/>
                <a:cs typeface="Times New Roman"/>
              </a:rPr>
              <a:t> </a:t>
            </a:r>
            <a:r>
              <a:rPr sz="1200" spc="-5" dirty="0">
                <a:latin typeface="Times New Roman"/>
                <a:cs typeface="Times New Roman"/>
              </a:rPr>
              <a:t>nature</a:t>
            </a:r>
            <a:r>
              <a:rPr sz="1200" spc="45" dirty="0">
                <a:latin typeface="Times New Roman"/>
                <a:cs typeface="Times New Roman"/>
              </a:rPr>
              <a:t> </a:t>
            </a:r>
            <a:r>
              <a:rPr sz="1200" spc="-5" dirty="0">
                <a:latin typeface="Times New Roman"/>
                <a:cs typeface="Times New Roman"/>
              </a:rPr>
              <a:t>and</a:t>
            </a:r>
            <a:r>
              <a:rPr sz="1200" spc="70" dirty="0">
                <a:latin typeface="Times New Roman"/>
                <a:cs typeface="Times New Roman"/>
              </a:rPr>
              <a:t> </a:t>
            </a:r>
            <a:r>
              <a:rPr sz="1200" spc="-5" dirty="0">
                <a:latin typeface="Times New Roman"/>
                <a:cs typeface="Times New Roman"/>
              </a:rPr>
              <a:t>content</a:t>
            </a:r>
            <a:r>
              <a:rPr sz="1200" spc="70" dirty="0">
                <a:latin typeface="Times New Roman"/>
                <a:cs typeface="Times New Roman"/>
              </a:rPr>
              <a:t> </a:t>
            </a:r>
            <a:r>
              <a:rPr sz="1200" spc="-5" dirty="0">
                <a:latin typeface="Times New Roman"/>
                <a:cs typeface="Times New Roman"/>
              </a:rPr>
              <a:t>of</a:t>
            </a:r>
            <a:r>
              <a:rPr sz="1200" spc="45" dirty="0">
                <a:latin typeface="Times New Roman"/>
                <a:cs typeface="Times New Roman"/>
              </a:rPr>
              <a:t> </a:t>
            </a:r>
            <a:r>
              <a:rPr sz="1200" spc="-20" dirty="0">
                <a:latin typeface="Times New Roman"/>
                <a:cs typeface="Times New Roman"/>
              </a:rPr>
              <a:t>the </a:t>
            </a:r>
            <a:r>
              <a:rPr sz="1200" spc="-285" dirty="0">
                <a:latin typeface="Times New Roman"/>
                <a:cs typeface="Times New Roman"/>
              </a:rPr>
              <a:t> </a:t>
            </a:r>
            <a:r>
              <a:rPr sz="1200" spc="-5" dirty="0">
                <a:latin typeface="Times New Roman"/>
                <a:cs typeface="Times New Roman"/>
              </a:rPr>
              <a:t>files</a:t>
            </a:r>
            <a:r>
              <a:rPr sz="1200" dirty="0">
                <a:latin typeface="Times New Roman"/>
                <a:cs typeface="Times New Roman"/>
              </a:rPr>
              <a:t> </a:t>
            </a:r>
            <a:r>
              <a:rPr sz="1200" spc="-5" dirty="0">
                <a:latin typeface="Times New Roman"/>
                <a:cs typeface="Times New Roman"/>
              </a:rPr>
              <a:t>such</a:t>
            </a:r>
            <a:r>
              <a:rPr sz="1200" spc="5" dirty="0">
                <a:latin typeface="Times New Roman"/>
                <a:cs typeface="Times New Roman"/>
              </a:rPr>
              <a:t> </a:t>
            </a:r>
            <a:r>
              <a:rPr sz="1200" spc="-5" dirty="0">
                <a:latin typeface="Times New Roman"/>
                <a:cs typeface="Times New Roman"/>
              </a:rPr>
              <a:t>as</a:t>
            </a:r>
            <a:r>
              <a:rPr sz="1200" spc="5" dirty="0">
                <a:latin typeface="Times New Roman"/>
                <a:cs typeface="Times New Roman"/>
              </a:rPr>
              <a:t> </a:t>
            </a:r>
            <a:r>
              <a:rPr sz="1200" spc="-5" dirty="0">
                <a:latin typeface="Times New Roman"/>
                <a:cs typeface="Times New Roman"/>
              </a:rPr>
              <a:t>whether</a:t>
            </a:r>
            <a:r>
              <a:rPr sz="1200" spc="10" dirty="0">
                <a:latin typeface="Times New Roman"/>
                <a:cs typeface="Times New Roman"/>
              </a:rPr>
              <a:t> </a:t>
            </a:r>
            <a:r>
              <a:rPr sz="1200" dirty="0">
                <a:latin typeface="Times New Roman"/>
                <a:cs typeface="Times New Roman"/>
              </a:rPr>
              <a:t>it </a:t>
            </a:r>
            <a:r>
              <a:rPr sz="1200" spc="-5" dirty="0">
                <a:latin typeface="Times New Roman"/>
                <a:cs typeface="Times New Roman"/>
              </a:rPr>
              <a:t>is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be </a:t>
            </a:r>
            <a:r>
              <a:rPr sz="1200" spc="-5" dirty="0">
                <a:latin typeface="Times New Roman"/>
                <a:cs typeface="Times New Roman"/>
              </a:rPr>
              <a:t>used</a:t>
            </a:r>
            <a:r>
              <a:rPr sz="1200" dirty="0">
                <a:latin typeface="Times New Roman"/>
                <a:cs typeface="Times New Roman"/>
              </a:rPr>
              <a:t> for</a:t>
            </a:r>
            <a:r>
              <a:rPr sz="1200" spc="-5" dirty="0">
                <a:latin typeface="Times New Roman"/>
                <a:cs typeface="Times New Roman"/>
              </a:rPr>
              <a:t> </a:t>
            </a:r>
            <a:r>
              <a:rPr sz="1200" dirty="0">
                <a:latin typeface="Times New Roman"/>
                <a:cs typeface="Times New Roman"/>
              </a:rPr>
              <a:t>storing</a:t>
            </a:r>
            <a:r>
              <a:rPr sz="1200" spc="5" dirty="0">
                <a:latin typeface="Times New Roman"/>
                <a:cs typeface="Times New Roman"/>
              </a:rPr>
              <a:t> </a:t>
            </a:r>
            <a:r>
              <a:rPr sz="1200" spc="-5" dirty="0">
                <a:latin typeface="Times New Roman"/>
                <a:cs typeface="Times New Roman"/>
              </a:rPr>
              <a:t>master</a:t>
            </a:r>
            <a:r>
              <a:rPr sz="1200" spc="15" dirty="0">
                <a:latin typeface="Times New Roman"/>
                <a:cs typeface="Times New Roman"/>
              </a:rPr>
              <a:t> </a:t>
            </a:r>
            <a:r>
              <a:rPr sz="1200" dirty="0">
                <a:latin typeface="Times New Roman"/>
                <a:cs typeface="Times New Roman"/>
              </a:rPr>
              <a:t>details,</a:t>
            </a:r>
            <a:r>
              <a:rPr sz="1200" spc="10" dirty="0">
                <a:latin typeface="Times New Roman"/>
                <a:cs typeface="Times New Roman"/>
              </a:rPr>
              <a:t> </a:t>
            </a:r>
            <a:r>
              <a:rPr sz="1200" dirty="0">
                <a:latin typeface="Times New Roman"/>
                <a:cs typeface="Times New Roman"/>
              </a:rPr>
              <a:t>transaction</a:t>
            </a:r>
            <a:r>
              <a:rPr sz="1200" spc="10" dirty="0">
                <a:latin typeface="Times New Roman"/>
                <a:cs typeface="Times New Roman"/>
              </a:rPr>
              <a:t> </a:t>
            </a:r>
            <a:r>
              <a:rPr sz="1200" spc="-5" dirty="0">
                <a:latin typeface="Times New Roman"/>
                <a:cs typeface="Times New Roman"/>
              </a:rPr>
              <a:t>details</a:t>
            </a:r>
            <a:r>
              <a:rPr sz="1200" spc="30"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spc="-15" dirty="0">
                <a:latin typeface="Times New Roman"/>
                <a:cs typeface="Times New Roman"/>
              </a:rPr>
              <a:t>reference </a:t>
            </a:r>
            <a:r>
              <a:rPr sz="1200" spc="-285" dirty="0">
                <a:latin typeface="Times New Roman"/>
                <a:cs typeface="Times New Roman"/>
              </a:rPr>
              <a:t> </a:t>
            </a:r>
            <a:r>
              <a:rPr sz="1200" spc="-15" dirty="0">
                <a:latin typeface="Times New Roman"/>
                <a:cs typeface="Times New Roman"/>
              </a:rPr>
              <a:t>information.</a:t>
            </a:r>
            <a:r>
              <a:rPr sz="1200" spc="-10" dirty="0">
                <a:latin typeface="Times New Roman"/>
                <a:cs typeface="Times New Roman"/>
              </a:rPr>
              <a:t> </a:t>
            </a:r>
            <a:r>
              <a:rPr sz="1200" spc="-25" dirty="0">
                <a:latin typeface="Times New Roman"/>
                <a:cs typeface="Times New Roman"/>
              </a:rPr>
              <a:t>Various</a:t>
            </a:r>
            <a:r>
              <a:rPr sz="1200" spc="5" dirty="0">
                <a:latin typeface="Times New Roman"/>
                <a:cs typeface="Times New Roman"/>
              </a:rPr>
              <a:t> </a:t>
            </a:r>
            <a:r>
              <a:rPr sz="1200" spc="-5" dirty="0">
                <a:latin typeface="Times New Roman"/>
                <a:cs typeface="Times New Roman"/>
              </a:rPr>
              <a:t>factors</a:t>
            </a:r>
            <a:r>
              <a:rPr sz="1200" spc="-15" dirty="0">
                <a:latin typeface="Times New Roman"/>
                <a:cs typeface="Times New Roman"/>
              </a:rPr>
              <a:t> </a:t>
            </a:r>
            <a:r>
              <a:rPr sz="1200" spc="-5" dirty="0">
                <a:latin typeface="Times New Roman"/>
                <a:cs typeface="Times New Roman"/>
              </a:rPr>
              <a:t>are</a:t>
            </a:r>
            <a:r>
              <a:rPr sz="1200" spc="5" dirty="0">
                <a:latin typeface="Times New Roman"/>
                <a:cs typeface="Times New Roman"/>
              </a:rPr>
              <a:t> </a:t>
            </a:r>
            <a:r>
              <a:rPr sz="1200" dirty="0">
                <a:latin typeface="Times New Roman"/>
                <a:cs typeface="Times New Roman"/>
              </a:rPr>
              <a:t>considered during</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table</a:t>
            </a:r>
            <a:r>
              <a:rPr sz="1200" spc="5" dirty="0">
                <a:latin typeface="Times New Roman"/>
                <a:cs typeface="Times New Roman"/>
              </a:rPr>
              <a:t> </a:t>
            </a:r>
            <a:r>
              <a:rPr sz="1200" spc="-5" dirty="0">
                <a:latin typeface="Times New Roman"/>
                <a:cs typeface="Times New Roman"/>
              </a:rPr>
              <a:t>design</a:t>
            </a:r>
            <a:r>
              <a:rPr sz="1200" spc="5" dirty="0">
                <a:latin typeface="Times New Roman"/>
                <a:cs typeface="Times New Roman"/>
              </a:rPr>
              <a:t> </a:t>
            </a:r>
            <a:r>
              <a:rPr sz="1200" spc="-5" dirty="0">
                <a:latin typeface="Times New Roman"/>
                <a:cs typeface="Times New Roman"/>
              </a:rPr>
              <a:t>phase</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20" dirty="0">
                <a:latin typeface="Times New Roman"/>
                <a:cs typeface="Times New Roman"/>
              </a:rPr>
              <a:t>analysis. </a:t>
            </a:r>
            <a:r>
              <a:rPr sz="1200" spc="-15" dirty="0">
                <a:latin typeface="Times New Roman"/>
                <a:cs typeface="Times New Roman"/>
              </a:rPr>
              <a:t> </a:t>
            </a:r>
            <a:r>
              <a:rPr sz="1200" dirty="0">
                <a:latin typeface="Times New Roman"/>
                <a:cs typeface="Times New Roman"/>
              </a:rPr>
              <a:t>Some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them</a:t>
            </a:r>
            <a:r>
              <a:rPr sz="1200" spc="-10"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dirty="0">
                <a:latin typeface="Times New Roman"/>
                <a:cs typeface="Times New Roman"/>
              </a:rPr>
              <a:t>listed </a:t>
            </a:r>
            <a:r>
              <a:rPr sz="1200" spc="-15" dirty="0">
                <a:latin typeface="Times New Roman"/>
                <a:cs typeface="Times New Roman"/>
              </a:rPr>
              <a:t>below:</a:t>
            </a:r>
            <a:endParaRPr sz="1200" dirty="0">
              <a:latin typeface="Times New Roman"/>
              <a:cs typeface="Times New Roman"/>
            </a:endParaRPr>
          </a:p>
          <a:p>
            <a:pPr>
              <a:lnSpc>
                <a:spcPct val="100000"/>
              </a:lnSpc>
              <a:spcBef>
                <a:spcPts val="10"/>
              </a:spcBef>
            </a:pPr>
            <a:endParaRPr sz="1650" dirty="0">
              <a:latin typeface="Times New Roman"/>
              <a:cs typeface="Times New Roman"/>
            </a:endParaRPr>
          </a:p>
          <a:p>
            <a:pPr marL="480059" lvl="2" indent="-230504" algn="just">
              <a:lnSpc>
                <a:spcPct val="100000"/>
              </a:lnSpc>
              <a:buFont typeface="Arial MT"/>
              <a:buChar char="●"/>
              <a:tabLst>
                <a:tab pos="480695" algn="l"/>
              </a:tabLst>
            </a:pPr>
            <a:r>
              <a:rPr sz="1200" spc="-5" dirty="0">
                <a:latin typeface="Times New Roman"/>
                <a:cs typeface="Times New Roman"/>
              </a:rPr>
              <a:t>Purpose</a:t>
            </a:r>
            <a:r>
              <a:rPr sz="1200" spc="-5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5" dirty="0">
                <a:latin typeface="Times New Roman"/>
                <a:cs typeface="Times New Roman"/>
              </a:rPr>
              <a:t>table</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spc="-15" dirty="0">
                <a:latin typeface="Times New Roman"/>
                <a:cs typeface="Times New Roman"/>
              </a:rPr>
              <a:t>Availability</a:t>
            </a:r>
            <a:r>
              <a:rPr sz="1200" dirty="0">
                <a:latin typeface="Times New Roman"/>
                <a:cs typeface="Times New Roman"/>
              </a:rPr>
              <a:t> of</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20" dirty="0">
                <a:latin typeface="Times New Roman"/>
                <a:cs typeface="Times New Roman"/>
              </a:rPr>
              <a:t>hardware</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spc="-5" dirty="0">
                <a:latin typeface="Times New Roman"/>
                <a:cs typeface="Times New Roman"/>
              </a:rPr>
              <a:t>Method</a:t>
            </a:r>
            <a:r>
              <a:rPr sz="1200" spc="-3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20" dirty="0">
                <a:latin typeface="Times New Roman"/>
                <a:cs typeface="Times New Roman"/>
              </a:rPr>
              <a:t>access</a:t>
            </a:r>
            <a:endParaRPr sz="1200" dirty="0">
              <a:latin typeface="Times New Roman"/>
              <a:cs typeface="Times New Roman"/>
            </a:endParaRPr>
          </a:p>
          <a:p>
            <a:pPr marL="480059" lvl="2" indent="-230504" algn="just">
              <a:lnSpc>
                <a:spcPct val="100000"/>
              </a:lnSpc>
              <a:spcBef>
                <a:spcPts val="905"/>
              </a:spcBef>
              <a:buFont typeface="Arial MT"/>
              <a:buChar char="●"/>
              <a:tabLst>
                <a:tab pos="480695" algn="l"/>
              </a:tabLst>
            </a:pPr>
            <a:r>
              <a:rPr sz="1200" spc="-5" dirty="0">
                <a:latin typeface="Times New Roman"/>
                <a:cs typeface="Times New Roman"/>
              </a:rPr>
              <a:t>File</a:t>
            </a:r>
            <a:r>
              <a:rPr sz="1200" spc="-40" dirty="0">
                <a:latin typeface="Times New Roman"/>
                <a:cs typeface="Times New Roman"/>
              </a:rPr>
              <a:t> </a:t>
            </a:r>
            <a:r>
              <a:rPr sz="1200" spc="-15" dirty="0">
                <a:latin typeface="Times New Roman"/>
                <a:cs typeface="Times New Roman"/>
              </a:rPr>
              <a:t>activity</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spc="-5" dirty="0">
                <a:latin typeface="Times New Roman"/>
                <a:cs typeface="Times New Roman"/>
              </a:rPr>
              <a:t>File</a:t>
            </a:r>
            <a:r>
              <a:rPr sz="1200" spc="-50" dirty="0">
                <a:latin typeface="Times New Roman"/>
                <a:cs typeface="Times New Roman"/>
              </a:rPr>
              <a:t> </a:t>
            </a:r>
            <a:r>
              <a:rPr sz="1200" spc="-20" dirty="0">
                <a:latin typeface="Times New Roman"/>
                <a:cs typeface="Times New Roman"/>
              </a:rPr>
              <a:t>size</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dirty="0">
                <a:latin typeface="Times New Roman"/>
                <a:cs typeface="Times New Roman"/>
              </a:rPr>
              <a:t>Output</a:t>
            </a:r>
            <a:r>
              <a:rPr sz="1200" spc="-75" dirty="0">
                <a:latin typeface="Times New Roman"/>
                <a:cs typeface="Times New Roman"/>
              </a:rPr>
              <a:t> </a:t>
            </a:r>
            <a:r>
              <a:rPr sz="1200" spc="-15" dirty="0">
                <a:latin typeface="Times New Roman"/>
                <a:cs typeface="Times New Roman"/>
              </a:rPr>
              <a:t>requirements</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spc="-10" dirty="0">
                <a:latin typeface="Times New Roman"/>
                <a:cs typeface="Times New Roman"/>
              </a:rPr>
              <a:t>Input</a:t>
            </a:r>
            <a:r>
              <a:rPr sz="1200" spc="-35" dirty="0">
                <a:latin typeface="Times New Roman"/>
                <a:cs typeface="Times New Roman"/>
              </a:rPr>
              <a:t> </a:t>
            </a:r>
            <a:r>
              <a:rPr sz="1200" spc="-15" dirty="0">
                <a:latin typeface="Times New Roman"/>
                <a:cs typeface="Times New Roman"/>
              </a:rPr>
              <a:t>requirements</a:t>
            </a:r>
            <a:endParaRPr sz="1200" dirty="0">
              <a:latin typeface="Times New Roman"/>
              <a:cs typeface="Times New Roman"/>
            </a:endParaRPr>
          </a:p>
          <a:p>
            <a:pPr marL="480059" lvl="2" indent="-230504" algn="just">
              <a:lnSpc>
                <a:spcPct val="100000"/>
              </a:lnSpc>
              <a:spcBef>
                <a:spcPts val="900"/>
              </a:spcBef>
              <a:buFont typeface="Arial MT"/>
              <a:buChar char="●"/>
              <a:tabLst>
                <a:tab pos="480695" algn="l"/>
              </a:tabLst>
            </a:pPr>
            <a:r>
              <a:rPr sz="1200" spc="-5" dirty="0">
                <a:latin typeface="Times New Roman"/>
                <a:cs typeface="Times New Roman"/>
              </a:rPr>
              <a:t>File</a:t>
            </a:r>
            <a:r>
              <a:rPr sz="1200" spc="-50" dirty="0">
                <a:latin typeface="Times New Roman"/>
                <a:cs typeface="Times New Roman"/>
              </a:rPr>
              <a:t> </a:t>
            </a:r>
            <a:r>
              <a:rPr sz="1200" spc="-15" dirty="0">
                <a:latin typeface="Times New Roman"/>
                <a:cs typeface="Times New Roman"/>
              </a:rPr>
              <a:t>organization</a:t>
            </a:r>
            <a:endParaRPr sz="1200" dirty="0">
              <a:latin typeface="Times New Roman"/>
              <a:cs typeface="Times New Roman"/>
            </a:endParaRPr>
          </a:p>
          <a:p>
            <a:pPr marL="12700" marR="5080" indent="618490" algn="just">
              <a:lnSpc>
                <a:spcPct val="155100"/>
              </a:lnSpc>
              <a:spcBef>
                <a:spcPts val="525"/>
              </a:spcBef>
            </a:pPr>
            <a:r>
              <a:rPr sz="1200" dirty="0">
                <a:latin typeface="Times New Roman"/>
                <a:cs typeface="Times New Roman"/>
              </a:rPr>
              <a:t>Table </a:t>
            </a:r>
            <a:r>
              <a:rPr sz="1200" spc="-5" dirty="0">
                <a:latin typeface="Times New Roman"/>
                <a:cs typeface="Times New Roman"/>
              </a:rPr>
              <a:t>design </a:t>
            </a:r>
            <a:r>
              <a:rPr sz="1200" dirty="0">
                <a:latin typeface="Times New Roman"/>
                <a:cs typeface="Times New Roman"/>
              </a:rPr>
              <a:t>also deals with the </a:t>
            </a:r>
            <a:r>
              <a:rPr sz="1200" spc="-5" dirty="0">
                <a:latin typeface="Times New Roman"/>
                <a:cs typeface="Times New Roman"/>
              </a:rPr>
              <a:t>design </a:t>
            </a:r>
            <a:r>
              <a:rPr sz="1200" dirty="0">
                <a:latin typeface="Times New Roman"/>
                <a:cs typeface="Times New Roman"/>
              </a:rPr>
              <a:t>of physical database. The designing of </a:t>
            </a:r>
            <a:r>
              <a:rPr sz="1200" spc="-20" dirty="0">
                <a:latin typeface="Times New Roman"/>
                <a:cs typeface="Times New Roman"/>
              </a:rPr>
              <a:t>the </a:t>
            </a:r>
            <a:r>
              <a:rPr sz="1200" spc="-15" dirty="0">
                <a:latin typeface="Times New Roman"/>
                <a:cs typeface="Times New Roman"/>
              </a:rPr>
              <a:t> </a:t>
            </a:r>
            <a:r>
              <a:rPr sz="1200" dirty="0">
                <a:latin typeface="Times New Roman"/>
                <a:cs typeface="Times New Roman"/>
              </a:rPr>
              <a:t>tables in the </a:t>
            </a:r>
            <a:r>
              <a:rPr sz="1200" spc="-10" dirty="0">
                <a:latin typeface="Times New Roman"/>
                <a:cs typeface="Times New Roman"/>
              </a:rPr>
              <a:t>database </a:t>
            </a:r>
            <a:r>
              <a:rPr sz="1200" spc="-5" dirty="0">
                <a:latin typeface="Times New Roman"/>
                <a:cs typeface="Times New Roman"/>
              </a:rPr>
              <a:t>is </a:t>
            </a:r>
            <a:r>
              <a:rPr sz="1200" dirty="0">
                <a:latin typeface="Times New Roman"/>
                <a:cs typeface="Times New Roman"/>
              </a:rPr>
              <a:t>done </a:t>
            </a:r>
            <a:r>
              <a:rPr sz="1200" spc="-10" dirty="0">
                <a:latin typeface="Times New Roman"/>
                <a:cs typeface="Times New Roman"/>
              </a:rPr>
              <a:t>according </a:t>
            </a:r>
            <a:r>
              <a:rPr sz="1200" dirty="0">
                <a:latin typeface="Times New Roman"/>
                <a:cs typeface="Times New Roman"/>
              </a:rPr>
              <a:t>to the rules specified for databases </a:t>
            </a:r>
            <a:r>
              <a:rPr sz="1200" spc="-5" dirty="0">
                <a:latin typeface="Times New Roman"/>
                <a:cs typeface="Times New Roman"/>
              </a:rPr>
              <a:t>as </a:t>
            </a:r>
            <a:r>
              <a:rPr sz="1200" spc="-10" dirty="0">
                <a:latin typeface="Times New Roman"/>
                <a:cs typeface="Times New Roman"/>
              </a:rPr>
              <a:t>described above. </a:t>
            </a:r>
            <a:r>
              <a:rPr sz="1200" spc="-285" dirty="0">
                <a:latin typeface="Times New Roman"/>
                <a:cs typeface="Times New Roman"/>
              </a:rPr>
              <a:t> </a:t>
            </a:r>
            <a:r>
              <a:rPr sz="1200" spc="-5" dirty="0">
                <a:latin typeface="Times New Roman"/>
                <a:cs typeface="Times New Roman"/>
              </a:rPr>
              <a:t>Inaccurate</a:t>
            </a:r>
            <a:r>
              <a:rPr sz="1200" spc="20"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spc="-5" dirty="0">
                <a:latin typeface="Times New Roman"/>
                <a:cs typeface="Times New Roman"/>
              </a:rPr>
              <a:t>data are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most</a:t>
            </a:r>
            <a:r>
              <a:rPr sz="1200" spc="-30" dirty="0">
                <a:latin typeface="Times New Roman"/>
                <a:cs typeface="Times New Roman"/>
              </a:rPr>
              <a:t> </a:t>
            </a:r>
            <a:r>
              <a:rPr sz="1200" spc="-5" dirty="0">
                <a:latin typeface="Times New Roman"/>
                <a:cs typeface="Times New Roman"/>
              </a:rPr>
              <a:t>common</a:t>
            </a:r>
            <a:r>
              <a:rPr sz="1200" spc="-10" dirty="0">
                <a:latin typeface="Times New Roman"/>
                <a:cs typeface="Times New Roman"/>
              </a:rPr>
              <a:t> </a:t>
            </a:r>
            <a:r>
              <a:rPr sz="1200" spc="-5" dirty="0">
                <a:latin typeface="Times New Roman"/>
                <a:cs typeface="Times New Roman"/>
              </a:rPr>
              <a:t>cause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errors</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5" dirty="0">
                <a:latin typeface="Times New Roman"/>
                <a:cs typeface="Times New Roman"/>
              </a:rPr>
              <a:t>data </a:t>
            </a:r>
            <a:r>
              <a:rPr sz="1200" spc="-20" dirty="0">
                <a:latin typeface="Times New Roman"/>
                <a:cs typeface="Times New Roman"/>
              </a:rPr>
              <a:t>processing.</a:t>
            </a:r>
            <a:endParaRPr sz="1200" dirty="0">
              <a:latin typeface="Times New Roman"/>
              <a:cs typeface="Times New Roman"/>
            </a:endParaRPr>
          </a:p>
        </p:txBody>
      </p:sp>
      <p:sp>
        <p:nvSpPr>
          <p:cNvPr id="4" name="object 4"/>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107696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LO</a:t>
            </a:r>
            <a:r>
              <a:rPr sz="1200" b="1" spc="-10" dirty="0">
                <a:latin typeface="Times New Roman"/>
                <a:cs typeface="Times New Roman"/>
              </a:rPr>
              <a:t>G</a:t>
            </a:r>
            <a:r>
              <a:rPr sz="1200" b="1" spc="-5" dirty="0">
                <a:latin typeface="Times New Roman"/>
                <a:cs typeface="Times New Roman"/>
              </a:rPr>
              <a:t>IN</a:t>
            </a:r>
            <a:r>
              <a:rPr sz="1200" b="1" spc="-5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sp>
        <p:nvSpPr>
          <p:cNvPr id="6" name="object 6"/>
          <p:cNvSpPr txBox="1"/>
          <p:nvPr/>
        </p:nvSpPr>
        <p:spPr>
          <a:xfrm>
            <a:off x="901700" y="1354962"/>
            <a:ext cx="798195" cy="976630"/>
          </a:xfrm>
          <a:prstGeom prst="rect">
            <a:avLst/>
          </a:prstGeom>
        </p:spPr>
        <p:txBody>
          <a:bodyPr vert="horz" wrap="square" lIns="0" tIns="69215" rIns="0" bIns="0" rtlCol="0">
            <a:spAutoFit/>
          </a:bodyPr>
          <a:lstStyle/>
          <a:p>
            <a:pPr marL="12700">
              <a:lnSpc>
                <a:spcPct val="100000"/>
              </a:lnSpc>
              <a:spcBef>
                <a:spcPts val="545"/>
              </a:spcBef>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p>
            <a:pPr marL="12700" marR="82550">
              <a:lnSpc>
                <a:spcPct val="103299"/>
              </a:lnSpc>
              <a:spcBef>
                <a:spcPts val="395"/>
              </a:spcBef>
            </a:pPr>
            <a:r>
              <a:rPr sz="1200" spc="-15" dirty="0">
                <a:latin typeface="Times New Roman"/>
                <a:cs typeface="Times New Roman"/>
              </a:rPr>
              <a:t>Table </a:t>
            </a:r>
            <a:r>
              <a:rPr sz="1200" spc="-10" dirty="0">
                <a:latin typeface="Times New Roman"/>
                <a:cs typeface="Times New Roman"/>
              </a:rPr>
              <a:t> </a:t>
            </a:r>
            <a:r>
              <a:rPr sz="1200" spc="-20" dirty="0">
                <a:latin typeface="Times New Roman"/>
                <a:cs typeface="Times New Roman"/>
              </a:rPr>
              <a:t>Descr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a:p>
            <a:pPr marL="12700">
              <a:lnSpc>
                <a:spcPct val="100000"/>
              </a:lnSpc>
              <a:spcBef>
                <a:spcPts val="790"/>
              </a:spcBef>
            </a:pPr>
            <a:r>
              <a:rPr sz="1200" spc="-5" dirty="0">
                <a:latin typeface="Times New Roman"/>
                <a:cs typeface="Times New Roman"/>
              </a:rPr>
              <a:t>Primary</a:t>
            </a:r>
            <a:r>
              <a:rPr sz="1200" spc="-70"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7" name="object 7"/>
          <p:cNvSpPr txBox="1"/>
          <p:nvPr/>
        </p:nvSpPr>
        <p:spPr>
          <a:xfrm>
            <a:off x="1793494" y="1354962"/>
            <a:ext cx="1101725" cy="976630"/>
          </a:xfrm>
          <a:prstGeom prst="rect">
            <a:avLst/>
          </a:prstGeom>
        </p:spPr>
        <p:txBody>
          <a:bodyPr vert="horz" wrap="square" lIns="0" tIns="69215" rIns="0" bIns="0" rtlCol="0">
            <a:spAutoFit/>
          </a:bodyPr>
          <a:lstStyle/>
          <a:p>
            <a:pPr marL="12700">
              <a:lnSpc>
                <a:spcPct val="100000"/>
              </a:lnSpc>
              <a:spcBef>
                <a:spcPts val="545"/>
              </a:spcBef>
            </a:pPr>
            <a:r>
              <a:rPr sz="1200" dirty="0">
                <a:latin typeface="Times New Roman"/>
                <a:cs typeface="Times New Roman"/>
              </a:rPr>
              <a:t>:</a:t>
            </a:r>
            <a:r>
              <a:rPr sz="1200" spc="-45" dirty="0">
                <a:latin typeface="Times New Roman"/>
                <a:cs typeface="Times New Roman"/>
              </a:rPr>
              <a:t> </a:t>
            </a:r>
            <a:r>
              <a:rPr sz="1200" spc="-15" dirty="0">
                <a:latin typeface="Times New Roman"/>
                <a:cs typeface="Times New Roman"/>
              </a:rPr>
              <a:t>login</a:t>
            </a:r>
            <a:endParaRPr sz="1200" dirty="0">
              <a:latin typeface="Times New Roman"/>
              <a:cs typeface="Times New Roman"/>
            </a:endParaRPr>
          </a:p>
          <a:p>
            <a:pPr marL="12700" marR="5080">
              <a:lnSpc>
                <a:spcPct val="103299"/>
              </a:lnSpc>
              <a:spcBef>
                <a:spcPts val="395"/>
              </a:spcBef>
            </a:pP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dirty="0">
                <a:latin typeface="Times New Roman"/>
                <a:cs typeface="Times New Roman"/>
              </a:rPr>
              <a:t>table </a:t>
            </a:r>
            <a:r>
              <a:rPr sz="1200" spc="-15" dirty="0">
                <a:latin typeface="Times New Roman"/>
                <a:cs typeface="Times New Roman"/>
              </a:rPr>
              <a:t>stores </a:t>
            </a:r>
            <a:r>
              <a:rPr sz="1200" spc="-285" dirty="0">
                <a:latin typeface="Times New Roman"/>
                <a:cs typeface="Times New Roman"/>
              </a:rPr>
              <a:t> </a:t>
            </a:r>
            <a:r>
              <a:rPr sz="1200" spc="-5" dirty="0">
                <a:latin typeface="Times New Roman"/>
                <a:cs typeface="Times New Roman"/>
              </a:rPr>
              <a:t>login</a:t>
            </a:r>
            <a:r>
              <a:rPr sz="1200" spc="-10" dirty="0">
                <a:latin typeface="Times New Roman"/>
                <a:cs typeface="Times New Roman"/>
              </a:rPr>
              <a:t> </a:t>
            </a:r>
            <a:r>
              <a:rPr sz="1200" spc="-15" dirty="0">
                <a:latin typeface="Times New Roman"/>
                <a:cs typeface="Times New Roman"/>
              </a:rPr>
              <a:t>details</a:t>
            </a:r>
            <a:endParaRPr sz="1200" dirty="0">
              <a:latin typeface="Times New Roman"/>
              <a:cs typeface="Times New Roman"/>
            </a:endParaRPr>
          </a:p>
          <a:p>
            <a:pPr marL="12700">
              <a:lnSpc>
                <a:spcPct val="100000"/>
              </a:lnSpc>
              <a:spcBef>
                <a:spcPts val="790"/>
              </a:spcBef>
            </a:pPr>
            <a:r>
              <a:rPr sz="1200" dirty="0">
                <a:latin typeface="Times New Roman"/>
                <a:cs typeface="Times New Roman"/>
              </a:rPr>
              <a:t>:</a:t>
            </a:r>
            <a:r>
              <a:rPr sz="1200" spc="-50" dirty="0">
                <a:latin typeface="Times New Roman"/>
                <a:cs typeface="Times New Roman"/>
              </a:rPr>
              <a:t> </a:t>
            </a:r>
            <a:r>
              <a:rPr sz="1200" spc="-15" dirty="0">
                <a:latin typeface="Times New Roman"/>
                <a:cs typeface="Times New Roman"/>
              </a:rPr>
              <a:t>email</a:t>
            </a:r>
            <a:endParaRPr sz="1200" dirty="0">
              <a:latin typeface="Times New Roman"/>
              <a:cs typeface="Times New Roman"/>
            </a:endParaRPr>
          </a:p>
        </p:txBody>
      </p:sp>
      <p:sp>
        <p:nvSpPr>
          <p:cNvPr id="8" name="object 8"/>
          <p:cNvSpPr txBox="1"/>
          <p:nvPr/>
        </p:nvSpPr>
        <p:spPr>
          <a:xfrm>
            <a:off x="901700" y="2469007"/>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9" name="object 9"/>
          <p:cNvSpPr txBox="1"/>
          <p:nvPr/>
        </p:nvSpPr>
        <p:spPr>
          <a:xfrm>
            <a:off x="1793494" y="2469007"/>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10" dirty="0">
                <a:latin typeface="Times New Roman"/>
                <a:cs typeface="Times New Roman"/>
              </a:rPr>
              <a:t> </a:t>
            </a:r>
            <a:r>
              <a:rPr sz="1200" spc="-35" dirty="0">
                <a:latin typeface="Times New Roman"/>
                <a:cs typeface="Times New Roman"/>
              </a:rPr>
              <a:t>N</a:t>
            </a:r>
            <a:r>
              <a:rPr sz="1200" spc="-25" dirty="0">
                <a:latin typeface="Times New Roman"/>
                <a:cs typeface="Times New Roman"/>
              </a:rPr>
              <a:t>ul</a:t>
            </a:r>
            <a:r>
              <a:rPr sz="1200" dirty="0">
                <a:latin typeface="Times New Roman"/>
                <a:cs typeface="Times New Roman"/>
              </a:rPr>
              <a:t>l</a:t>
            </a:r>
            <a:endParaRPr sz="1200">
              <a:latin typeface="Times New Roman"/>
              <a:cs typeface="Times New Roman"/>
            </a:endParaRPr>
          </a:p>
        </p:txBody>
      </p:sp>
      <p:sp>
        <p:nvSpPr>
          <p:cNvPr id="11" name="object 11"/>
          <p:cNvSpPr txBox="1"/>
          <p:nvPr/>
        </p:nvSpPr>
        <p:spPr>
          <a:xfrm>
            <a:off x="901700" y="4928108"/>
            <a:ext cx="1320800"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Times New Roman"/>
                <a:cs typeface="Times New Roman"/>
              </a:rPr>
              <a:t>LABOUR</a:t>
            </a:r>
            <a:r>
              <a:rPr sz="1200" b="1" spc="-65"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dirty="0">
              <a:latin typeface="Times New Roman"/>
              <a:cs typeface="Times New Roman"/>
            </a:endParaRPr>
          </a:p>
        </p:txBody>
      </p:sp>
      <p:sp>
        <p:nvSpPr>
          <p:cNvPr id="12" name="object 12"/>
          <p:cNvSpPr txBox="1"/>
          <p:nvPr/>
        </p:nvSpPr>
        <p:spPr>
          <a:xfrm>
            <a:off x="901700" y="5390134"/>
            <a:ext cx="798195" cy="976630"/>
          </a:xfrm>
          <a:prstGeom prst="rect">
            <a:avLst/>
          </a:prstGeom>
        </p:spPr>
        <p:txBody>
          <a:bodyPr vert="horz" wrap="square" lIns="0" tIns="68580" rIns="0" bIns="0" rtlCol="0">
            <a:spAutoFit/>
          </a:bodyPr>
          <a:lstStyle/>
          <a:p>
            <a:pPr marL="12700">
              <a:lnSpc>
                <a:spcPct val="100000"/>
              </a:lnSpc>
              <a:spcBef>
                <a:spcPts val="540"/>
              </a:spcBef>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p>
            <a:pPr marL="12700" marR="82550">
              <a:lnSpc>
                <a:spcPct val="103299"/>
              </a:lnSpc>
              <a:spcBef>
                <a:spcPts val="400"/>
              </a:spcBef>
            </a:pPr>
            <a:r>
              <a:rPr sz="1200" spc="-15" dirty="0">
                <a:latin typeface="Times New Roman"/>
                <a:cs typeface="Times New Roman"/>
              </a:rPr>
              <a:t>Table </a:t>
            </a:r>
            <a:r>
              <a:rPr sz="1200" spc="-10" dirty="0">
                <a:latin typeface="Times New Roman"/>
                <a:cs typeface="Times New Roman"/>
              </a:rPr>
              <a:t> </a:t>
            </a:r>
            <a:r>
              <a:rPr sz="1200" spc="-20" dirty="0">
                <a:latin typeface="Times New Roman"/>
                <a:cs typeface="Times New Roman"/>
              </a:rPr>
              <a:t>Descr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a:p>
            <a:pPr marL="12700">
              <a:lnSpc>
                <a:spcPct val="100000"/>
              </a:lnSpc>
              <a:spcBef>
                <a:spcPts val="790"/>
              </a:spcBef>
            </a:pPr>
            <a:r>
              <a:rPr sz="1200" spc="-5" dirty="0">
                <a:latin typeface="Times New Roman"/>
                <a:cs typeface="Times New Roman"/>
              </a:rPr>
              <a:t>Primary</a:t>
            </a:r>
            <a:r>
              <a:rPr sz="1200" spc="-70"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13" name="object 13"/>
          <p:cNvSpPr txBox="1"/>
          <p:nvPr/>
        </p:nvSpPr>
        <p:spPr>
          <a:xfrm>
            <a:off x="1874266" y="5446522"/>
            <a:ext cx="775335"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70" dirty="0">
                <a:latin typeface="Times New Roman"/>
                <a:cs typeface="Times New Roman"/>
              </a:rPr>
              <a:t> </a:t>
            </a:r>
            <a:r>
              <a:rPr lang="en-US" sz="1200" spc="-15" dirty="0" err="1">
                <a:latin typeface="Times New Roman"/>
                <a:cs typeface="Times New Roman"/>
              </a:rPr>
              <a:t>labour</a:t>
            </a:r>
            <a:r>
              <a:rPr sz="1200" spc="-15" dirty="0" err="1">
                <a:latin typeface="Times New Roman"/>
                <a:cs typeface="Times New Roman"/>
              </a:rPr>
              <a:t>_</a:t>
            </a:r>
            <a:r>
              <a:rPr lang="en-US" sz="1200" spc="-15" dirty="0" err="1">
                <a:latin typeface="Times New Roman"/>
                <a:cs typeface="Times New Roman"/>
              </a:rPr>
              <a:t>reg</a:t>
            </a:r>
            <a:endParaRPr sz="1200" dirty="0">
              <a:latin typeface="Times New Roman"/>
              <a:cs typeface="Times New Roman"/>
            </a:endParaRPr>
          </a:p>
        </p:txBody>
      </p:sp>
      <p:sp>
        <p:nvSpPr>
          <p:cNvPr id="14" name="object 14"/>
          <p:cNvSpPr txBox="1"/>
          <p:nvPr/>
        </p:nvSpPr>
        <p:spPr>
          <a:xfrm>
            <a:off x="1874266" y="5792470"/>
            <a:ext cx="19431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table</a:t>
            </a:r>
            <a:r>
              <a:rPr sz="1200" spc="-25" dirty="0">
                <a:latin typeface="Times New Roman"/>
                <a:cs typeface="Times New Roman"/>
              </a:rPr>
              <a:t> </a:t>
            </a:r>
            <a:r>
              <a:rPr sz="1200" spc="-5" dirty="0">
                <a:latin typeface="Times New Roman"/>
                <a:cs typeface="Times New Roman"/>
              </a:rPr>
              <a:t>stores</a:t>
            </a:r>
            <a:r>
              <a:rPr sz="1200" spc="-20" dirty="0">
                <a:latin typeface="Times New Roman"/>
                <a:cs typeface="Times New Roman"/>
              </a:rPr>
              <a:t> </a:t>
            </a:r>
            <a:r>
              <a:rPr sz="1200" spc="-5" dirty="0">
                <a:latin typeface="Times New Roman"/>
                <a:cs typeface="Times New Roman"/>
              </a:rPr>
              <a:t>doctor</a:t>
            </a:r>
            <a:r>
              <a:rPr sz="1200" spc="-15" dirty="0">
                <a:latin typeface="Times New Roman"/>
                <a:cs typeface="Times New Roman"/>
              </a:rPr>
              <a:t> details</a:t>
            </a:r>
            <a:endParaRPr sz="1200">
              <a:latin typeface="Times New Roman"/>
              <a:cs typeface="Times New Roman"/>
            </a:endParaRPr>
          </a:p>
        </p:txBody>
      </p:sp>
      <p:sp>
        <p:nvSpPr>
          <p:cNvPr id="15" name="object 15"/>
          <p:cNvSpPr txBox="1"/>
          <p:nvPr/>
        </p:nvSpPr>
        <p:spPr>
          <a:xfrm>
            <a:off x="1874266" y="6164326"/>
            <a:ext cx="890269"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70" dirty="0">
                <a:latin typeface="Times New Roman"/>
                <a:cs typeface="Times New Roman"/>
              </a:rPr>
              <a:t> </a:t>
            </a:r>
            <a:r>
              <a:rPr sz="1200" spc="-15" dirty="0">
                <a:latin typeface="Times New Roman"/>
                <a:cs typeface="Times New Roman"/>
              </a:rPr>
              <a:t>id(doctor_id)</a:t>
            </a:r>
            <a:endParaRPr sz="1200">
              <a:latin typeface="Times New Roman"/>
              <a:cs typeface="Times New Roman"/>
            </a:endParaRPr>
          </a:p>
        </p:txBody>
      </p:sp>
      <p:sp>
        <p:nvSpPr>
          <p:cNvPr id="16" name="object 16"/>
          <p:cNvSpPr txBox="1"/>
          <p:nvPr/>
        </p:nvSpPr>
        <p:spPr>
          <a:xfrm>
            <a:off x="901700" y="6502654"/>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7" name="object 17"/>
          <p:cNvSpPr txBox="1"/>
          <p:nvPr/>
        </p:nvSpPr>
        <p:spPr>
          <a:xfrm>
            <a:off x="1874266" y="6502654"/>
            <a:ext cx="19469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 </a:t>
            </a:r>
            <a:r>
              <a:rPr sz="1200" spc="-15" dirty="0">
                <a:latin typeface="Times New Roman"/>
                <a:cs typeface="Times New Roman"/>
              </a:rPr>
              <a:t>user_id(references</a:t>
            </a:r>
            <a:r>
              <a:rPr sz="1200" spc="45" dirty="0">
                <a:latin typeface="Times New Roman"/>
                <a:cs typeface="Times New Roman"/>
              </a:rPr>
              <a:t> </a:t>
            </a:r>
            <a:r>
              <a:rPr sz="1200" spc="-5" dirty="0">
                <a:latin typeface="Times New Roman"/>
                <a:cs typeface="Times New Roman"/>
              </a:rPr>
              <a:t>users</a:t>
            </a:r>
            <a:r>
              <a:rPr sz="1200" spc="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sp>
        <p:nvSpPr>
          <p:cNvPr id="19" name="object 19"/>
          <p:cNvSpPr/>
          <p:nvPr/>
        </p:nvSpPr>
        <p:spPr>
          <a:xfrm>
            <a:off x="584454" y="476250"/>
            <a:ext cx="6477000" cy="9758680"/>
          </a:xfrm>
          <a:custGeom>
            <a:avLst/>
            <a:gdLst/>
            <a:ahLst/>
            <a:cxnLst/>
            <a:rect l="l" t="t" r="r" b="b"/>
            <a:pathLst>
              <a:path w="6477000" h="9758680">
                <a:moveTo>
                  <a:pt x="0" y="9758172"/>
                </a:moveTo>
                <a:lnTo>
                  <a:pt x="6477000" y="9758172"/>
                </a:lnTo>
                <a:lnTo>
                  <a:pt x="6477000" y="0"/>
                </a:lnTo>
                <a:lnTo>
                  <a:pt x="0" y="0"/>
                </a:lnTo>
                <a:lnTo>
                  <a:pt x="0" y="9758172"/>
                </a:lnTo>
                <a:close/>
              </a:path>
            </a:pathLst>
          </a:custGeom>
          <a:ln w="25400">
            <a:solidFill>
              <a:srgbClr val="1C334E"/>
            </a:solidFill>
          </a:ln>
        </p:spPr>
        <p:txBody>
          <a:bodyPr wrap="square" lIns="0" tIns="0" rIns="0" bIns="0" rtlCol="0"/>
          <a:lstStyle/>
          <a:p>
            <a:endParaRPr/>
          </a:p>
        </p:txBody>
      </p:sp>
      <p:sp>
        <p:nvSpPr>
          <p:cNvPr id="20" name="object 20"/>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pic>
        <p:nvPicPr>
          <p:cNvPr id="27" name="Picture 26">
            <a:extLst>
              <a:ext uri="{FF2B5EF4-FFF2-40B4-BE49-F238E27FC236}">
                <a16:creationId xmlns:a16="http://schemas.microsoft.com/office/drawing/2014/main" id="{AB79ECDD-0CD6-4A1A-9B83-BC559C974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925" y="7059396"/>
            <a:ext cx="4067743" cy="2010056"/>
          </a:xfrm>
          <a:prstGeom prst="rect">
            <a:avLst/>
          </a:prstGeom>
        </p:spPr>
      </p:pic>
      <p:pic>
        <p:nvPicPr>
          <p:cNvPr id="29" name="Picture 28">
            <a:extLst>
              <a:ext uri="{FF2B5EF4-FFF2-40B4-BE49-F238E27FC236}">
                <a16:creationId xmlns:a16="http://schemas.microsoft.com/office/drawing/2014/main" id="{41E8B982-9C52-4D0C-BB08-AF32F6636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2862401"/>
            <a:ext cx="4067743" cy="15051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892810"/>
            <a:ext cx="1591945" cy="197490"/>
          </a:xfrm>
          <a:prstGeom prst="rect">
            <a:avLst/>
          </a:prstGeom>
        </p:spPr>
        <p:txBody>
          <a:bodyPr vert="horz" wrap="square" lIns="0" tIns="12700" rIns="0" bIns="0" rtlCol="0">
            <a:spAutoFit/>
          </a:bodyPr>
          <a:lstStyle/>
          <a:p>
            <a:pPr marL="12700">
              <a:lnSpc>
                <a:spcPct val="100000"/>
              </a:lnSpc>
              <a:spcBef>
                <a:spcPts val="100"/>
              </a:spcBef>
            </a:pPr>
            <a:r>
              <a:rPr lang="en-US" sz="1200" b="1" spc="-25" dirty="0">
                <a:latin typeface="Times New Roman"/>
                <a:cs typeface="Times New Roman"/>
              </a:rPr>
              <a:t>USER </a:t>
            </a:r>
            <a:r>
              <a:rPr sz="1200" b="1" spc="-25" dirty="0">
                <a:latin typeface="Times New Roman"/>
                <a:cs typeface="Times New Roman"/>
              </a:rPr>
              <a:t>T</a:t>
            </a:r>
            <a:r>
              <a:rPr sz="1200" b="1" spc="-35" dirty="0">
                <a:latin typeface="Times New Roman"/>
                <a:cs typeface="Times New Roman"/>
              </a:rPr>
              <a:t>A</a:t>
            </a:r>
            <a:r>
              <a:rPr sz="1200" b="1" spc="-25" dirty="0">
                <a:latin typeface="Times New Roman"/>
                <a:cs typeface="Times New Roman"/>
              </a:rPr>
              <a:t>BL</a:t>
            </a:r>
            <a:r>
              <a:rPr sz="1200" b="1" dirty="0">
                <a:latin typeface="Times New Roman"/>
                <a:cs typeface="Times New Roman"/>
              </a:rPr>
              <a:t>E</a:t>
            </a:r>
            <a:endParaRPr sz="1200" dirty="0">
              <a:latin typeface="Times New Roman"/>
              <a:cs typeface="Times New Roman"/>
            </a:endParaRPr>
          </a:p>
        </p:txBody>
      </p:sp>
      <p:sp>
        <p:nvSpPr>
          <p:cNvPr id="6" name="object 6"/>
          <p:cNvSpPr txBox="1"/>
          <p:nvPr/>
        </p:nvSpPr>
        <p:spPr>
          <a:xfrm>
            <a:off x="892555" y="1216278"/>
            <a:ext cx="1101725" cy="473709"/>
          </a:xfrm>
          <a:prstGeom prst="rect">
            <a:avLst/>
          </a:prstGeom>
        </p:spPr>
        <p:txBody>
          <a:bodyPr vert="horz" wrap="square" lIns="0" tIns="12700" rIns="0" bIns="0" rtlCol="0">
            <a:spAutoFit/>
          </a:bodyPr>
          <a:lstStyle/>
          <a:p>
            <a:pPr marL="21590" marR="5080" indent="-9525">
              <a:lnSpc>
                <a:spcPct val="122500"/>
              </a:lnSpc>
              <a:spcBef>
                <a:spcPts val="100"/>
              </a:spcBef>
            </a:pPr>
            <a:r>
              <a:rPr sz="1200" spc="-25" dirty="0">
                <a:latin typeface="Times New Roman"/>
                <a:cs typeface="Times New Roman"/>
              </a:rPr>
              <a:t>Table</a:t>
            </a:r>
            <a:r>
              <a:rPr sz="1200" spc="250" dirty="0">
                <a:latin typeface="Times New Roman"/>
                <a:cs typeface="Times New Roman"/>
              </a:rPr>
              <a:t> </a:t>
            </a:r>
            <a:r>
              <a:rPr sz="1200" spc="-25" dirty="0">
                <a:latin typeface="Times New Roman"/>
                <a:cs typeface="Times New Roman"/>
              </a:rPr>
              <a:t>Name </a:t>
            </a:r>
            <a:r>
              <a:rPr sz="1200" spc="-20" dirty="0">
                <a:latin typeface="Times New Roman"/>
                <a:cs typeface="Times New Roman"/>
              </a:rPr>
              <a:t> </a:t>
            </a:r>
            <a:r>
              <a:rPr sz="1200" spc="-30" dirty="0">
                <a:latin typeface="Times New Roman"/>
                <a:cs typeface="Times New Roman"/>
              </a:rPr>
              <a:t>Ta</a:t>
            </a:r>
            <a:r>
              <a:rPr sz="1200" spc="-25" dirty="0">
                <a:latin typeface="Times New Roman"/>
                <a:cs typeface="Times New Roman"/>
              </a:rPr>
              <a:t>bl</a:t>
            </a:r>
            <a:r>
              <a:rPr sz="1200" dirty="0">
                <a:latin typeface="Times New Roman"/>
                <a:cs typeface="Times New Roman"/>
              </a:rPr>
              <a:t>e</a:t>
            </a:r>
            <a:r>
              <a:rPr sz="1200" spc="-5" dirty="0">
                <a:latin typeface="Times New Roman"/>
                <a:cs typeface="Times New Roman"/>
              </a:rPr>
              <a:t> </a:t>
            </a:r>
            <a:r>
              <a:rPr sz="1200" spc="-20" dirty="0">
                <a:latin typeface="Times New Roman"/>
                <a:cs typeface="Times New Roman"/>
              </a:rPr>
              <a:t>Descr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p:txBody>
      </p:sp>
      <p:sp>
        <p:nvSpPr>
          <p:cNvPr id="7" name="object 7"/>
          <p:cNvSpPr txBox="1"/>
          <p:nvPr/>
        </p:nvSpPr>
        <p:spPr>
          <a:xfrm>
            <a:off x="2152014" y="1245235"/>
            <a:ext cx="1885314" cy="1380490"/>
          </a:xfrm>
          <a:prstGeom prst="rect">
            <a:avLst/>
          </a:prstGeom>
        </p:spPr>
        <p:txBody>
          <a:bodyPr vert="horz" wrap="square" lIns="0" tIns="44450" rIns="0" bIns="0" rtlCol="0">
            <a:spAutoFit/>
          </a:bodyPr>
          <a:lstStyle/>
          <a:p>
            <a:pPr marL="24765">
              <a:lnSpc>
                <a:spcPct val="100000"/>
              </a:lnSpc>
              <a:spcBef>
                <a:spcPts val="350"/>
              </a:spcBef>
            </a:pPr>
            <a:r>
              <a:rPr sz="1200" dirty="0">
                <a:latin typeface="Times New Roman"/>
                <a:cs typeface="Times New Roman"/>
              </a:rPr>
              <a:t>:</a:t>
            </a:r>
            <a:r>
              <a:rPr sz="1200" spc="-45" dirty="0">
                <a:latin typeface="Times New Roman"/>
                <a:cs typeface="Times New Roman"/>
              </a:rPr>
              <a:t> </a:t>
            </a:r>
            <a:r>
              <a:rPr sz="1200" spc="-15" dirty="0">
                <a:latin typeface="Times New Roman"/>
                <a:cs typeface="Times New Roman"/>
              </a:rPr>
              <a:t>pharmacies_tbl</a:t>
            </a:r>
            <a:endParaRPr sz="1200">
              <a:latin typeface="Times New Roman"/>
              <a:cs typeface="Times New Roman"/>
            </a:endParaRPr>
          </a:p>
          <a:p>
            <a:pPr marL="12700" marR="107314">
              <a:lnSpc>
                <a:spcPct val="102499"/>
              </a:lnSpc>
              <a:spcBef>
                <a:spcPts val="215"/>
              </a:spcBef>
            </a:pPr>
            <a:r>
              <a:rPr sz="1200" dirty="0">
                <a:latin typeface="Times New Roman"/>
                <a:cs typeface="Times New Roman"/>
              </a:rPr>
              <a:t>:</a:t>
            </a:r>
            <a:r>
              <a:rPr sz="1200" spc="-70" dirty="0">
                <a:latin typeface="Times New Roman"/>
                <a:cs typeface="Times New Roman"/>
              </a:rPr>
              <a:t> </a:t>
            </a: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table</a:t>
            </a:r>
            <a:r>
              <a:rPr sz="1200" spc="-30" dirty="0">
                <a:latin typeface="Times New Roman"/>
                <a:cs typeface="Times New Roman"/>
              </a:rPr>
              <a:t> </a:t>
            </a:r>
            <a:r>
              <a:rPr sz="1200" spc="-5" dirty="0">
                <a:latin typeface="Times New Roman"/>
                <a:cs typeface="Times New Roman"/>
              </a:rPr>
              <a:t>stores</a:t>
            </a:r>
            <a:r>
              <a:rPr sz="1200" spc="-35" dirty="0">
                <a:latin typeface="Times New Roman"/>
                <a:cs typeface="Times New Roman"/>
              </a:rPr>
              <a:t> </a:t>
            </a:r>
            <a:r>
              <a:rPr sz="1200" spc="-15" dirty="0">
                <a:latin typeface="Times New Roman"/>
                <a:cs typeface="Times New Roman"/>
              </a:rPr>
              <a:t>pharmacist </a:t>
            </a:r>
            <a:r>
              <a:rPr sz="1200" spc="-285"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p>
            <a:pPr marL="12700">
              <a:lnSpc>
                <a:spcPct val="100000"/>
              </a:lnSpc>
              <a:spcBef>
                <a:spcPts val="795"/>
              </a:spcBef>
            </a:pPr>
            <a:r>
              <a:rPr sz="1200" dirty="0">
                <a:latin typeface="Times New Roman"/>
                <a:cs typeface="Times New Roman"/>
              </a:rPr>
              <a:t>:</a:t>
            </a:r>
            <a:r>
              <a:rPr sz="1200" spc="-50" dirty="0">
                <a:latin typeface="Times New Roman"/>
                <a:cs typeface="Times New Roman"/>
              </a:rPr>
              <a:t> </a:t>
            </a:r>
            <a:r>
              <a:rPr sz="1200" spc="-15" dirty="0">
                <a:latin typeface="Times New Roman"/>
                <a:cs typeface="Times New Roman"/>
              </a:rPr>
              <a:t>id(pharma_id)</a:t>
            </a:r>
            <a:endParaRPr sz="1200">
              <a:latin typeface="Times New Roman"/>
              <a:cs typeface="Times New Roman"/>
            </a:endParaRPr>
          </a:p>
          <a:p>
            <a:pPr marL="12700" marR="5080">
              <a:lnSpc>
                <a:spcPct val="102499"/>
              </a:lnSpc>
              <a:spcBef>
                <a:spcPts val="625"/>
              </a:spcBef>
              <a:tabLst>
                <a:tab pos="1571625" algn="l"/>
              </a:tabLst>
            </a:pPr>
            <a:r>
              <a:rPr sz="1200" spc="-10" dirty="0">
                <a:latin typeface="Times New Roman"/>
                <a:cs typeface="Times New Roman"/>
              </a:rPr>
              <a:t>:</a:t>
            </a:r>
            <a:r>
              <a:rPr sz="1200" spc="-15" dirty="0">
                <a:latin typeface="Times New Roman"/>
                <a:cs typeface="Times New Roman"/>
              </a:rPr>
              <a:t>u</a:t>
            </a:r>
            <a:r>
              <a:rPr sz="1200" spc="-20" dirty="0">
                <a:latin typeface="Times New Roman"/>
                <a:cs typeface="Times New Roman"/>
              </a:rPr>
              <a:t>ser</a:t>
            </a:r>
            <a:r>
              <a:rPr sz="1200" spc="-15" dirty="0">
                <a:latin typeface="Times New Roman"/>
                <a:cs typeface="Times New Roman"/>
              </a:rPr>
              <a:t>_</a:t>
            </a:r>
            <a:r>
              <a:rPr sz="1200" spc="-10" dirty="0">
                <a:latin typeface="Times New Roman"/>
                <a:cs typeface="Times New Roman"/>
              </a:rPr>
              <a:t>i</a:t>
            </a:r>
            <a:r>
              <a:rPr sz="1200" spc="-15" dirty="0">
                <a:latin typeface="Times New Roman"/>
                <a:cs typeface="Times New Roman"/>
              </a:rPr>
              <a:t>d</a:t>
            </a:r>
            <a:r>
              <a:rPr sz="1200" spc="-20" dirty="0">
                <a:latin typeface="Times New Roman"/>
                <a:cs typeface="Times New Roman"/>
              </a:rPr>
              <a:t>(re</a:t>
            </a:r>
            <a:r>
              <a:rPr sz="1200" dirty="0">
                <a:latin typeface="Times New Roman"/>
                <a:cs typeface="Times New Roman"/>
              </a:rPr>
              <a:t>f</a:t>
            </a:r>
            <a:r>
              <a:rPr sz="1200" spc="-25" dirty="0">
                <a:latin typeface="Times New Roman"/>
                <a:cs typeface="Times New Roman"/>
              </a:rPr>
              <a:t>e</a:t>
            </a:r>
            <a:r>
              <a:rPr sz="1200" dirty="0">
                <a:latin typeface="Times New Roman"/>
                <a:cs typeface="Times New Roman"/>
              </a:rPr>
              <a:t>r</a:t>
            </a:r>
            <a:r>
              <a:rPr sz="1200" spc="-25" dirty="0">
                <a:latin typeface="Times New Roman"/>
                <a:cs typeface="Times New Roman"/>
              </a:rPr>
              <a:t>e</a:t>
            </a:r>
            <a:r>
              <a:rPr sz="1200" dirty="0">
                <a:latin typeface="Times New Roman"/>
                <a:cs typeface="Times New Roman"/>
              </a:rPr>
              <a:t>n</a:t>
            </a:r>
            <a:r>
              <a:rPr sz="1200" spc="-5" dirty="0">
                <a:latin typeface="Times New Roman"/>
                <a:cs typeface="Times New Roman"/>
              </a:rPr>
              <a:t>c</a:t>
            </a:r>
            <a:r>
              <a:rPr sz="1200" spc="-20" dirty="0">
                <a:latin typeface="Times New Roman"/>
                <a:cs typeface="Times New Roman"/>
              </a:rPr>
              <a:t>e</a:t>
            </a:r>
            <a:r>
              <a:rPr sz="1200" spc="-5" dirty="0">
                <a:latin typeface="Times New Roman"/>
                <a:cs typeface="Times New Roman"/>
              </a:rPr>
              <a:t>s</a:t>
            </a:r>
            <a:r>
              <a:rPr sz="1200" dirty="0">
                <a:latin typeface="Times New Roman"/>
                <a:cs typeface="Times New Roman"/>
              </a:rPr>
              <a:t>	</a:t>
            </a:r>
            <a:r>
              <a:rPr sz="1200" spc="-25" dirty="0">
                <a:latin typeface="Times New Roman"/>
                <a:cs typeface="Times New Roman"/>
              </a:rPr>
              <a:t>u</a:t>
            </a:r>
            <a:r>
              <a:rPr sz="1200" spc="-30" dirty="0">
                <a:latin typeface="Times New Roman"/>
                <a:cs typeface="Times New Roman"/>
              </a:rPr>
              <a:t>ser</a:t>
            </a:r>
            <a:r>
              <a:rPr sz="1200" spc="-5" dirty="0">
                <a:latin typeface="Times New Roman"/>
                <a:cs typeface="Times New Roman"/>
              </a:rPr>
              <a:t>s  </a:t>
            </a:r>
            <a:r>
              <a:rPr sz="1200" spc="-15" dirty="0">
                <a:latin typeface="Times New Roman"/>
                <a:cs typeface="Times New Roman"/>
              </a:rPr>
              <a:t>table)</a:t>
            </a:r>
            <a:endParaRPr sz="1200">
              <a:latin typeface="Times New Roman"/>
              <a:cs typeface="Times New Roman"/>
            </a:endParaRPr>
          </a:p>
        </p:txBody>
      </p:sp>
      <p:sp>
        <p:nvSpPr>
          <p:cNvPr id="8" name="object 8"/>
          <p:cNvSpPr txBox="1"/>
          <p:nvPr/>
        </p:nvSpPr>
        <p:spPr>
          <a:xfrm>
            <a:off x="901700" y="1967610"/>
            <a:ext cx="79819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Primary</a:t>
            </a:r>
            <a:r>
              <a:rPr sz="1200" spc="-70"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9" name="object 9"/>
          <p:cNvSpPr txBox="1"/>
          <p:nvPr/>
        </p:nvSpPr>
        <p:spPr>
          <a:xfrm>
            <a:off x="901700" y="2433955"/>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1" name="object 11"/>
          <p:cNvSpPr txBox="1"/>
          <p:nvPr/>
        </p:nvSpPr>
        <p:spPr>
          <a:xfrm>
            <a:off x="892555" y="5355082"/>
            <a:ext cx="192722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M</a:t>
            </a:r>
            <a:r>
              <a:rPr sz="1200" b="1" dirty="0">
                <a:latin typeface="Times New Roman"/>
                <a:cs typeface="Times New Roman"/>
              </a:rPr>
              <a:t>E</a:t>
            </a:r>
            <a:r>
              <a:rPr sz="1200" b="1" spc="-5" dirty="0">
                <a:latin typeface="Times New Roman"/>
                <a:cs typeface="Times New Roman"/>
              </a:rPr>
              <a:t>DI</a:t>
            </a:r>
            <a:r>
              <a:rPr sz="1200" b="1" spc="-10" dirty="0">
                <a:latin typeface="Times New Roman"/>
                <a:cs typeface="Times New Roman"/>
              </a:rPr>
              <a:t>C</a:t>
            </a:r>
            <a:r>
              <a:rPr sz="1200" b="1" spc="-5" dirty="0">
                <a:latin typeface="Times New Roman"/>
                <a:cs typeface="Times New Roman"/>
              </a:rPr>
              <a:t>INE</a:t>
            </a:r>
            <a:r>
              <a:rPr sz="1200" b="1" spc="-55" dirty="0">
                <a:latin typeface="Times New Roman"/>
                <a:cs typeface="Times New Roman"/>
              </a:rPr>
              <a:t> </a:t>
            </a:r>
            <a:r>
              <a:rPr sz="1200" b="1" spc="-5" dirty="0">
                <a:latin typeface="Times New Roman"/>
                <a:cs typeface="Times New Roman"/>
              </a:rPr>
              <a:t>S</a:t>
            </a:r>
            <a:r>
              <a:rPr sz="1200" b="1" dirty="0">
                <a:latin typeface="Times New Roman"/>
                <a:cs typeface="Times New Roman"/>
              </a:rPr>
              <a:t>TOCK</a:t>
            </a:r>
            <a:r>
              <a:rPr sz="1200" b="1" spc="-7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sp>
        <p:nvSpPr>
          <p:cNvPr id="12" name="object 12"/>
          <p:cNvSpPr txBox="1"/>
          <p:nvPr/>
        </p:nvSpPr>
        <p:spPr>
          <a:xfrm>
            <a:off x="901700" y="5816854"/>
            <a:ext cx="798830" cy="976630"/>
          </a:xfrm>
          <a:prstGeom prst="rect">
            <a:avLst/>
          </a:prstGeom>
        </p:spPr>
        <p:txBody>
          <a:bodyPr vert="horz" wrap="square" lIns="0" tIns="68580" rIns="0" bIns="0" rtlCol="0">
            <a:spAutoFit/>
          </a:bodyPr>
          <a:lstStyle/>
          <a:p>
            <a:pPr marL="12700">
              <a:lnSpc>
                <a:spcPct val="100000"/>
              </a:lnSpc>
              <a:spcBef>
                <a:spcPts val="540"/>
              </a:spcBef>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p>
            <a:pPr marL="12700" marR="82550">
              <a:lnSpc>
                <a:spcPct val="103299"/>
              </a:lnSpc>
              <a:spcBef>
                <a:spcPts val="400"/>
              </a:spcBef>
            </a:pPr>
            <a:r>
              <a:rPr sz="1200" spc="-15" dirty="0">
                <a:latin typeface="Times New Roman"/>
                <a:cs typeface="Times New Roman"/>
              </a:rPr>
              <a:t>Table </a:t>
            </a:r>
            <a:r>
              <a:rPr sz="1200" spc="-10" dirty="0">
                <a:latin typeface="Times New Roman"/>
                <a:cs typeface="Times New Roman"/>
              </a:rPr>
              <a:t> </a:t>
            </a:r>
            <a:r>
              <a:rPr sz="1200" spc="-20" dirty="0">
                <a:latin typeface="Times New Roman"/>
                <a:cs typeface="Times New Roman"/>
              </a:rPr>
              <a:t>Descr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a:p>
            <a:pPr marL="12700">
              <a:lnSpc>
                <a:spcPct val="100000"/>
              </a:lnSpc>
              <a:spcBef>
                <a:spcPts val="790"/>
              </a:spcBef>
            </a:pPr>
            <a:r>
              <a:rPr sz="1200" dirty="0">
                <a:latin typeface="Times New Roman"/>
                <a:cs typeface="Times New Roman"/>
              </a:rPr>
              <a:t>Prim</a:t>
            </a:r>
            <a:r>
              <a:rPr sz="1200" spc="-5" dirty="0">
                <a:latin typeface="Times New Roman"/>
                <a:cs typeface="Times New Roman"/>
              </a:rPr>
              <a:t>ar</a:t>
            </a:r>
            <a:r>
              <a:rPr sz="1200" dirty="0">
                <a:latin typeface="Times New Roman"/>
                <a:cs typeface="Times New Roman"/>
              </a:rPr>
              <a:t>y</a:t>
            </a:r>
            <a:r>
              <a:rPr sz="1200" spc="-25" dirty="0">
                <a:latin typeface="Times New Roman"/>
                <a:cs typeface="Times New Roman"/>
              </a:rPr>
              <a:t> </a:t>
            </a:r>
            <a:r>
              <a:rPr sz="1200" spc="-30" dirty="0">
                <a:latin typeface="Times New Roman"/>
                <a:cs typeface="Times New Roman"/>
              </a:rPr>
              <a:t>Ke</a:t>
            </a:r>
            <a:r>
              <a:rPr sz="1200" dirty="0">
                <a:latin typeface="Times New Roman"/>
                <a:cs typeface="Times New Roman"/>
              </a:rPr>
              <a:t>y</a:t>
            </a:r>
            <a:endParaRPr sz="1200">
              <a:latin typeface="Times New Roman"/>
              <a:cs typeface="Times New Roman"/>
            </a:endParaRPr>
          </a:p>
        </p:txBody>
      </p:sp>
      <p:sp>
        <p:nvSpPr>
          <p:cNvPr id="13" name="object 13"/>
          <p:cNvSpPr txBox="1"/>
          <p:nvPr/>
        </p:nvSpPr>
        <p:spPr>
          <a:xfrm>
            <a:off x="1897126" y="5816854"/>
            <a:ext cx="1784985" cy="1807845"/>
          </a:xfrm>
          <a:prstGeom prst="rect">
            <a:avLst/>
          </a:prstGeom>
        </p:spPr>
        <p:txBody>
          <a:bodyPr vert="horz" wrap="square" lIns="0" tIns="68580" rIns="0" bIns="0" rtlCol="0">
            <a:spAutoFit/>
          </a:bodyPr>
          <a:lstStyle/>
          <a:p>
            <a:pPr marL="12700">
              <a:lnSpc>
                <a:spcPct val="100000"/>
              </a:lnSpc>
              <a:spcBef>
                <a:spcPts val="540"/>
              </a:spcBef>
            </a:pPr>
            <a:r>
              <a:rPr sz="1200" dirty="0">
                <a:latin typeface="Times New Roman"/>
                <a:cs typeface="Times New Roman"/>
              </a:rPr>
              <a:t>:</a:t>
            </a:r>
            <a:r>
              <a:rPr sz="1200" spc="-40" dirty="0">
                <a:latin typeface="Times New Roman"/>
                <a:cs typeface="Times New Roman"/>
              </a:rPr>
              <a:t> </a:t>
            </a:r>
            <a:r>
              <a:rPr sz="1200" spc="-15" dirty="0">
                <a:latin typeface="Times New Roman"/>
                <a:cs typeface="Times New Roman"/>
              </a:rPr>
              <a:t>medicines_stocks_tbl</a:t>
            </a:r>
            <a:endParaRPr sz="1200">
              <a:latin typeface="Times New Roman"/>
              <a:cs typeface="Times New Roman"/>
            </a:endParaRPr>
          </a:p>
          <a:p>
            <a:pPr marL="12700" marR="113030">
              <a:lnSpc>
                <a:spcPct val="103299"/>
              </a:lnSpc>
              <a:spcBef>
                <a:spcPts val="400"/>
              </a:spcBef>
            </a:pPr>
            <a:r>
              <a:rPr sz="1200" dirty="0">
                <a:latin typeface="Times New Roman"/>
                <a:cs typeface="Times New Roman"/>
              </a:rPr>
              <a:t>:</a:t>
            </a:r>
            <a:r>
              <a:rPr sz="1200" spc="-65" dirty="0">
                <a:latin typeface="Times New Roman"/>
                <a:cs typeface="Times New Roman"/>
              </a:rPr>
              <a:t> </a:t>
            </a: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table</a:t>
            </a:r>
            <a:r>
              <a:rPr sz="1200" spc="-30" dirty="0">
                <a:latin typeface="Times New Roman"/>
                <a:cs typeface="Times New Roman"/>
              </a:rPr>
              <a:t> </a:t>
            </a:r>
            <a:r>
              <a:rPr sz="1200" spc="-5" dirty="0">
                <a:latin typeface="Times New Roman"/>
                <a:cs typeface="Times New Roman"/>
              </a:rPr>
              <a:t>stores</a:t>
            </a:r>
            <a:r>
              <a:rPr sz="1200" spc="-30" dirty="0">
                <a:latin typeface="Times New Roman"/>
                <a:cs typeface="Times New Roman"/>
              </a:rPr>
              <a:t> </a:t>
            </a:r>
            <a:r>
              <a:rPr sz="1200" spc="-15" dirty="0">
                <a:latin typeface="Times New Roman"/>
                <a:cs typeface="Times New Roman"/>
              </a:rPr>
              <a:t>medicine </a:t>
            </a:r>
            <a:r>
              <a:rPr sz="1200" spc="-285" dirty="0">
                <a:latin typeface="Times New Roman"/>
                <a:cs typeface="Times New Roman"/>
              </a:rPr>
              <a:t> </a:t>
            </a:r>
            <a:r>
              <a:rPr sz="1200" dirty="0">
                <a:latin typeface="Times New Roman"/>
                <a:cs typeface="Times New Roman"/>
              </a:rPr>
              <a:t>stock</a:t>
            </a:r>
            <a:r>
              <a:rPr sz="1200" spc="-30"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p>
            <a:pPr marL="12700">
              <a:lnSpc>
                <a:spcPct val="100000"/>
              </a:lnSpc>
              <a:spcBef>
                <a:spcPts val="790"/>
              </a:spcBef>
            </a:pPr>
            <a:r>
              <a:rPr sz="1200" dirty="0">
                <a:latin typeface="Times New Roman"/>
                <a:cs typeface="Times New Roman"/>
              </a:rPr>
              <a:t>:</a:t>
            </a:r>
            <a:r>
              <a:rPr sz="1200" spc="-35" dirty="0">
                <a:latin typeface="Times New Roman"/>
                <a:cs typeface="Times New Roman"/>
              </a:rPr>
              <a:t> </a:t>
            </a:r>
            <a:r>
              <a:rPr sz="1200" spc="-15" dirty="0">
                <a:latin typeface="Times New Roman"/>
                <a:cs typeface="Times New Roman"/>
              </a:rPr>
              <a:t>id(medicine_stock_id)</a:t>
            </a:r>
            <a:endParaRPr sz="1200">
              <a:latin typeface="Times New Roman"/>
              <a:cs typeface="Times New Roman"/>
            </a:endParaRPr>
          </a:p>
          <a:p>
            <a:pPr marL="12700" marR="5080">
              <a:lnSpc>
                <a:spcPct val="103099"/>
              </a:lnSpc>
              <a:spcBef>
                <a:spcPts val="605"/>
              </a:spcBef>
              <a:tabLst>
                <a:tab pos="853440" algn="l"/>
                <a:tab pos="1222375" algn="l"/>
              </a:tabLst>
            </a:pPr>
            <a:r>
              <a:rPr sz="1200" dirty="0">
                <a:latin typeface="Times New Roman"/>
                <a:cs typeface="Times New Roman"/>
              </a:rPr>
              <a:t>: </a:t>
            </a:r>
            <a:r>
              <a:rPr sz="1200" spc="-15" dirty="0">
                <a:latin typeface="Times New Roman"/>
                <a:cs typeface="Times New Roman"/>
              </a:rPr>
              <a:t>pharma_id, </a:t>
            </a:r>
            <a:r>
              <a:rPr sz="1200" spc="-10" dirty="0">
                <a:latin typeface="Times New Roman"/>
                <a:cs typeface="Times New Roman"/>
              </a:rPr>
              <a:t> </a:t>
            </a:r>
            <a:r>
              <a:rPr sz="1200" spc="-15" dirty="0">
                <a:latin typeface="Times New Roman"/>
                <a:cs typeface="Times New Roman"/>
              </a:rPr>
              <a:t>medicine_id(references </a:t>
            </a:r>
            <a:r>
              <a:rPr sz="1200" spc="-10" dirty="0">
                <a:latin typeface="Times New Roman"/>
                <a:cs typeface="Times New Roman"/>
              </a:rPr>
              <a:t> </a:t>
            </a:r>
            <a:r>
              <a:rPr sz="1200" spc="-15" dirty="0">
                <a:latin typeface="Times New Roman"/>
                <a:cs typeface="Times New Roman"/>
              </a:rPr>
              <a:t>ph</a:t>
            </a:r>
            <a:r>
              <a:rPr sz="1200" spc="-20" dirty="0">
                <a:latin typeface="Times New Roman"/>
                <a:cs typeface="Times New Roman"/>
              </a:rPr>
              <a:t>ar</a:t>
            </a:r>
            <a:r>
              <a:rPr sz="1200" spc="-10" dirty="0">
                <a:latin typeface="Times New Roman"/>
                <a:cs typeface="Times New Roman"/>
              </a:rPr>
              <a:t>m</a:t>
            </a:r>
            <a:r>
              <a:rPr sz="1200" spc="-20" dirty="0">
                <a:latin typeface="Times New Roman"/>
                <a:cs typeface="Times New Roman"/>
              </a:rPr>
              <a:t>ac</a:t>
            </a:r>
            <a:r>
              <a:rPr sz="1200" spc="-10" dirty="0">
                <a:latin typeface="Times New Roman"/>
                <a:cs typeface="Times New Roman"/>
              </a:rPr>
              <a:t>i</a:t>
            </a:r>
            <a:r>
              <a:rPr sz="1200" spc="-20" dirty="0">
                <a:latin typeface="Times New Roman"/>
                <a:cs typeface="Times New Roman"/>
              </a:rPr>
              <a:t>e</a:t>
            </a:r>
            <a:r>
              <a:rPr sz="1200" spc="-5" dirty="0">
                <a:latin typeface="Times New Roman"/>
                <a:cs typeface="Times New Roman"/>
              </a:rPr>
              <a:t>s</a:t>
            </a:r>
            <a:r>
              <a:rPr sz="1200" dirty="0">
                <a:latin typeface="Times New Roman"/>
                <a:cs typeface="Times New Roman"/>
              </a:rPr>
              <a:t>	</a:t>
            </a:r>
            <a:r>
              <a:rPr sz="1200" spc="-30" dirty="0">
                <a:latin typeface="Times New Roman"/>
                <a:cs typeface="Times New Roman"/>
              </a:rPr>
              <a:t>a</a:t>
            </a:r>
            <a:r>
              <a:rPr sz="1200" spc="-25" dirty="0">
                <a:latin typeface="Times New Roman"/>
                <a:cs typeface="Times New Roman"/>
              </a:rPr>
              <a:t>n</a:t>
            </a:r>
            <a:r>
              <a:rPr sz="1200" dirty="0">
                <a:latin typeface="Times New Roman"/>
                <a:cs typeface="Times New Roman"/>
              </a:rPr>
              <a:t>d	</a:t>
            </a:r>
            <a:r>
              <a:rPr sz="1200" spc="-10" dirty="0">
                <a:latin typeface="Times New Roman"/>
                <a:cs typeface="Times New Roman"/>
              </a:rPr>
              <a:t>m</a:t>
            </a:r>
            <a:r>
              <a:rPr sz="1200" spc="-15" dirty="0">
                <a:latin typeface="Times New Roman"/>
                <a:cs typeface="Times New Roman"/>
              </a:rPr>
              <a:t>e</a:t>
            </a:r>
            <a:r>
              <a:rPr sz="1200" spc="-10" dirty="0">
                <a:latin typeface="Times New Roman"/>
                <a:cs typeface="Times New Roman"/>
              </a:rPr>
              <a:t>di</a:t>
            </a:r>
            <a:r>
              <a:rPr sz="1200" spc="-15" dirty="0">
                <a:latin typeface="Times New Roman"/>
                <a:cs typeface="Times New Roman"/>
              </a:rPr>
              <a:t>c</a:t>
            </a:r>
            <a:r>
              <a:rPr sz="1200" spc="-10" dirty="0">
                <a:latin typeface="Times New Roman"/>
                <a:cs typeface="Times New Roman"/>
              </a:rPr>
              <a:t>in</a:t>
            </a:r>
            <a:r>
              <a:rPr sz="1200" dirty="0">
                <a:latin typeface="Times New Roman"/>
                <a:cs typeface="Times New Roman"/>
              </a:rPr>
              <a:t>e  </a:t>
            </a:r>
            <a:r>
              <a:rPr sz="1200" spc="-15" dirty="0">
                <a:latin typeface="Times New Roman"/>
                <a:cs typeface="Times New Roman"/>
              </a:rPr>
              <a:t>table)</a:t>
            </a:r>
            <a:endParaRPr sz="1200">
              <a:latin typeface="Times New Roman"/>
              <a:cs typeface="Times New Roman"/>
            </a:endParaRPr>
          </a:p>
        </p:txBody>
      </p:sp>
      <p:sp>
        <p:nvSpPr>
          <p:cNvPr id="14" name="object 14"/>
          <p:cNvSpPr txBox="1"/>
          <p:nvPr/>
        </p:nvSpPr>
        <p:spPr>
          <a:xfrm>
            <a:off x="901700" y="7434453"/>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graphicFrame>
        <p:nvGraphicFramePr>
          <p:cNvPr id="15" name="object 15"/>
          <p:cNvGraphicFramePr>
            <a:graphicFrameLocks noGrp="1"/>
          </p:cNvGraphicFramePr>
          <p:nvPr/>
        </p:nvGraphicFramePr>
        <p:xfrm>
          <a:off x="886510" y="7743952"/>
          <a:ext cx="4187188" cy="1955224"/>
        </p:xfrm>
        <a:graphic>
          <a:graphicData uri="http://schemas.openxmlformats.org/drawingml/2006/table">
            <a:tbl>
              <a:tblPr firstRow="1" bandRow="1">
                <a:tableStyleId>{2D5ABB26-0587-4C30-8999-92F81FD0307C}</a:tableStyleId>
              </a:tblPr>
              <a:tblGrid>
                <a:gridCol w="655320">
                  <a:extLst>
                    <a:ext uri="{9D8B030D-6E8A-4147-A177-3AD203B41FA5}">
                      <a16:colId xmlns:a16="http://schemas.microsoft.com/office/drawing/2014/main" val="20000"/>
                    </a:ext>
                  </a:extLst>
                </a:gridCol>
                <a:gridCol w="915035">
                  <a:extLst>
                    <a:ext uri="{9D8B030D-6E8A-4147-A177-3AD203B41FA5}">
                      <a16:colId xmlns:a16="http://schemas.microsoft.com/office/drawing/2014/main" val="20001"/>
                    </a:ext>
                  </a:extLst>
                </a:gridCol>
                <a:gridCol w="690244">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707389">
                  <a:extLst>
                    <a:ext uri="{9D8B030D-6E8A-4147-A177-3AD203B41FA5}">
                      <a16:colId xmlns:a16="http://schemas.microsoft.com/office/drawing/2014/main" val="20004"/>
                    </a:ext>
                  </a:extLst>
                </a:gridCol>
              </a:tblGrid>
              <a:tr h="443356">
                <a:tc>
                  <a:txBody>
                    <a:bodyPr/>
                    <a:lstStyle/>
                    <a:p>
                      <a:pPr marL="69850">
                        <a:lnSpc>
                          <a:spcPct val="100000"/>
                        </a:lnSpc>
                        <a:spcBef>
                          <a:spcPts val="334"/>
                        </a:spcBef>
                      </a:pPr>
                      <a:r>
                        <a:rPr sz="1200" b="1" spc="-15" dirty="0">
                          <a:latin typeface="Times New Roman"/>
                          <a:cs typeface="Times New Roman"/>
                        </a:rPr>
                        <a:t>Sl.No</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4"/>
                        </a:spcBef>
                      </a:pPr>
                      <a:r>
                        <a:rPr sz="1200" b="1" spc="-5" dirty="0">
                          <a:latin typeface="Times New Roman"/>
                          <a:cs typeface="Times New Roman"/>
                        </a:rPr>
                        <a:t>Field</a:t>
                      </a:r>
                      <a:r>
                        <a:rPr sz="1200" b="1" spc="-35"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283210">
                        <a:lnSpc>
                          <a:spcPct val="100000"/>
                        </a:lnSpc>
                        <a:spcBef>
                          <a:spcPts val="334"/>
                        </a:spcBef>
                      </a:pPr>
                      <a:r>
                        <a:rPr sz="1200" b="1" spc="-15" dirty="0">
                          <a:latin typeface="Times New Roman"/>
                          <a:cs typeface="Times New Roman"/>
                        </a:rPr>
                        <a:t>F</a:t>
                      </a:r>
                      <a:r>
                        <a:rPr sz="1200" b="1" dirty="0">
                          <a:latin typeface="Times New Roman"/>
                          <a:cs typeface="Times New Roman"/>
                        </a:rPr>
                        <a:t>ield  </a:t>
                      </a:r>
                      <a:r>
                        <a:rPr sz="1200" b="1" spc="-25" dirty="0">
                          <a:latin typeface="Times New Roman"/>
                          <a:cs typeface="Times New Roman"/>
                        </a:rPr>
                        <a:t>Ty</a:t>
                      </a:r>
                      <a:r>
                        <a:rPr sz="1200" b="1" spc="-20" dirty="0">
                          <a:latin typeface="Times New Roman"/>
                          <a:cs typeface="Times New Roman"/>
                        </a:rPr>
                        <a:t>p</a:t>
                      </a:r>
                      <a:r>
                        <a:rPr sz="1200" b="1" dirty="0">
                          <a:latin typeface="Times New Roman"/>
                          <a:cs typeface="Times New Roman"/>
                        </a:rPr>
                        <a:t>e</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4"/>
                        </a:spcBef>
                      </a:pPr>
                      <a:r>
                        <a:rPr sz="1200" b="1" spc="-5" dirty="0">
                          <a:latin typeface="Times New Roman"/>
                          <a:cs typeface="Times New Roman"/>
                        </a:rPr>
                        <a:t>Field</a:t>
                      </a:r>
                      <a:r>
                        <a:rPr sz="1200" b="1" spc="-30" dirty="0">
                          <a:latin typeface="Times New Roman"/>
                          <a:cs typeface="Times New Roman"/>
                        </a:rPr>
                        <a:t> </a:t>
                      </a:r>
                      <a:r>
                        <a:rPr sz="1200" b="1" spc="-15" dirty="0">
                          <a:latin typeface="Times New Roman"/>
                          <a:cs typeface="Times New Roman"/>
                        </a:rPr>
                        <a:t>Description</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marR="311785">
                        <a:lnSpc>
                          <a:spcPct val="102499"/>
                        </a:lnSpc>
                        <a:spcBef>
                          <a:spcPts val="200"/>
                        </a:spcBef>
                      </a:pPr>
                      <a:r>
                        <a:rPr sz="1200" b="1" spc="-30" dirty="0">
                          <a:latin typeface="Times New Roman"/>
                          <a:cs typeface="Times New Roman"/>
                        </a:rPr>
                        <a:t>F</a:t>
                      </a:r>
                      <a:r>
                        <a:rPr sz="1200" b="1" spc="-10" dirty="0">
                          <a:latin typeface="Times New Roman"/>
                          <a:cs typeface="Times New Roman"/>
                        </a:rPr>
                        <a:t>i</a:t>
                      </a:r>
                      <a:r>
                        <a:rPr sz="1200" b="1" spc="-20" dirty="0">
                          <a:latin typeface="Times New Roman"/>
                          <a:cs typeface="Times New Roman"/>
                        </a:rPr>
                        <a:t>e</a:t>
                      </a:r>
                      <a:r>
                        <a:rPr sz="1200" b="1" spc="-10" dirty="0">
                          <a:latin typeface="Times New Roman"/>
                          <a:cs typeface="Times New Roman"/>
                        </a:rPr>
                        <a:t>l</a:t>
                      </a:r>
                      <a:r>
                        <a:rPr sz="1200" b="1" dirty="0">
                          <a:latin typeface="Times New Roman"/>
                          <a:cs typeface="Times New Roman"/>
                        </a:rPr>
                        <a:t>d  </a:t>
                      </a:r>
                      <a:r>
                        <a:rPr sz="1200" b="1" spc="-20" dirty="0">
                          <a:latin typeface="Times New Roman"/>
                          <a:cs typeface="Times New Roman"/>
                        </a:rPr>
                        <a:t>Size</a:t>
                      </a:r>
                      <a:endParaRPr sz="1200">
                        <a:latin typeface="Times New Roman"/>
                        <a:cs typeface="Times New Roman"/>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37693">
                <a:tc>
                  <a:txBody>
                    <a:bodyPr/>
                    <a:lstStyle/>
                    <a:p>
                      <a:pPr marL="69850">
                        <a:lnSpc>
                          <a:spcPct val="100000"/>
                        </a:lnSpc>
                        <a:spcBef>
                          <a:spcPts val="330"/>
                        </a:spcBef>
                      </a:pPr>
                      <a:r>
                        <a:rPr sz="1200" dirty="0">
                          <a:latin typeface="Times New Roman"/>
                          <a:cs typeface="Times New Roman"/>
                        </a:rPr>
                        <a:t>1</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0"/>
                        </a:spcBef>
                      </a:pP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0"/>
                        </a:spcBef>
                      </a:pPr>
                      <a:r>
                        <a:rPr sz="1200" spc="-5" dirty="0">
                          <a:latin typeface="Times New Roman"/>
                          <a:cs typeface="Times New Roman"/>
                        </a:rPr>
                        <a:t>Medicine</a:t>
                      </a:r>
                      <a:r>
                        <a:rPr sz="1200" spc="-7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7819">
                <a:tc>
                  <a:txBody>
                    <a:bodyPr/>
                    <a:lstStyle/>
                    <a:p>
                      <a:pPr marL="69850">
                        <a:lnSpc>
                          <a:spcPct val="100000"/>
                        </a:lnSpc>
                        <a:spcBef>
                          <a:spcPts val="335"/>
                        </a:spcBef>
                      </a:pPr>
                      <a:r>
                        <a:rPr sz="1200" dirty="0">
                          <a:latin typeface="Times New Roman"/>
                          <a:cs typeface="Times New Roman"/>
                        </a:rPr>
                        <a:t>2</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5"/>
                        </a:spcBef>
                      </a:pPr>
                      <a:r>
                        <a:rPr sz="1200" spc="-15" dirty="0">
                          <a:latin typeface="Times New Roman"/>
                          <a:cs typeface="Times New Roman"/>
                        </a:rPr>
                        <a:t>pharma_id</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20" dirty="0">
                          <a:latin typeface="Times New Roman"/>
                          <a:cs typeface="Times New Roman"/>
                        </a:rPr>
                        <a:t>int</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5" dirty="0">
                          <a:latin typeface="Times New Roman"/>
                          <a:cs typeface="Times New Roman"/>
                        </a:rPr>
                        <a:t>Package</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5"/>
                        </a:spcBef>
                      </a:pPr>
                      <a:r>
                        <a:rPr sz="1200" dirty="0">
                          <a:latin typeface="Times New Roman"/>
                          <a:cs typeface="Times New Roman"/>
                        </a:rPr>
                        <a:t>5</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94004">
                <a:tc>
                  <a:txBody>
                    <a:bodyPr/>
                    <a:lstStyle/>
                    <a:p>
                      <a:pPr marL="69850">
                        <a:lnSpc>
                          <a:spcPct val="100000"/>
                        </a:lnSpc>
                        <a:spcBef>
                          <a:spcPts val="335"/>
                        </a:spcBef>
                      </a:pPr>
                      <a:r>
                        <a:rPr sz="1200" dirty="0">
                          <a:latin typeface="Times New Roman"/>
                          <a:cs typeface="Times New Roman"/>
                        </a:rPr>
                        <a:t>3</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5"/>
                        </a:spcBef>
                      </a:pPr>
                      <a:r>
                        <a:rPr sz="1200" spc="-15" dirty="0">
                          <a:latin typeface="Times New Roman"/>
                          <a:cs typeface="Times New Roman"/>
                        </a:rPr>
                        <a:t>medicine_id</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20" dirty="0">
                          <a:latin typeface="Times New Roman"/>
                          <a:cs typeface="Times New Roman"/>
                        </a:rPr>
                        <a:t>int</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5" dirty="0">
                          <a:latin typeface="Times New Roman"/>
                          <a:cs typeface="Times New Roman"/>
                        </a:rPr>
                        <a:t>Medicine</a:t>
                      </a:r>
                      <a:r>
                        <a:rPr sz="1200" spc="-7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5"/>
                        </a:spcBef>
                      </a:pPr>
                      <a:r>
                        <a:rPr sz="1200" dirty="0">
                          <a:latin typeface="Times New Roman"/>
                          <a:cs typeface="Times New Roman"/>
                        </a:rPr>
                        <a:t>5</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76923">
                <a:tc>
                  <a:txBody>
                    <a:bodyPr/>
                    <a:lstStyle/>
                    <a:p>
                      <a:pPr marL="69850">
                        <a:lnSpc>
                          <a:spcPct val="100000"/>
                        </a:lnSpc>
                        <a:spcBef>
                          <a:spcPts val="335"/>
                        </a:spcBef>
                      </a:pPr>
                      <a:r>
                        <a:rPr sz="1200" dirty="0">
                          <a:latin typeface="Times New Roman"/>
                          <a:cs typeface="Times New Roman"/>
                        </a:rPr>
                        <a:t>4</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5"/>
                        </a:spcBef>
                      </a:pPr>
                      <a:r>
                        <a:rPr sz="1200" spc="-15" dirty="0">
                          <a:latin typeface="Times New Roman"/>
                          <a:cs typeface="Times New Roman"/>
                        </a:rPr>
                        <a:t>quantity</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20" dirty="0">
                          <a:latin typeface="Times New Roman"/>
                          <a:cs typeface="Times New Roman"/>
                        </a:rPr>
                        <a:t>int</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spc="-5" dirty="0">
                          <a:latin typeface="Times New Roman"/>
                          <a:cs typeface="Times New Roman"/>
                        </a:rPr>
                        <a:t>Medicine</a:t>
                      </a:r>
                      <a:r>
                        <a:rPr sz="1200" spc="-55" dirty="0">
                          <a:latin typeface="Times New Roman"/>
                          <a:cs typeface="Times New Roman"/>
                        </a:rPr>
                        <a:t> </a:t>
                      </a:r>
                      <a:r>
                        <a:rPr sz="1200" spc="-15" dirty="0">
                          <a:latin typeface="Times New Roman"/>
                          <a:cs typeface="Times New Roman"/>
                        </a:rPr>
                        <a:t>quantity</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5"/>
                        </a:spcBef>
                      </a:pPr>
                      <a:r>
                        <a:rPr sz="1200" dirty="0">
                          <a:latin typeface="Times New Roman"/>
                          <a:cs typeface="Times New Roman"/>
                        </a:rPr>
                        <a:t>5</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65429">
                <a:tc>
                  <a:txBody>
                    <a:bodyPr/>
                    <a:lstStyle/>
                    <a:p>
                      <a:pPr marL="69850">
                        <a:lnSpc>
                          <a:spcPct val="100000"/>
                        </a:lnSpc>
                        <a:spcBef>
                          <a:spcPts val="334"/>
                        </a:spcBef>
                      </a:pPr>
                      <a:r>
                        <a:rPr sz="1200" dirty="0">
                          <a:latin typeface="Times New Roman"/>
                          <a:cs typeface="Times New Roman"/>
                        </a:rPr>
                        <a:t>5</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34"/>
                        </a:spcBef>
                      </a:pPr>
                      <a:r>
                        <a:rPr sz="1200" spc="-15" dirty="0">
                          <a:latin typeface="Times New Roman"/>
                          <a:cs typeface="Times New Roman"/>
                        </a:rPr>
                        <a:t>description</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4"/>
                        </a:spcBef>
                      </a:pPr>
                      <a:r>
                        <a:rPr sz="1200" spc="-20" dirty="0">
                          <a:latin typeface="Times New Roman"/>
                          <a:cs typeface="Times New Roman"/>
                        </a:rPr>
                        <a:t>text</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4"/>
                        </a:spcBef>
                      </a:pPr>
                      <a:r>
                        <a:rPr sz="1200" spc="-15" dirty="0">
                          <a:latin typeface="Times New Roman"/>
                          <a:cs typeface="Times New Roman"/>
                        </a:rPr>
                        <a:t>description</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4"/>
                        </a:spcBef>
                      </a:pPr>
                      <a:r>
                        <a:rPr sz="1200" spc="-30" dirty="0">
                          <a:latin typeface="Times New Roman"/>
                          <a:cs typeface="Times New Roman"/>
                        </a:rPr>
                        <a:t>20</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
        <p:nvSpPr>
          <p:cNvPr id="16" name="object 16"/>
          <p:cNvSpPr/>
          <p:nvPr/>
        </p:nvSpPr>
        <p:spPr>
          <a:xfrm>
            <a:off x="584454" y="486918"/>
            <a:ext cx="6477000" cy="9921240"/>
          </a:xfrm>
          <a:custGeom>
            <a:avLst/>
            <a:gdLst/>
            <a:ahLst/>
            <a:cxnLst/>
            <a:rect l="l" t="t" r="r" b="b"/>
            <a:pathLst>
              <a:path w="6477000" h="9921240">
                <a:moveTo>
                  <a:pt x="0" y="9921240"/>
                </a:moveTo>
                <a:lnTo>
                  <a:pt x="6477000" y="9921240"/>
                </a:lnTo>
                <a:lnTo>
                  <a:pt x="6477000" y="0"/>
                </a:lnTo>
                <a:lnTo>
                  <a:pt x="0" y="0"/>
                </a:lnTo>
                <a:lnTo>
                  <a:pt x="0" y="9921240"/>
                </a:lnTo>
                <a:close/>
              </a:path>
            </a:pathLst>
          </a:custGeom>
          <a:ln w="25400">
            <a:solidFill>
              <a:srgbClr val="1C334E"/>
            </a:solidFill>
          </a:ln>
        </p:spPr>
        <p:txBody>
          <a:bodyPr wrap="square" lIns="0" tIns="0" rIns="0" bIns="0" rtlCol="0"/>
          <a:lstStyle/>
          <a:p>
            <a:endParaRPr/>
          </a:p>
        </p:txBody>
      </p:sp>
      <p:sp>
        <p:nvSpPr>
          <p:cNvPr id="17" name="object 1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35</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1341247"/>
            <a:ext cx="2107565" cy="73914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M</a:t>
            </a:r>
            <a:r>
              <a:rPr sz="1200" b="1" dirty="0">
                <a:latin typeface="Times New Roman"/>
                <a:cs typeface="Times New Roman"/>
              </a:rPr>
              <a:t>E</a:t>
            </a:r>
            <a:r>
              <a:rPr sz="1200" b="1" spc="-5" dirty="0">
                <a:latin typeface="Times New Roman"/>
                <a:cs typeface="Times New Roman"/>
              </a:rPr>
              <a:t>DI</a:t>
            </a:r>
            <a:r>
              <a:rPr sz="1200" b="1" spc="-10" dirty="0">
                <a:latin typeface="Times New Roman"/>
                <a:cs typeface="Times New Roman"/>
              </a:rPr>
              <a:t>C</a:t>
            </a:r>
            <a:r>
              <a:rPr sz="1200" b="1" spc="-5" dirty="0">
                <a:latin typeface="Times New Roman"/>
                <a:cs typeface="Times New Roman"/>
              </a:rPr>
              <a:t>INES</a:t>
            </a:r>
            <a:r>
              <a:rPr sz="1200" b="1" spc="-90" dirty="0">
                <a:latin typeface="Times New Roman"/>
                <a:cs typeface="Times New Roman"/>
              </a:rPr>
              <a:t> </a:t>
            </a:r>
            <a:r>
              <a:rPr sz="1200" b="1" spc="-25" dirty="0">
                <a:latin typeface="Times New Roman"/>
                <a:cs typeface="Times New Roman"/>
              </a:rPr>
              <a:t>T</a:t>
            </a:r>
            <a:r>
              <a:rPr sz="1200" b="1" spc="-35" dirty="0">
                <a:latin typeface="Times New Roman"/>
                <a:cs typeface="Times New Roman"/>
              </a:rPr>
              <a:t>A</a:t>
            </a:r>
            <a:r>
              <a:rPr sz="1200" b="1" spc="-25" dirty="0">
                <a:latin typeface="Times New Roman"/>
                <a:cs typeface="Times New Roman"/>
              </a:rPr>
              <a:t>BL</a:t>
            </a:r>
            <a:r>
              <a:rPr sz="1200" b="1" dirty="0">
                <a:latin typeface="Times New Roman"/>
                <a:cs typeface="Times New Roman"/>
              </a:rPr>
              <a:t>E</a:t>
            </a:r>
            <a:endParaRPr sz="1200">
              <a:latin typeface="Times New Roman"/>
              <a:cs typeface="Times New Roman"/>
            </a:endParaRPr>
          </a:p>
          <a:p>
            <a:pPr>
              <a:lnSpc>
                <a:spcPct val="100000"/>
              </a:lnSpc>
            </a:pPr>
            <a:endParaRPr sz="1300">
              <a:latin typeface="Times New Roman"/>
              <a:cs typeface="Times New Roman"/>
            </a:endParaRPr>
          </a:p>
          <a:p>
            <a:pPr>
              <a:lnSpc>
                <a:spcPct val="100000"/>
              </a:lnSpc>
              <a:spcBef>
                <a:spcPts val="30"/>
              </a:spcBef>
            </a:pPr>
            <a:endParaRPr sz="1050">
              <a:latin typeface="Times New Roman"/>
              <a:cs typeface="Times New Roman"/>
            </a:endParaRPr>
          </a:p>
          <a:p>
            <a:pPr marL="12700">
              <a:lnSpc>
                <a:spcPct val="100000"/>
              </a:lnSpc>
              <a:tabLst>
                <a:tab pos="1170940" algn="l"/>
              </a:tabLst>
            </a:pPr>
            <a:r>
              <a:rPr sz="1200" spc="-25" dirty="0">
                <a:latin typeface="Times New Roman"/>
                <a:cs typeface="Times New Roman"/>
              </a:rPr>
              <a:t>Table</a:t>
            </a:r>
            <a:r>
              <a:rPr sz="1200" spc="-5" dirty="0">
                <a:latin typeface="Times New Roman"/>
                <a:cs typeface="Times New Roman"/>
              </a:rPr>
              <a:t> </a:t>
            </a:r>
            <a:r>
              <a:rPr sz="1200" spc="-25" dirty="0">
                <a:latin typeface="Times New Roman"/>
                <a:cs typeface="Times New Roman"/>
              </a:rPr>
              <a:t>Name	</a:t>
            </a:r>
            <a:r>
              <a:rPr sz="1200" b="1" dirty="0">
                <a:latin typeface="Times New Roman"/>
                <a:cs typeface="Times New Roman"/>
              </a:rPr>
              <a:t>:</a:t>
            </a:r>
            <a:r>
              <a:rPr sz="1200" b="1" spc="-70" dirty="0">
                <a:latin typeface="Times New Roman"/>
                <a:cs typeface="Times New Roman"/>
              </a:rPr>
              <a:t> </a:t>
            </a:r>
            <a:r>
              <a:rPr sz="1200" spc="-15" dirty="0">
                <a:latin typeface="Times New Roman"/>
                <a:cs typeface="Times New Roman"/>
              </a:rPr>
              <a:t>medicines_tbl</a:t>
            </a:r>
            <a:endParaRPr sz="1200">
              <a:latin typeface="Times New Roman"/>
              <a:cs typeface="Times New Roman"/>
            </a:endParaRPr>
          </a:p>
        </p:txBody>
      </p:sp>
      <p:sp>
        <p:nvSpPr>
          <p:cNvPr id="6" name="object 6"/>
          <p:cNvSpPr txBox="1"/>
          <p:nvPr/>
        </p:nvSpPr>
        <p:spPr>
          <a:xfrm>
            <a:off x="876909" y="2110867"/>
            <a:ext cx="2938780" cy="208279"/>
          </a:xfrm>
          <a:prstGeom prst="rect">
            <a:avLst/>
          </a:prstGeom>
        </p:spPr>
        <p:txBody>
          <a:bodyPr vert="horz" wrap="square" lIns="0" tIns="12700" rIns="0" bIns="0" rtlCol="0">
            <a:spAutoFit/>
          </a:bodyPr>
          <a:lstStyle/>
          <a:p>
            <a:pPr marL="38100">
              <a:lnSpc>
                <a:spcPct val="100000"/>
              </a:lnSpc>
              <a:spcBef>
                <a:spcPts val="100"/>
              </a:spcBef>
            </a:pPr>
            <a:r>
              <a:rPr sz="1800" spc="-37" baseline="-27777" dirty="0">
                <a:latin typeface="Times New Roman"/>
                <a:cs typeface="Times New Roman"/>
              </a:rPr>
              <a:t>Table</a:t>
            </a:r>
            <a:r>
              <a:rPr sz="1800" spc="-15" baseline="-27777" dirty="0">
                <a:latin typeface="Times New Roman"/>
                <a:cs typeface="Times New Roman"/>
              </a:rPr>
              <a:t> </a:t>
            </a:r>
            <a:r>
              <a:rPr sz="1800" spc="-7" baseline="-27777" dirty="0">
                <a:latin typeface="Times New Roman"/>
                <a:cs typeface="Times New Roman"/>
              </a:rPr>
              <a:t>Description</a:t>
            </a:r>
            <a:r>
              <a:rPr sz="1800" spc="359" baseline="-27777"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table</a:t>
            </a:r>
            <a:r>
              <a:rPr sz="1200" spc="-5" dirty="0">
                <a:latin typeface="Times New Roman"/>
                <a:cs typeface="Times New Roman"/>
              </a:rPr>
              <a:t> stores</a:t>
            </a:r>
            <a:r>
              <a:rPr sz="1200" spc="-15" dirty="0">
                <a:latin typeface="Times New Roman"/>
                <a:cs typeface="Times New Roman"/>
              </a:rPr>
              <a:t> medicines</a:t>
            </a:r>
            <a:endParaRPr sz="1200">
              <a:latin typeface="Times New Roman"/>
              <a:cs typeface="Times New Roman"/>
            </a:endParaRPr>
          </a:p>
        </p:txBody>
      </p:sp>
      <p:sp>
        <p:nvSpPr>
          <p:cNvPr id="7" name="object 7"/>
          <p:cNvSpPr txBox="1"/>
          <p:nvPr/>
        </p:nvSpPr>
        <p:spPr>
          <a:xfrm>
            <a:off x="2060194" y="2213074"/>
            <a:ext cx="414020" cy="839469"/>
          </a:xfrm>
          <a:prstGeom prst="rect">
            <a:avLst/>
          </a:prstGeom>
        </p:spPr>
        <p:txBody>
          <a:bodyPr vert="horz" wrap="square" lIns="0" tIns="100330" rIns="0" bIns="0" rtlCol="0">
            <a:spAutoFit/>
          </a:bodyPr>
          <a:lstStyle/>
          <a:p>
            <a:pPr marL="12700">
              <a:lnSpc>
                <a:spcPct val="100000"/>
              </a:lnSpc>
              <a:spcBef>
                <a:spcPts val="790"/>
              </a:spcBef>
            </a:pPr>
            <a:r>
              <a:rPr sz="1200" spc="-15" dirty="0">
                <a:latin typeface="Times New Roman"/>
                <a:cs typeface="Times New Roman"/>
              </a:rPr>
              <a:t>d</a:t>
            </a:r>
            <a:r>
              <a:rPr sz="1200" spc="-20" dirty="0">
                <a:latin typeface="Times New Roman"/>
                <a:cs typeface="Times New Roman"/>
              </a:rPr>
              <a:t>e</a:t>
            </a:r>
            <a:r>
              <a:rPr sz="1200" spc="-10" dirty="0">
                <a:latin typeface="Times New Roman"/>
                <a:cs typeface="Times New Roman"/>
              </a:rPr>
              <a:t>t</a:t>
            </a:r>
            <a:r>
              <a:rPr sz="1200" spc="-20" dirty="0">
                <a:latin typeface="Times New Roman"/>
                <a:cs typeface="Times New Roman"/>
              </a:rPr>
              <a:t>a</a:t>
            </a:r>
            <a:r>
              <a:rPr sz="1200" spc="-10" dirty="0">
                <a:latin typeface="Times New Roman"/>
                <a:cs typeface="Times New Roman"/>
              </a:rPr>
              <a:t>il</a:t>
            </a:r>
            <a:r>
              <a:rPr sz="1200" spc="-5" dirty="0">
                <a:latin typeface="Times New Roman"/>
                <a:cs typeface="Times New Roman"/>
              </a:rPr>
              <a:t>s</a:t>
            </a:r>
            <a:endParaRPr sz="1200">
              <a:latin typeface="Times New Roman"/>
              <a:cs typeface="Times New Roman"/>
            </a:endParaRPr>
          </a:p>
          <a:p>
            <a:pPr marL="12700">
              <a:lnSpc>
                <a:spcPct val="100000"/>
              </a:lnSpc>
              <a:spcBef>
                <a:spcPts val="695"/>
              </a:spcBef>
            </a:pPr>
            <a:r>
              <a:rPr sz="1200" dirty="0">
                <a:latin typeface="Times New Roman"/>
                <a:cs typeface="Times New Roman"/>
              </a:rPr>
              <a:t>:</a:t>
            </a:r>
            <a:r>
              <a:rPr sz="1200" spc="-45" dirty="0">
                <a:latin typeface="Times New Roman"/>
                <a:cs typeface="Times New Roman"/>
              </a:rPr>
              <a:t> </a:t>
            </a:r>
            <a:r>
              <a:rPr sz="1200" spc="-25" dirty="0">
                <a:latin typeface="Times New Roman"/>
                <a:cs typeface="Times New Roman"/>
              </a:rPr>
              <a:t>id</a:t>
            </a:r>
            <a:endParaRPr sz="1200">
              <a:latin typeface="Times New Roman"/>
              <a:cs typeface="Times New Roman"/>
            </a:endParaRPr>
          </a:p>
          <a:p>
            <a:pPr marL="12700">
              <a:lnSpc>
                <a:spcPct val="100000"/>
              </a:lnSpc>
              <a:spcBef>
                <a:spcPts val="700"/>
              </a:spcBef>
            </a:pPr>
            <a:r>
              <a:rPr sz="1200" dirty="0">
                <a:latin typeface="Times New Roman"/>
                <a:cs typeface="Times New Roman"/>
              </a:rPr>
              <a:t>:</a:t>
            </a:r>
            <a:endParaRPr sz="1200">
              <a:latin typeface="Times New Roman"/>
              <a:cs typeface="Times New Roman"/>
            </a:endParaRPr>
          </a:p>
        </p:txBody>
      </p:sp>
      <p:sp>
        <p:nvSpPr>
          <p:cNvPr id="8" name="object 8"/>
          <p:cNvSpPr txBox="1"/>
          <p:nvPr/>
        </p:nvSpPr>
        <p:spPr>
          <a:xfrm>
            <a:off x="901700" y="2577210"/>
            <a:ext cx="79819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Primary</a:t>
            </a:r>
            <a:r>
              <a:rPr sz="1200" spc="-70"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9" name="object 9"/>
          <p:cNvSpPr txBox="1"/>
          <p:nvPr/>
        </p:nvSpPr>
        <p:spPr>
          <a:xfrm>
            <a:off x="901700" y="3044190"/>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0" name="object 10"/>
          <p:cNvSpPr txBox="1"/>
          <p:nvPr/>
        </p:nvSpPr>
        <p:spPr>
          <a:xfrm>
            <a:off x="2744851" y="2854579"/>
            <a:ext cx="133413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pharma_id(references</a:t>
            </a:r>
            <a:endParaRPr sz="1200">
              <a:latin typeface="Times New Roman"/>
              <a:cs typeface="Times New Roman"/>
            </a:endParaRPr>
          </a:p>
        </p:txBody>
      </p:sp>
      <p:sp>
        <p:nvSpPr>
          <p:cNvPr id="11" name="object 11"/>
          <p:cNvSpPr txBox="1"/>
          <p:nvPr/>
        </p:nvSpPr>
        <p:spPr>
          <a:xfrm>
            <a:off x="2060194" y="3044190"/>
            <a:ext cx="108839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pharmacies</a:t>
            </a:r>
            <a:r>
              <a:rPr sz="1200" spc="-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graphicFrame>
        <p:nvGraphicFramePr>
          <p:cNvPr id="12" name="object 12"/>
          <p:cNvGraphicFramePr>
            <a:graphicFrameLocks noGrp="1"/>
          </p:cNvGraphicFramePr>
          <p:nvPr/>
        </p:nvGraphicFramePr>
        <p:xfrm>
          <a:off x="908050" y="3322320"/>
          <a:ext cx="4317999" cy="5274306"/>
        </p:xfrm>
        <a:graphic>
          <a:graphicData uri="http://schemas.openxmlformats.org/drawingml/2006/table">
            <a:tbl>
              <a:tblPr firstRow="1" bandRow="1">
                <a:tableStyleId>{2D5ABB26-0587-4C30-8999-92F81FD0307C}</a:tableStyleId>
              </a:tblPr>
              <a:tblGrid>
                <a:gridCol w="662940">
                  <a:extLst>
                    <a:ext uri="{9D8B030D-6E8A-4147-A177-3AD203B41FA5}">
                      <a16:colId xmlns:a16="http://schemas.microsoft.com/office/drawing/2014/main" val="20000"/>
                    </a:ext>
                  </a:extLst>
                </a:gridCol>
                <a:gridCol w="980440">
                  <a:extLst>
                    <a:ext uri="{9D8B030D-6E8A-4147-A177-3AD203B41FA5}">
                      <a16:colId xmlns:a16="http://schemas.microsoft.com/office/drawing/2014/main" val="20001"/>
                    </a:ext>
                  </a:extLst>
                </a:gridCol>
                <a:gridCol w="856615">
                  <a:extLst>
                    <a:ext uri="{9D8B030D-6E8A-4147-A177-3AD203B41FA5}">
                      <a16:colId xmlns:a16="http://schemas.microsoft.com/office/drawing/2014/main" val="20002"/>
                    </a:ext>
                  </a:extLst>
                </a:gridCol>
                <a:gridCol w="1071879">
                  <a:extLst>
                    <a:ext uri="{9D8B030D-6E8A-4147-A177-3AD203B41FA5}">
                      <a16:colId xmlns:a16="http://schemas.microsoft.com/office/drawing/2014/main" val="20003"/>
                    </a:ext>
                  </a:extLst>
                </a:gridCol>
                <a:gridCol w="746125">
                  <a:extLst>
                    <a:ext uri="{9D8B030D-6E8A-4147-A177-3AD203B41FA5}">
                      <a16:colId xmlns:a16="http://schemas.microsoft.com/office/drawing/2014/main" val="20004"/>
                    </a:ext>
                  </a:extLst>
                </a:gridCol>
              </a:tblGrid>
              <a:tr h="443229">
                <a:tc>
                  <a:txBody>
                    <a:bodyPr/>
                    <a:lstStyle/>
                    <a:p>
                      <a:pPr marL="69850">
                        <a:lnSpc>
                          <a:spcPct val="100000"/>
                        </a:lnSpc>
                        <a:spcBef>
                          <a:spcPts val="325"/>
                        </a:spcBef>
                      </a:pPr>
                      <a:r>
                        <a:rPr sz="1200" b="1" spc="-15" dirty="0">
                          <a:latin typeface="Times New Roman"/>
                          <a:cs typeface="Times New Roman"/>
                        </a:rPr>
                        <a:t>Sl.No</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25"/>
                        </a:spcBef>
                      </a:pPr>
                      <a:r>
                        <a:rPr sz="1200" b="1" spc="-5" dirty="0">
                          <a:latin typeface="Times New Roman"/>
                          <a:cs typeface="Times New Roman"/>
                        </a:rPr>
                        <a:t>Field</a:t>
                      </a:r>
                      <a:r>
                        <a:rPr sz="1200" b="1" spc="-35"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25"/>
                        </a:spcBef>
                      </a:pPr>
                      <a:r>
                        <a:rPr sz="1200" b="1" spc="-5" dirty="0">
                          <a:latin typeface="Times New Roman"/>
                          <a:cs typeface="Times New Roman"/>
                        </a:rPr>
                        <a:t>Field</a:t>
                      </a:r>
                      <a:r>
                        <a:rPr sz="1200" b="1" spc="-55"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255904">
                        <a:lnSpc>
                          <a:spcPct val="100000"/>
                        </a:lnSpc>
                        <a:spcBef>
                          <a:spcPts val="325"/>
                        </a:spcBef>
                      </a:pPr>
                      <a:r>
                        <a:rPr sz="1200" b="1" spc="-15" dirty="0">
                          <a:latin typeface="Times New Roman"/>
                          <a:cs typeface="Times New Roman"/>
                        </a:rPr>
                        <a:t>Field </a:t>
                      </a:r>
                      <a:r>
                        <a:rPr sz="1200" b="1" spc="-10" dirty="0">
                          <a:latin typeface="Times New Roman"/>
                          <a:cs typeface="Times New Roman"/>
                        </a:rPr>
                        <a:t> </a:t>
                      </a:r>
                      <a:r>
                        <a:rPr sz="1200" b="1" spc="-15" dirty="0">
                          <a:latin typeface="Times New Roman"/>
                          <a:cs typeface="Times New Roman"/>
                        </a:rPr>
                        <a:t>D</a:t>
                      </a:r>
                      <a:r>
                        <a:rPr sz="1200" b="1" spc="-20" dirty="0">
                          <a:latin typeface="Times New Roman"/>
                          <a:cs typeface="Times New Roman"/>
                        </a:rPr>
                        <a:t>e</a:t>
                      </a:r>
                      <a:r>
                        <a:rPr sz="1200" b="1" spc="-15" dirty="0">
                          <a:latin typeface="Times New Roman"/>
                          <a:cs typeface="Times New Roman"/>
                        </a:rPr>
                        <a:t>s</a:t>
                      </a:r>
                      <a:r>
                        <a:rPr sz="1200" b="1" spc="-20" dirty="0">
                          <a:latin typeface="Times New Roman"/>
                          <a:cs typeface="Times New Roman"/>
                        </a:rPr>
                        <a:t>cr</a:t>
                      </a:r>
                      <a:r>
                        <a:rPr sz="1200" b="1" spc="-10" dirty="0">
                          <a:latin typeface="Times New Roman"/>
                          <a:cs typeface="Times New Roman"/>
                        </a:rPr>
                        <a:t>ip</a:t>
                      </a:r>
                      <a:r>
                        <a:rPr sz="1200" b="1" spc="-20" dirty="0">
                          <a:latin typeface="Times New Roman"/>
                          <a:cs typeface="Times New Roman"/>
                        </a:rPr>
                        <a:t>t</a:t>
                      </a:r>
                      <a:r>
                        <a:rPr sz="1200" b="1" spc="-10" dirty="0">
                          <a:latin typeface="Times New Roman"/>
                          <a:cs typeface="Times New Roman"/>
                        </a:rPr>
                        <a:t>i</a:t>
                      </a:r>
                      <a:r>
                        <a:rPr sz="1200" b="1" spc="-15" dirty="0">
                          <a:latin typeface="Times New Roman"/>
                          <a:cs typeface="Times New Roman"/>
                        </a:rPr>
                        <a:t>o</a:t>
                      </a:r>
                      <a:r>
                        <a:rPr sz="1200" b="1" dirty="0">
                          <a:latin typeface="Times New Roman"/>
                          <a:cs typeface="Times New Roman"/>
                        </a:rPr>
                        <a:t>n</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marR="355600">
                        <a:lnSpc>
                          <a:spcPct val="102499"/>
                        </a:lnSpc>
                        <a:spcBef>
                          <a:spcPts val="195"/>
                        </a:spcBef>
                      </a:pPr>
                      <a:r>
                        <a:rPr sz="1200" b="1" spc="-40" dirty="0">
                          <a:latin typeface="Times New Roman"/>
                          <a:cs typeface="Times New Roman"/>
                        </a:rPr>
                        <a:t>F</a:t>
                      </a:r>
                      <a:r>
                        <a:rPr sz="1200" b="1" spc="-25" dirty="0">
                          <a:latin typeface="Times New Roman"/>
                          <a:cs typeface="Times New Roman"/>
                        </a:rPr>
                        <a:t>i</a:t>
                      </a:r>
                      <a:r>
                        <a:rPr sz="1200" b="1" spc="-30" dirty="0">
                          <a:latin typeface="Times New Roman"/>
                          <a:cs typeface="Times New Roman"/>
                        </a:rPr>
                        <a:t>e</a:t>
                      </a:r>
                      <a:r>
                        <a:rPr sz="1200" b="1" spc="-25" dirty="0">
                          <a:latin typeface="Times New Roman"/>
                          <a:cs typeface="Times New Roman"/>
                        </a:rPr>
                        <a:t>l</a:t>
                      </a:r>
                      <a:r>
                        <a:rPr sz="1200" b="1" dirty="0">
                          <a:latin typeface="Times New Roman"/>
                          <a:cs typeface="Times New Roman"/>
                        </a:rPr>
                        <a:t>d  </a:t>
                      </a:r>
                      <a:r>
                        <a:rPr sz="1200" b="1" spc="-20" dirty="0">
                          <a:latin typeface="Times New Roman"/>
                          <a:cs typeface="Times New Roman"/>
                        </a:rPr>
                        <a:t>Size</a:t>
                      </a:r>
                      <a:endParaRPr sz="12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13079">
                <a:tc>
                  <a:txBody>
                    <a:bodyPr/>
                    <a:lstStyle/>
                    <a:p>
                      <a:pPr marL="69850">
                        <a:lnSpc>
                          <a:spcPct val="100000"/>
                        </a:lnSpc>
                        <a:spcBef>
                          <a:spcPts val="330"/>
                        </a:spcBef>
                      </a:pPr>
                      <a:r>
                        <a:rPr sz="1200" dirty="0">
                          <a:latin typeface="Times New Roman"/>
                          <a:cs typeface="Times New Roman"/>
                        </a:rPr>
                        <a:t>1</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5" dirty="0">
                          <a:latin typeface="Times New Roman"/>
                          <a:cs typeface="Times New Roman"/>
                        </a:rPr>
                        <a:t>Medicine</a:t>
                      </a:r>
                      <a:r>
                        <a:rPr sz="1200" spc="-7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dirty="0">
                          <a:latin typeface="Times New Roman"/>
                          <a:cs typeface="Times New Roman"/>
                        </a:rPr>
                        <a:t>3</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00075">
                <a:tc>
                  <a:txBody>
                    <a:bodyPr/>
                    <a:lstStyle/>
                    <a:p>
                      <a:pPr marL="69850">
                        <a:lnSpc>
                          <a:spcPct val="100000"/>
                        </a:lnSpc>
                        <a:spcBef>
                          <a:spcPts val="330"/>
                        </a:spcBef>
                      </a:pPr>
                      <a:r>
                        <a:rPr sz="1200" dirty="0">
                          <a:latin typeface="Times New Roman"/>
                          <a:cs typeface="Times New Roman"/>
                        </a:rPr>
                        <a:t>2</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15" dirty="0">
                          <a:latin typeface="Times New Roman"/>
                          <a:cs typeface="Times New Roman"/>
                        </a:rPr>
                        <a:t>pharma_id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31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5" dirty="0">
                          <a:latin typeface="Times New Roman"/>
                          <a:cs typeface="Times New Roman"/>
                        </a:rPr>
                        <a:t>Pharmacy</a:t>
                      </a:r>
                      <a:r>
                        <a:rPr sz="1200" spc="-7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dirty="0">
                          <a:latin typeface="Times New Roman"/>
                          <a:cs typeface="Times New Roman"/>
                        </a:rPr>
                        <a:t>3</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06425">
                <a:tc>
                  <a:txBody>
                    <a:bodyPr/>
                    <a:lstStyle/>
                    <a:p>
                      <a:pPr marL="69850">
                        <a:lnSpc>
                          <a:spcPct val="100000"/>
                        </a:lnSpc>
                        <a:spcBef>
                          <a:spcPts val="330"/>
                        </a:spcBef>
                      </a:pPr>
                      <a:r>
                        <a:rPr sz="1200" dirty="0">
                          <a:latin typeface="Times New Roman"/>
                          <a:cs typeface="Times New Roman"/>
                        </a:rPr>
                        <a:t>3</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15" dirty="0">
                          <a:latin typeface="Times New Roman"/>
                          <a:cs typeface="Times New Roman"/>
                        </a:rPr>
                        <a:t>product_code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5" dirty="0">
                          <a:latin typeface="Times New Roman"/>
                          <a:cs typeface="Times New Roman"/>
                        </a:rPr>
                        <a:t>Medicine</a:t>
                      </a:r>
                      <a:r>
                        <a:rPr sz="1200" spc="-70" dirty="0">
                          <a:latin typeface="Times New Roman"/>
                          <a:cs typeface="Times New Roman"/>
                        </a:rPr>
                        <a:t> </a:t>
                      </a:r>
                      <a:r>
                        <a:rPr sz="1200" spc="-20" dirty="0">
                          <a:latin typeface="Times New Roman"/>
                          <a:cs typeface="Times New Roman"/>
                        </a:rPr>
                        <a:t>code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5" dirty="0">
                          <a:latin typeface="Times New Roman"/>
                          <a:cs typeface="Times New Roman"/>
                        </a:rPr>
                        <a:t>50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12139">
                <a:tc>
                  <a:txBody>
                    <a:bodyPr/>
                    <a:lstStyle/>
                    <a:p>
                      <a:pPr marL="69850">
                        <a:lnSpc>
                          <a:spcPct val="100000"/>
                        </a:lnSpc>
                        <a:spcBef>
                          <a:spcPts val="340"/>
                        </a:spcBef>
                      </a:pPr>
                      <a:r>
                        <a:rPr sz="1200" dirty="0">
                          <a:latin typeface="Times New Roman"/>
                          <a:cs typeface="Times New Roman"/>
                        </a:rPr>
                        <a:t>4</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40"/>
                        </a:spcBef>
                      </a:pPr>
                      <a:r>
                        <a:rPr sz="1200" spc="-20"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428625">
                        <a:lnSpc>
                          <a:spcPct val="102499"/>
                        </a:lnSpc>
                        <a:spcBef>
                          <a:spcPts val="210"/>
                        </a:spcBef>
                      </a:pPr>
                      <a:r>
                        <a:rPr sz="1200" spc="-15" dirty="0">
                          <a:latin typeface="Times New Roman"/>
                          <a:cs typeface="Times New Roman"/>
                        </a:rPr>
                        <a:t>M</a:t>
                      </a:r>
                      <a:r>
                        <a:rPr sz="1200" spc="-20" dirty="0">
                          <a:latin typeface="Times New Roman"/>
                          <a:cs typeface="Times New Roman"/>
                        </a:rPr>
                        <a:t>e</a:t>
                      </a:r>
                      <a:r>
                        <a:rPr sz="1200" spc="-15" dirty="0">
                          <a:latin typeface="Times New Roman"/>
                          <a:cs typeface="Times New Roman"/>
                        </a:rPr>
                        <a:t>d</a:t>
                      </a:r>
                      <a:r>
                        <a:rPr sz="1200" spc="-10" dirty="0">
                          <a:latin typeface="Times New Roman"/>
                          <a:cs typeface="Times New Roman"/>
                        </a:rPr>
                        <a:t>i</a:t>
                      </a:r>
                      <a:r>
                        <a:rPr sz="1200" spc="-20" dirty="0">
                          <a:latin typeface="Times New Roman"/>
                          <a:cs typeface="Times New Roman"/>
                        </a:rPr>
                        <a:t>c</a:t>
                      </a:r>
                      <a:r>
                        <a:rPr sz="1200" spc="-10" dirty="0">
                          <a:latin typeface="Times New Roman"/>
                          <a:cs typeface="Times New Roman"/>
                        </a:rPr>
                        <a:t>i</a:t>
                      </a:r>
                      <a:r>
                        <a:rPr sz="1200" spc="-15" dirty="0">
                          <a:latin typeface="Times New Roman"/>
                          <a:cs typeface="Times New Roman"/>
                        </a:rPr>
                        <a:t>n</a:t>
                      </a:r>
                      <a:r>
                        <a:rPr sz="1200" dirty="0">
                          <a:latin typeface="Times New Roman"/>
                          <a:cs typeface="Times New Roman"/>
                        </a:rPr>
                        <a:t>e  </a:t>
                      </a:r>
                      <a:r>
                        <a:rPr sz="1200" spc="-20" dirty="0">
                          <a:latin typeface="Times New Roman"/>
                          <a:cs typeface="Times New Roman"/>
                        </a:rPr>
                        <a:t>name</a:t>
                      </a:r>
                      <a:endParaRPr sz="1200">
                        <a:latin typeface="Times New Roman"/>
                        <a:cs typeface="Times New Roman"/>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25" dirty="0">
                          <a:latin typeface="Times New Roman"/>
                          <a:cs typeface="Times New Roman"/>
                        </a:rPr>
                        <a:t>50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619760">
                <a:tc>
                  <a:txBody>
                    <a:bodyPr/>
                    <a:lstStyle/>
                    <a:p>
                      <a:pPr marL="69850">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40"/>
                        </a:spcBef>
                      </a:pPr>
                      <a:r>
                        <a:rPr sz="1200" spc="-15" dirty="0">
                          <a:latin typeface="Times New Roman"/>
                          <a:cs typeface="Times New Roman"/>
                        </a:rPr>
                        <a:t>price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31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5" dirty="0">
                          <a:latin typeface="Times New Roman"/>
                          <a:cs typeface="Times New Roman"/>
                        </a:rPr>
                        <a:t>Medicine</a:t>
                      </a:r>
                      <a:r>
                        <a:rPr sz="1200" spc="-65" dirty="0">
                          <a:latin typeface="Times New Roman"/>
                          <a:cs typeface="Times New Roman"/>
                        </a:rPr>
                        <a:t> </a:t>
                      </a:r>
                      <a:r>
                        <a:rPr sz="1200" spc="-25" dirty="0">
                          <a:latin typeface="Times New Roman"/>
                          <a:cs typeface="Times New Roman"/>
                        </a:rPr>
                        <a:t>price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30" dirty="0">
                          <a:latin typeface="Times New Roman"/>
                          <a:cs typeface="Times New Roman"/>
                        </a:rPr>
                        <a:t>50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626110">
                <a:tc>
                  <a:txBody>
                    <a:bodyPr/>
                    <a:lstStyle/>
                    <a:p>
                      <a:pPr marL="69850">
                        <a:lnSpc>
                          <a:spcPct val="100000"/>
                        </a:lnSpc>
                        <a:spcBef>
                          <a:spcPts val="330"/>
                        </a:spcBef>
                      </a:pPr>
                      <a:r>
                        <a:rPr sz="1200" dirty="0">
                          <a:latin typeface="Times New Roman"/>
                          <a:cs typeface="Times New Roman"/>
                        </a:rPr>
                        <a:t>6</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15" dirty="0">
                          <a:latin typeface="Times New Roman"/>
                          <a:cs typeface="Times New Roman"/>
                        </a:rPr>
                        <a:t>current_stock</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1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455930">
                        <a:lnSpc>
                          <a:spcPct val="102499"/>
                        </a:lnSpc>
                        <a:spcBef>
                          <a:spcPts val="195"/>
                        </a:spcBef>
                      </a:pPr>
                      <a:r>
                        <a:rPr sz="1200" spc="-15" dirty="0">
                          <a:latin typeface="Times New Roman"/>
                          <a:cs typeface="Times New Roman"/>
                        </a:rPr>
                        <a:t>Stock </a:t>
                      </a:r>
                      <a:r>
                        <a:rPr sz="1200" spc="-10" dirty="0">
                          <a:latin typeface="Times New Roman"/>
                          <a:cs typeface="Times New Roman"/>
                        </a:rPr>
                        <a:t> </a:t>
                      </a:r>
                      <a:r>
                        <a:rPr sz="1200" spc="-20" dirty="0">
                          <a:latin typeface="Times New Roman"/>
                          <a:cs typeface="Times New Roman"/>
                        </a:rPr>
                        <a:t>a</a:t>
                      </a:r>
                      <a:r>
                        <a:rPr sz="1200" spc="-15" dirty="0">
                          <a:latin typeface="Times New Roman"/>
                          <a:cs typeface="Times New Roman"/>
                        </a:rPr>
                        <a:t>v</a:t>
                      </a:r>
                      <a:r>
                        <a:rPr sz="1200" spc="-20" dirty="0">
                          <a:latin typeface="Times New Roman"/>
                          <a:cs typeface="Times New Roman"/>
                        </a:rPr>
                        <a:t>a</a:t>
                      </a:r>
                      <a:r>
                        <a:rPr sz="1200" spc="-10" dirty="0">
                          <a:latin typeface="Times New Roman"/>
                          <a:cs typeface="Times New Roman"/>
                        </a:rPr>
                        <a:t>il</a:t>
                      </a:r>
                      <a:r>
                        <a:rPr sz="1200" spc="-20" dirty="0">
                          <a:latin typeface="Times New Roman"/>
                          <a:cs typeface="Times New Roman"/>
                        </a:rPr>
                        <a:t>a</a:t>
                      </a:r>
                      <a:r>
                        <a:rPr sz="1200" spc="-15" dirty="0">
                          <a:latin typeface="Times New Roman"/>
                          <a:cs typeface="Times New Roman"/>
                        </a:rPr>
                        <a:t>b</a:t>
                      </a:r>
                      <a:r>
                        <a:rPr sz="1200" spc="-10" dirty="0">
                          <a:latin typeface="Times New Roman"/>
                          <a:cs typeface="Times New Roman"/>
                        </a:rPr>
                        <a:t>l</a:t>
                      </a:r>
                      <a:r>
                        <a:rPr sz="1200" dirty="0">
                          <a:latin typeface="Times New Roman"/>
                          <a:cs typeface="Times New Roman"/>
                        </a:rPr>
                        <a:t>e</a:t>
                      </a:r>
                      <a:endParaRPr sz="12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5" dirty="0">
                          <a:latin typeface="Times New Roman"/>
                          <a:cs typeface="Times New Roman"/>
                        </a:rPr>
                        <a:t>50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629284">
                <a:tc>
                  <a:txBody>
                    <a:bodyPr/>
                    <a:lstStyle/>
                    <a:p>
                      <a:pPr marL="69850">
                        <a:lnSpc>
                          <a:spcPct val="100000"/>
                        </a:lnSpc>
                        <a:spcBef>
                          <a:spcPts val="330"/>
                        </a:spcBef>
                      </a:pPr>
                      <a:r>
                        <a:rPr sz="1200" dirty="0">
                          <a:latin typeface="Times New Roman"/>
                          <a:cs typeface="Times New Roman"/>
                        </a:rPr>
                        <a:t>7</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15" dirty="0">
                          <a:latin typeface="Times New Roman"/>
                          <a:cs typeface="Times New Roman"/>
                        </a:rPr>
                        <a:t>description</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310" marR="300990">
                        <a:lnSpc>
                          <a:spcPct val="102899"/>
                        </a:lnSpc>
                        <a:spcBef>
                          <a:spcPts val="200"/>
                        </a:spcBef>
                      </a:pPr>
                      <a:r>
                        <a:rPr sz="1200" spc="-15" dirty="0">
                          <a:latin typeface="Times New Roman"/>
                          <a:cs typeface="Times New Roman"/>
                        </a:rPr>
                        <a:t>D</a:t>
                      </a:r>
                      <a:r>
                        <a:rPr sz="1200" spc="-20" dirty="0">
                          <a:latin typeface="Times New Roman"/>
                          <a:cs typeface="Times New Roman"/>
                        </a:rPr>
                        <a:t>e</a:t>
                      </a:r>
                      <a:r>
                        <a:rPr sz="1200" spc="-15" dirty="0">
                          <a:latin typeface="Times New Roman"/>
                          <a:cs typeface="Times New Roman"/>
                        </a:rPr>
                        <a:t>s</a:t>
                      </a:r>
                      <a:r>
                        <a:rPr sz="1200" spc="-20" dirty="0">
                          <a:latin typeface="Times New Roman"/>
                          <a:cs typeface="Times New Roman"/>
                        </a:rPr>
                        <a:t>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  </a:t>
                      </a:r>
                      <a:r>
                        <a:rPr sz="1200" spc="-15" dirty="0">
                          <a:latin typeface="Times New Roman"/>
                          <a:cs typeface="Times New Roman"/>
                        </a:rPr>
                        <a:t>about </a:t>
                      </a:r>
                      <a:r>
                        <a:rPr sz="1200" spc="-10" dirty="0">
                          <a:latin typeface="Times New Roman"/>
                          <a:cs typeface="Times New Roman"/>
                        </a:rPr>
                        <a:t> </a:t>
                      </a:r>
                      <a:r>
                        <a:rPr sz="1200" spc="-15" dirty="0">
                          <a:latin typeface="Times New Roman"/>
                          <a:cs typeface="Times New Roman"/>
                        </a:rPr>
                        <a:t>medicine</a:t>
                      </a:r>
                      <a:endParaRPr sz="1200">
                        <a:latin typeface="Times New Roman"/>
                        <a:cs typeface="Times New Roman"/>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5" dirty="0">
                          <a:latin typeface="Times New Roman"/>
                          <a:cs typeface="Times New Roman"/>
                        </a:rPr>
                        <a:t>50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624205">
                <a:tc>
                  <a:txBody>
                    <a:bodyPr/>
                    <a:lstStyle/>
                    <a:p>
                      <a:pPr marL="69850">
                        <a:lnSpc>
                          <a:spcPct val="100000"/>
                        </a:lnSpc>
                        <a:spcBef>
                          <a:spcPts val="330"/>
                        </a:spcBef>
                      </a:pPr>
                      <a:r>
                        <a:rPr sz="1200" dirty="0">
                          <a:latin typeface="Times New Roman"/>
                          <a:cs typeface="Times New Roman"/>
                        </a:rPr>
                        <a:t>8</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675">
                        <a:lnSpc>
                          <a:spcPct val="100000"/>
                        </a:lnSpc>
                        <a:spcBef>
                          <a:spcPts val="330"/>
                        </a:spcBef>
                      </a:pPr>
                      <a:r>
                        <a:rPr sz="1200" spc="-15" dirty="0">
                          <a:latin typeface="Times New Roman"/>
                          <a:cs typeface="Times New Roman"/>
                        </a:rPr>
                        <a:t>status</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310">
                        <a:lnSpc>
                          <a:spcPct val="100000"/>
                        </a:lnSpc>
                        <a:spcBef>
                          <a:spcPts val="330"/>
                        </a:spcBef>
                      </a:pPr>
                      <a:r>
                        <a:rPr sz="1200" spc="-15" dirty="0">
                          <a:latin typeface="Times New Roman"/>
                          <a:cs typeface="Times New Roman"/>
                        </a:rPr>
                        <a:t>Active/inactive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5" dirty="0">
                          <a:latin typeface="Times New Roman"/>
                          <a:cs typeface="Times New Roman"/>
                        </a:rPr>
                        <a:t>20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13" name="object 13"/>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11758" y="977010"/>
            <a:ext cx="1688464" cy="208279"/>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Times New Roman"/>
                <a:cs typeface="Times New Roman"/>
              </a:rPr>
              <a:t>APPOINMENTS</a:t>
            </a:r>
            <a:r>
              <a:rPr sz="1200" b="1" spc="5" dirty="0">
                <a:latin typeface="Times New Roman"/>
                <a:cs typeface="Times New Roman"/>
              </a:rPr>
              <a:t> </a:t>
            </a:r>
            <a:r>
              <a:rPr sz="1200" b="1" spc="-10" dirty="0">
                <a:latin typeface="Times New Roman"/>
                <a:cs typeface="Times New Roman"/>
              </a:rPr>
              <a:t>TABLE</a:t>
            </a:r>
            <a:endParaRPr sz="1200">
              <a:latin typeface="Times New Roman"/>
              <a:cs typeface="Times New Roman"/>
            </a:endParaRPr>
          </a:p>
        </p:txBody>
      </p:sp>
      <p:sp>
        <p:nvSpPr>
          <p:cNvPr id="6" name="object 6"/>
          <p:cNvSpPr txBox="1"/>
          <p:nvPr/>
        </p:nvSpPr>
        <p:spPr>
          <a:xfrm>
            <a:off x="911758" y="1580134"/>
            <a:ext cx="751205"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Times New Roman"/>
                <a:cs typeface="Times New Roman"/>
              </a:rPr>
              <a:t>Ta</a:t>
            </a:r>
            <a:r>
              <a:rPr sz="1200" spc="-25" dirty="0">
                <a:latin typeface="Times New Roman"/>
                <a:cs typeface="Times New Roman"/>
              </a:rPr>
              <a:t>bl</a:t>
            </a:r>
            <a:r>
              <a:rPr sz="1200" dirty="0">
                <a:latin typeface="Times New Roman"/>
                <a:cs typeface="Times New Roman"/>
              </a:rPr>
              <a:t>e</a:t>
            </a:r>
            <a:r>
              <a:rPr sz="1200" spc="-10" dirty="0">
                <a:latin typeface="Times New Roman"/>
                <a:cs typeface="Times New Roman"/>
              </a:rPr>
              <a:t> </a:t>
            </a:r>
            <a:r>
              <a:rPr sz="1200" spc="-35" dirty="0">
                <a:latin typeface="Times New Roman"/>
                <a:cs typeface="Times New Roman"/>
              </a:rPr>
              <a:t>N</a:t>
            </a:r>
            <a:r>
              <a:rPr sz="1200" spc="-30" dirty="0">
                <a:latin typeface="Times New Roman"/>
                <a:cs typeface="Times New Roman"/>
              </a:rPr>
              <a:t>a</a:t>
            </a:r>
            <a:r>
              <a:rPr sz="1200" spc="-25" dirty="0">
                <a:latin typeface="Times New Roman"/>
                <a:cs typeface="Times New Roman"/>
              </a:rPr>
              <a:t>m</a:t>
            </a:r>
            <a:r>
              <a:rPr sz="1200" dirty="0">
                <a:latin typeface="Times New Roman"/>
                <a:cs typeface="Times New Roman"/>
              </a:rPr>
              <a:t>e</a:t>
            </a:r>
            <a:endParaRPr sz="1200">
              <a:latin typeface="Times New Roman"/>
              <a:cs typeface="Times New Roman"/>
            </a:endParaRPr>
          </a:p>
        </p:txBody>
      </p:sp>
      <p:sp>
        <p:nvSpPr>
          <p:cNvPr id="7" name="object 7"/>
          <p:cNvSpPr txBox="1"/>
          <p:nvPr/>
        </p:nvSpPr>
        <p:spPr>
          <a:xfrm>
            <a:off x="2011426" y="1553718"/>
            <a:ext cx="911225" cy="415925"/>
          </a:xfrm>
          <a:prstGeom prst="rect">
            <a:avLst/>
          </a:prstGeom>
        </p:spPr>
        <p:txBody>
          <a:bodyPr vert="horz" wrap="square" lIns="0" tIns="24765" rIns="0" bIns="0" rtlCol="0">
            <a:spAutoFit/>
          </a:bodyPr>
          <a:lstStyle/>
          <a:p>
            <a:pPr marL="12700">
              <a:lnSpc>
                <a:spcPct val="100000"/>
              </a:lnSpc>
              <a:spcBef>
                <a:spcPts val="195"/>
              </a:spcBef>
            </a:pPr>
            <a:r>
              <a:rPr sz="1200" dirty="0">
                <a:latin typeface="Times New Roman"/>
                <a:cs typeface="Times New Roman"/>
              </a:rPr>
              <a:t>:</a:t>
            </a:r>
            <a:r>
              <a:rPr sz="1200" spc="-55" dirty="0">
                <a:latin typeface="Times New Roman"/>
                <a:cs typeface="Times New Roman"/>
              </a:rPr>
              <a:t> </a:t>
            </a:r>
            <a:r>
              <a:rPr sz="1200" spc="-15" dirty="0">
                <a:latin typeface="Times New Roman"/>
                <a:cs typeface="Times New Roman"/>
              </a:rPr>
              <a:t>appointments</a:t>
            </a:r>
            <a:endParaRPr sz="1200">
              <a:latin typeface="Times New Roman"/>
              <a:cs typeface="Times New Roman"/>
            </a:endParaRPr>
          </a:p>
          <a:p>
            <a:pPr marL="12700">
              <a:lnSpc>
                <a:spcPct val="100000"/>
              </a:lnSpc>
              <a:spcBef>
                <a:spcPts val="95"/>
              </a:spcBef>
            </a:pPr>
            <a:r>
              <a:rPr sz="1200" spc="-20" dirty="0">
                <a:latin typeface="Times New Roman"/>
                <a:cs typeface="Times New Roman"/>
              </a:rPr>
              <a:t>_tbl</a:t>
            </a:r>
            <a:endParaRPr sz="1200">
              <a:latin typeface="Times New Roman"/>
              <a:cs typeface="Times New Roman"/>
            </a:endParaRPr>
          </a:p>
        </p:txBody>
      </p:sp>
      <p:sp>
        <p:nvSpPr>
          <p:cNvPr id="8" name="object 8"/>
          <p:cNvSpPr txBox="1"/>
          <p:nvPr/>
        </p:nvSpPr>
        <p:spPr>
          <a:xfrm>
            <a:off x="910437" y="2126107"/>
            <a:ext cx="3098800" cy="516890"/>
          </a:xfrm>
          <a:prstGeom prst="rect">
            <a:avLst/>
          </a:prstGeom>
        </p:spPr>
        <p:txBody>
          <a:bodyPr vert="horz" wrap="square" lIns="0" tIns="12700" rIns="0" bIns="0" rtlCol="0">
            <a:spAutoFit/>
          </a:bodyPr>
          <a:lstStyle/>
          <a:p>
            <a:pPr marL="38100">
              <a:lnSpc>
                <a:spcPct val="100000"/>
              </a:lnSpc>
              <a:spcBef>
                <a:spcPts val="100"/>
              </a:spcBef>
            </a:pPr>
            <a:r>
              <a:rPr sz="1800" spc="-37" baseline="-27777" dirty="0">
                <a:latin typeface="Times New Roman"/>
                <a:cs typeface="Times New Roman"/>
              </a:rPr>
              <a:t>Table</a:t>
            </a:r>
            <a:r>
              <a:rPr sz="1800" spc="-15" baseline="-27777" dirty="0">
                <a:latin typeface="Times New Roman"/>
                <a:cs typeface="Times New Roman"/>
              </a:rPr>
              <a:t> </a:t>
            </a:r>
            <a:r>
              <a:rPr sz="1800" spc="-7" baseline="-27777" dirty="0">
                <a:latin typeface="Times New Roman"/>
                <a:cs typeface="Times New Roman"/>
              </a:rPr>
              <a:t>Description</a:t>
            </a:r>
            <a:r>
              <a:rPr sz="1800" spc="577" baseline="-27777"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table</a:t>
            </a:r>
            <a:r>
              <a:rPr sz="1200" spc="-5" dirty="0">
                <a:latin typeface="Times New Roman"/>
                <a:cs typeface="Times New Roman"/>
              </a:rPr>
              <a:t> stores</a:t>
            </a:r>
            <a:r>
              <a:rPr sz="1200" spc="-10" dirty="0">
                <a:latin typeface="Times New Roman"/>
                <a:cs typeface="Times New Roman"/>
              </a:rPr>
              <a:t> </a:t>
            </a:r>
            <a:r>
              <a:rPr sz="1200" spc="-15" dirty="0">
                <a:latin typeface="Times New Roman"/>
                <a:cs typeface="Times New Roman"/>
              </a:rPr>
              <a:t>appointment</a:t>
            </a:r>
            <a:endParaRPr sz="1200">
              <a:latin typeface="Times New Roman"/>
              <a:cs typeface="Times New Roman"/>
            </a:endParaRPr>
          </a:p>
          <a:p>
            <a:pPr marR="134620" algn="ctr">
              <a:lnSpc>
                <a:spcPct val="100000"/>
              </a:lnSpc>
              <a:spcBef>
                <a:spcPts val="985"/>
              </a:spcBef>
            </a:pPr>
            <a:r>
              <a:rPr sz="1200" spc="-15" dirty="0">
                <a:latin typeface="Times New Roman"/>
                <a:cs typeface="Times New Roman"/>
              </a:rPr>
              <a:t>details</a:t>
            </a:r>
            <a:endParaRPr sz="1200">
              <a:latin typeface="Times New Roman"/>
              <a:cs typeface="Times New Roman"/>
            </a:endParaRPr>
          </a:p>
        </p:txBody>
      </p:sp>
      <p:sp>
        <p:nvSpPr>
          <p:cNvPr id="9" name="object 9"/>
          <p:cNvSpPr txBox="1"/>
          <p:nvPr/>
        </p:nvSpPr>
        <p:spPr>
          <a:xfrm>
            <a:off x="951077" y="2627502"/>
            <a:ext cx="798195" cy="556260"/>
          </a:xfrm>
          <a:prstGeom prst="rect">
            <a:avLst/>
          </a:prstGeom>
        </p:spPr>
        <p:txBody>
          <a:bodyPr vert="horz" wrap="square" lIns="0" tIns="12700" rIns="0" bIns="0" rtlCol="0">
            <a:spAutoFit/>
          </a:bodyPr>
          <a:lstStyle/>
          <a:p>
            <a:pPr marL="20320" marR="5080" indent="-8255">
              <a:lnSpc>
                <a:spcPct val="145000"/>
              </a:lnSpc>
              <a:spcBef>
                <a:spcPts val="100"/>
              </a:spcBef>
            </a:pPr>
            <a:r>
              <a:rPr sz="1200" spc="-5" dirty="0">
                <a:latin typeface="Times New Roman"/>
                <a:cs typeface="Times New Roman"/>
              </a:rPr>
              <a:t>Prima</a:t>
            </a:r>
            <a:r>
              <a:rPr sz="1200" dirty="0">
                <a:latin typeface="Times New Roman"/>
                <a:cs typeface="Times New Roman"/>
              </a:rPr>
              <a:t>ry</a:t>
            </a:r>
            <a:r>
              <a:rPr sz="1200" spc="-30"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  </a:t>
            </a: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0" name="object 10"/>
          <p:cNvSpPr txBox="1"/>
          <p:nvPr/>
        </p:nvSpPr>
        <p:spPr>
          <a:xfrm>
            <a:off x="2181605" y="2606289"/>
            <a:ext cx="2230755" cy="1177290"/>
          </a:xfrm>
          <a:prstGeom prst="rect">
            <a:avLst/>
          </a:prstGeom>
        </p:spPr>
        <p:txBody>
          <a:bodyPr vert="horz" wrap="square" lIns="0" tIns="111760" rIns="0" bIns="0" rtlCol="0">
            <a:spAutoFit/>
          </a:bodyPr>
          <a:lstStyle/>
          <a:p>
            <a:pPr marL="12700">
              <a:lnSpc>
                <a:spcPct val="100000"/>
              </a:lnSpc>
              <a:spcBef>
                <a:spcPts val="880"/>
              </a:spcBef>
            </a:pPr>
            <a:r>
              <a:rPr sz="1200" dirty="0">
                <a:latin typeface="Times New Roman"/>
                <a:cs typeface="Times New Roman"/>
              </a:rPr>
              <a:t>:</a:t>
            </a:r>
            <a:r>
              <a:rPr sz="1200" spc="-45" dirty="0">
                <a:latin typeface="Times New Roman"/>
                <a:cs typeface="Times New Roman"/>
              </a:rPr>
              <a:t> </a:t>
            </a:r>
            <a:r>
              <a:rPr sz="1200" spc="-25" dirty="0">
                <a:latin typeface="Times New Roman"/>
                <a:cs typeface="Times New Roman"/>
              </a:rPr>
              <a:t>id</a:t>
            </a:r>
            <a:endParaRPr sz="1200">
              <a:latin typeface="Times New Roman"/>
              <a:cs typeface="Times New Roman"/>
            </a:endParaRPr>
          </a:p>
          <a:p>
            <a:pPr marL="87630" marR="5080" indent="-74930">
              <a:lnSpc>
                <a:spcPct val="106900"/>
              </a:lnSpc>
              <a:spcBef>
                <a:spcPts val="685"/>
              </a:spcBef>
            </a:pPr>
            <a:r>
              <a:rPr sz="1800" baseline="4629" dirty="0">
                <a:latin typeface="Times New Roman"/>
                <a:cs typeface="Times New Roman"/>
              </a:rPr>
              <a:t>:</a:t>
            </a:r>
            <a:r>
              <a:rPr sz="1800" spc="89" baseline="4629" dirty="0">
                <a:latin typeface="Times New Roman"/>
                <a:cs typeface="Times New Roman"/>
              </a:rPr>
              <a:t> </a:t>
            </a:r>
            <a:r>
              <a:rPr sz="1200" spc="-15" dirty="0">
                <a:latin typeface="Times New Roman"/>
                <a:cs typeface="Times New Roman"/>
              </a:rPr>
              <a:t>user_id(references</a:t>
            </a:r>
            <a:r>
              <a:rPr sz="1200" spc="35" dirty="0">
                <a:latin typeface="Times New Roman"/>
                <a:cs typeface="Times New Roman"/>
              </a:rPr>
              <a:t> </a:t>
            </a:r>
            <a:r>
              <a:rPr sz="1200" spc="-15" dirty="0">
                <a:latin typeface="Times New Roman"/>
                <a:cs typeface="Times New Roman"/>
              </a:rPr>
              <a:t>user </a:t>
            </a:r>
            <a:r>
              <a:rPr sz="1200" spc="-10" dirty="0">
                <a:latin typeface="Times New Roman"/>
                <a:cs typeface="Times New Roman"/>
              </a:rPr>
              <a:t> table),doctor_id(references</a:t>
            </a:r>
            <a:r>
              <a:rPr sz="1200" spc="-5" dirty="0">
                <a:latin typeface="Times New Roman"/>
                <a:cs typeface="Times New Roman"/>
              </a:rPr>
              <a:t> </a:t>
            </a:r>
            <a:r>
              <a:rPr sz="1800" spc="-15" baseline="2314" dirty="0">
                <a:latin typeface="Times New Roman"/>
                <a:cs typeface="Times New Roman"/>
              </a:rPr>
              <a:t>doctor </a:t>
            </a:r>
            <a:r>
              <a:rPr sz="1800" spc="-427" baseline="2314" dirty="0">
                <a:latin typeface="Times New Roman"/>
                <a:cs typeface="Times New Roman"/>
              </a:rPr>
              <a:t> </a:t>
            </a:r>
            <a:r>
              <a:rPr sz="1200" spc="-10" dirty="0">
                <a:latin typeface="Times New Roman"/>
                <a:cs typeface="Times New Roman"/>
              </a:rPr>
              <a:t>table),patient_id(references</a:t>
            </a:r>
            <a:r>
              <a:rPr sz="1200" dirty="0">
                <a:latin typeface="Times New Roman"/>
                <a:cs typeface="Times New Roman"/>
              </a:rPr>
              <a:t> </a:t>
            </a:r>
            <a:r>
              <a:rPr sz="1200" spc="-15" dirty="0">
                <a:latin typeface="Times New Roman"/>
                <a:cs typeface="Times New Roman"/>
              </a:rPr>
              <a:t>patient </a:t>
            </a:r>
            <a:r>
              <a:rPr sz="1200" spc="-28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graphicFrame>
        <p:nvGraphicFramePr>
          <p:cNvPr id="11" name="object 11"/>
          <p:cNvGraphicFramePr>
            <a:graphicFrameLocks noGrp="1"/>
          </p:cNvGraphicFramePr>
          <p:nvPr/>
        </p:nvGraphicFramePr>
        <p:xfrm>
          <a:off x="944867" y="3820541"/>
          <a:ext cx="4470399" cy="5349236"/>
        </p:xfrm>
        <a:graphic>
          <a:graphicData uri="http://schemas.openxmlformats.org/drawingml/2006/table">
            <a:tbl>
              <a:tblPr firstRow="1" bandRow="1">
                <a:tableStyleId>{2D5ABB26-0587-4C30-8999-92F81FD0307C}</a:tableStyleId>
              </a:tblPr>
              <a:tblGrid>
                <a:gridCol w="64897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699769">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749935">
                  <a:extLst>
                    <a:ext uri="{9D8B030D-6E8A-4147-A177-3AD203B41FA5}">
                      <a16:colId xmlns:a16="http://schemas.microsoft.com/office/drawing/2014/main" val="20004"/>
                    </a:ext>
                  </a:extLst>
                </a:gridCol>
              </a:tblGrid>
              <a:tr h="444500">
                <a:tc>
                  <a:txBody>
                    <a:bodyPr/>
                    <a:lstStyle/>
                    <a:p>
                      <a:pPr marL="69850">
                        <a:lnSpc>
                          <a:spcPct val="100000"/>
                        </a:lnSpc>
                        <a:spcBef>
                          <a:spcPts val="340"/>
                        </a:spcBef>
                      </a:pPr>
                      <a:r>
                        <a:rPr sz="1200" b="1" spc="-15" dirty="0">
                          <a:latin typeface="Times New Roman"/>
                          <a:cs typeface="Times New Roman"/>
                        </a:rPr>
                        <a:t>Sl.No</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b="1" spc="-5" dirty="0">
                          <a:latin typeface="Times New Roman"/>
                          <a:cs typeface="Times New Roman"/>
                        </a:rPr>
                        <a:t>Field</a:t>
                      </a:r>
                      <a:r>
                        <a:rPr sz="1200" b="1" spc="-30"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292735">
                        <a:lnSpc>
                          <a:spcPct val="100000"/>
                        </a:lnSpc>
                        <a:spcBef>
                          <a:spcPts val="340"/>
                        </a:spcBef>
                      </a:pPr>
                      <a:r>
                        <a:rPr sz="1200" b="1" spc="-15" dirty="0">
                          <a:latin typeface="Times New Roman"/>
                          <a:cs typeface="Times New Roman"/>
                        </a:rPr>
                        <a:t>F</a:t>
                      </a:r>
                      <a:r>
                        <a:rPr sz="1200" b="1" dirty="0">
                          <a:latin typeface="Times New Roman"/>
                          <a:cs typeface="Times New Roman"/>
                        </a:rPr>
                        <a:t>ield  </a:t>
                      </a:r>
                      <a:r>
                        <a:rPr sz="1200" b="1" spc="-25" dirty="0">
                          <a:latin typeface="Times New Roman"/>
                          <a:cs typeface="Times New Roman"/>
                        </a:rPr>
                        <a:t>Ty</a:t>
                      </a:r>
                      <a:r>
                        <a:rPr sz="1200" b="1" spc="-20" dirty="0">
                          <a:latin typeface="Times New Roman"/>
                          <a:cs typeface="Times New Roman"/>
                        </a:rPr>
                        <a:t>p</a:t>
                      </a:r>
                      <a:r>
                        <a:rPr sz="1200" b="1" dirty="0">
                          <a:latin typeface="Times New Roman"/>
                          <a:cs typeface="Times New Roman"/>
                        </a:rPr>
                        <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marR="337820">
                        <a:lnSpc>
                          <a:spcPct val="100000"/>
                        </a:lnSpc>
                        <a:spcBef>
                          <a:spcPts val="340"/>
                        </a:spcBef>
                      </a:pPr>
                      <a:r>
                        <a:rPr sz="1200" b="1" spc="-5" dirty="0">
                          <a:latin typeface="Times New Roman"/>
                          <a:cs typeface="Times New Roman"/>
                        </a:rPr>
                        <a:t>Field </a:t>
                      </a:r>
                      <a:r>
                        <a:rPr sz="1200" b="1" dirty="0">
                          <a:latin typeface="Times New Roman"/>
                          <a:cs typeface="Times New Roman"/>
                        </a:rPr>
                        <a:t> </a:t>
                      </a:r>
                      <a:r>
                        <a:rPr sz="1200" b="1" spc="-15" dirty="0">
                          <a:latin typeface="Times New Roman"/>
                          <a:cs typeface="Times New Roman"/>
                        </a:rPr>
                        <a:t>D</a:t>
                      </a:r>
                      <a:r>
                        <a:rPr sz="1200" b="1" spc="-20" dirty="0">
                          <a:latin typeface="Times New Roman"/>
                          <a:cs typeface="Times New Roman"/>
                        </a:rPr>
                        <a:t>e</a:t>
                      </a:r>
                      <a:r>
                        <a:rPr sz="1200" b="1" spc="-15" dirty="0">
                          <a:latin typeface="Times New Roman"/>
                          <a:cs typeface="Times New Roman"/>
                        </a:rPr>
                        <a:t>s</a:t>
                      </a:r>
                      <a:r>
                        <a:rPr sz="1200" b="1" spc="-20" dirty="0">
                          <a:latin typeface="Times New Roman"/>
                          <a:cs typeface="Times New Roman"/>
                        </a:rPr>
                        <a:t>cr</a:t>
                      </a:r>
                      <a:r>
                        <a:rPr sz="1200" b="1" spc="-10" dirty="0">
                          <a:latin typeface="Times New Roman"/>
                          <a:cs typeface="Times New Roman"/>
                        </a:rPr>
                        <a:t>ip</a:t>
                      </a:r>
                      <a:r>
                        <a:rPr sz="1200" b="1" spc="-20" dirty="0">
                          <a:latin typeface="Times New Roman"/>
                          <a:cs typeface="Times New Roman"/>
                        </a:rPr>
                        <a:t>t</a:t>
                      </a:r>
                      <a:r>
                        <a:rPr sz="1200" b="1" spc="-10" dirty="0">
                          <a:latin typeface="Times New Roman"/>
                          <a:cs typeface="Times New Roman"/>
                        </a:rPr>
                        <a:t>i</a:t>
                      </a:r>
                      <a:r>
                        <a:rPr sz="1200" b="1" spc="-15" dirty="0">
                          <a:latin typeface="Times New Roman"/>
                          <a:cs typeface="Times New Roman"/>
                        </a:rPr>
                        <a:t>o</a:t>
                      </a:r>
                      <a:r>
                        <a:rPr sz="1200" b="1" dirty="0">
                          <a:latin typeface="Times New Roman"/>
                          <a:cs typeface="Times New Roman"/>
                        </a:rPr>
                        <a:t>n</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245"/>
                        </a:spcBef>
                      </a:pPr>
                      <a:r>
                        <a:rPr sz="1200" b="1" spc="-15" dirty="0">
                          <a:latin typeface="Times New Roman"/>
                          <a:cs typeface="Times New Roman"/>
                        </a:rPr>
                        <a:t>Field</a:t>
                      </a:r>
                      <a:r>
                        <a:rPr sz="1200" b="1" spc="-25"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5295">
                <a:tc>
                  <a:txBody>
                    <a:bodyPr/>
                    <a:lstStyle/>
                    <a:p>
                      <a:pPr marL="69850">
                        <a:lnSpc>
                          <a:spcPct val="100000"/>
                        </a:lnSpc>
                        <a:spcBef>
                          <a:spcPts val="330"/>
                        </a:spcBef>
                      </a:pPr>
                      <a:r>
                        <a:rPr sz="1200" dirty="0">
                          <a:latin typeface="Times New Roman"/>
                          <a:cs typeface="Times New Roman"/>
                        </a:rPr>
                        <a:t>1</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43229">
                <a:tc>
                  <a:txBody>
                    <a:bodyPr/>
                    <a:lstStyle/>
                    <a:p>
                      <a:pPr marL="69850">
                        <a:lnSpc>
                          <a:spcPct val="100000"/>
                        </a:lnSpc>
                        <a:spcBef>
                          <a:spcPts val="330"/>
                        </a:spcBef>
                      </a:pPr>
                      <a:r>
                        <a:rPr sz="1200" dirty="0">
                          <a:latin typeface="Times New Roman"/>
                          <a:cs typeface="Times New Roman"/>
                        </a:rPr>
                        <a:t>2</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15" dirty="0">
                          <a:latin typeface="Times New Roman"/>
                          <a:cs typeface="Times New Roman"/>
                        </a:rPr>
                        <a:t>doctor_id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dirty="0">
                          <a:latin typeface="Times New Roman"/>
                          <a:cs typeface="Times New Roman"/>
                        </a:rPr>
                        <a:t>Do</a:t>
                      </a:r>
                      <a:r>
                        <a:rPr sz="1200" spc="-10" dirty="0">
                          <a:latin typeface="Times New Roman"/>
                          <a:cs typeface="Times New Roman"/>
                        </a:rPr>
                        <a:t>c</a:t>
                      </a:r>
                      <a:r>
                        <a:rPr sz="1200" dirty="0">
                          <a:latin typeface="Times New Roman"/>
                          <a:cs typeface="Times New Roman"/>
                        </a:rPr>
                        <a:t>tor</a:t>
                      </a:r>
                      <a:r>
                        <a:rPr sz="1200" spc="-4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44500">
                <a:tc>
                  <a:txBody>
                    <a:bodyPr/>
                    <a:lstStyle/>
                    <a:p>
                      <a:pPr marL="69850">
                        <a:lnSpc>
                          <a:spcPct val="100000"/>
                        </a:lnSpc>
                        <a:spcBef>
                          <a:spcPts val="340"/>
                        </a:spcBef>
                      </a:pPr>
                      <a:r>
                        <a:rPr sz="1200" dirty="0">
                          <a:latin typeface="Times New Roman"/>
                          <a:cs typeface="Times New Roman"/>
                        </a:rPr>
                        <a:t>3</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15" dirty="0">
                          <a:latin typeface="Times New Roman"/>
                          <a:cs typeface="Times New Roman"/>
                        </a:rPr>
                        <a:t>patient_id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40"/>
                        </a:spcBef>
                      </a:pPr>
                      <a:r>
                        <a:rPr sz="1200" dirty="0">
                          <a:latin typeface="Times New Roman"/>
                          <a:cs typeface="Times New Roman"/>
                        </a:rPr>
                        <a:t>Patient</a:t>
                      </a:r>
                      <a:r>
                        <a:rPr sz="1200" spc="-7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30"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43229">
                <a:tc>
                  <a:txBody>
                    <a:bodyPr/>
                    <a:lstStyle/>
                    <a:p>
                      <a:pPr marL="69850">
                        <a:lnSpc>
                          <a:spcPct val="100000"/>
                        </a:lnSpc>
                        <a:spcBef>
                          <a:spcPts val="330"/>
                        </a:spcBef>
                      </a:pPr>
                      <a:r>
                        <a:rPr sz="1200" dirty="0">
                          <a:latin typeface="Times New Roman"/>
                          <a:cs typeface="Times New Roman"/>
                        </a:rPr>
                        <a:t>4</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15" dirty="0">
                          <a:latin typeface="Times New Roman"/>
                          <a:cs typeface="Times New Roman"/>
                        </a:rPr>
                        <a:t>user_id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spc="-5" dirty="0">
                          <a:latin typeface="Times New Roman"/>
                          <a:cs typeface="Times New Roman"/>
                        </a:rPr>
                        <a:t>User</a:t>
                      </a:r>
                      <a:r>
                        <a:rPr sz="1200" spc="-6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43230">
                <a:tc>
                  <a:txBody>
                    <a:bodyPr/>
                    <a:lstStyle/>
                    <a:p>
                      <a:pPr marL="6985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20" dirty="0">
                          <a:latin typeface="Times New Roman"/>
                          <a:cs typeface="Times New Roman"/>
                        </a:rPr>
                        <a:t>name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marR="327660">
                        <a:lnSpc>
                          <a:spcPct val="100000"/>
                        </a:lnSpc>
                        <a:spcBef>
                          <a:spcPts val="330"/>
                        </a:spcBef>
                      </a:pPr>
                      <a:r>
                        <a:rPr sz="1200" spc="-5" dirty="0">
                          <a:latin typeface="Times New Roman"/>
                          <a:cs typeface="Times New Roman"/>
                        </a:rPr>
                        <a:t>Name</a:t>
                      </a:r>
                      <a:r>
                        <a:rPr sz="1200" spc="-60"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the </a:t>
                      </a:r>
                      <a:r>
                        <a:rPr sz="1200" spc="-285" dirty="0">
                          <a:latin typeface="Times New Roman"/>
                          <a:cs typeface="Times New Roman"/>
                        </a:rPr>
                        <a:t> </a:t>
                      </a:r>
                      <a:r>
                        <a:rPr sz="1200" spc="-15" dirty="0">
                          <a:latin typeface="Times New Roman"/>
                          <a:cs typeface="Times New Roman"/>
                        </a:rPr>
                        <a:t>patient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50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57200">
                <a:tc>
                  <a:txBody>
                    <a:bodyPr/>
                    <a:lstStyle/>
                    <a:p>
                      <a:pPr marL="69850">
                        <a:lnSpc>
                          <a:spcPct val="100000"/>
                        </a:lnSpc>
                        <a:spcBef>
                          <a:spcPts val="330"/>
                        </a:spcBef>
                      </a:pPr>
                      <a:r>
                        <a:rPr sz="1200" dirty="0">
                          <a:latin typeface="Times New Roman"/>
                          <a:cs typeface="Times New Roman"/>
                        </a:rPr>
                        <a:t>6</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15" dirty="0">
                          <a:latin typeface="Times New Roman"/>
                          <a:cs typeface="Times New Roman"/>
                        </a:rPr>
                        <a:t>email</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spc="-5" dirty="0">
                          <a:latin typeface="Times New Roman"/>
                          <a:cs typeface="Times New Roman"/>
                        </a:rPr>
                        <a:t>Email</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20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43864">
                <a:tc>
                  <a:txBody>
                    <a:bodyPr/>
                    <a:lstStyle/>
                    <a:p>
                      <a:pPr marL="69850">
                        <a:lnSpc>
                          <a:spcPct val="100000"/>
                        </a:lnSpc>
                        <a:spcBef>
                          <a:spcPts val="330"/>
                        </a:spcBef>
                      </a:pPr>
                      <a:r>
                        <a:rPr sz="1200" dirty="0">
                          <a:latin typeface="Times New Roman"/>
                          <a:cs typeface="Times New Roman"/>
                        </a:rPr>
                        <a:t>7</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15" dirty="0">
                          <a:latin typeface="Times New Roman"/>
                          <a:cs typeface="Times New Roman"/>
                        </a:rPr>
                        <a:t>phone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dirty="0">
                          <a:latin typeface="Times New Roman"/>
                          <a:cs typeface="Times New Roman"/>
                        </a:rPr>
                        <a:t>Phone</a:t>
                      </a:r>
                      <a:r>
                        <a:rPr sz="1200" spc="-75" dirty="0">
                          <a:latin typeface="Times New Roman"/>
                          <a:cs typeface="Times New Roman"/>
                        </a:rPr>
                        <a:t> </a:t>
                      </a:r>
                      <a:r>
                        <a:rPr sz="1200" spc="-15" dirty="0">
                          <a:latin typeface="Times New Roman"/>
                          <a:cs typeface="Times New Roman"/>
                        </a:rPr>
                        <a:t>number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20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43230">
                <a:tc>
                  <a:txBody>
                    <a:bodyPr/>
                    <a:lstStyle/>
                    <a:p>
                      <a:pPr marL="69850">
                        <a:lnSpc>
                          <a:spcPct val="100000"/>
                        </a:lnSpc>
                        <a:spcBef>
                          <a:spcPts val="330"/>
                        </a:spcBef>
                      </a:pPr>
                      <a:r>
                        <a:rPr sz="1200" dirty="0">
                          <a:latin typeface="Times New Roman"/>
                          <a:cs typeface="Times New Roman"/>
                        </a:rPr>
                        <a:t>8</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25" dirty="0">
                          <a:latin typeface="Times New Roman"/>
                          <a:cs typeface="Times New Roman"/>
                        </a:rPr>
                        <a:t>dob</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date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spc="-5" dirty="0">
                          <a:latin typeface="Times New Roman"/>
                          <a:cs typeface="Times New Roman"/>
                        </a:rPr>
                        <a:t>Date</a:t>
                      </a:r>
                      <a:r>
                        <a:rPr sz="1200" spc="-4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spc="-15" dirty="0">
                          <a:latin typeface="Times New Roman"/>
                          <a:cs typeface="Times New Roman"/>
                        </a:rPr>
                        <a:t>birth</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44500">
                <a:tc>
                  <a:txBody>
                    <a:bodyPr/>
                    <a:lstStyle/>
                    <a:p>
                      <a:pPr marL="69850">
                        <a:lnSpc>
                          <a:spcPct val="100000"/>
                        </a:lnSpc>
                        <a:spcBef>
                          <a:spcPts val="340"/>
                        </a:spcBef>
                      </a:pPr>
                      <a:r>
                        <a:rPr sz="1200" dirty="0">
                          <a:latin typeface="Times New Roman"/>
                          <a:cs typeface="Times New Roman"/>
                        </a:rPr>
                        <a:t>9</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15" dirty="0">
                          <a:latin typeface="Times New Roman"/>
                          <a:cs typeface="Times New Roman"/>
                        </a:rPr>
                        <a:t>appointment_date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date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marR="270510">
                        <a:lnSpc>
                          <a:spcPct val="100000"/>
                        </a:lnSpc>
                        <a:spcBef>
                          <a:spcPts val="340"/>
                        </a:spcBef>
                      </a:pPr>
                      <a:r>
                        <a:rPr sz="1200" dirty="0">
                          <a:latin typeface="Times New Roman"/>
                          <a:cs typeface="Times New Roman"/>
                        </a:rPr>
                        <a:t>Appointm</a:t>
                      </a:r>
                      <a:r>
                        <a:rPr sz="1200" spc="-5" dirty="0">
                          <a:latin typeface="Times New Roman"/>
                          <a:cs typeface="Times New Roman"/>
                        </a:rPr>
                        <a:t>e</a:t>
                      </a:r>
                      <a:r>
                        <a:rPr sz="1200" dirty="0">
                          <a:latin typeface="Times New Roman"/>
                          <a:cs typeface="Times New Roman"/>
                        </a:rPr>
                        <a:t>nt  </a:t>
                      </a:r>
                      <a:r>
                        <a:rPr sz="1200" spc="-25" dirty="0">
                          <a:latin typeface="Times New Roman"/>
                          <a:cs typeface="Times New Roman"/>
                        </a:rPr>
                        <a:t>Date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25"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43230">
                <a:tc>
                  <a:txBody>
                    <a:bodyPr/>
                    <a:lstStyle/>
                    <a:p>
                      <a:pPr marL="69850">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0"/>
                        </a:spcBef>
                      </a:pPr>
                      <a:r>
                        <a:rPr sz="1200" spc="-15" dirty="0">
                          <a:latin typeface="Times New Roman"/>
                          <a:cs typeface="Times New Roman"/>
                        </a:rPr>
                        <a:t>reason</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text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30"/>
                        </a:spcBef>
                      </a:pPr>
                      <a:r>
                        <a:rPr sz="1200" spc="-5" dirty="0">
                          <a:latin typeface="Times New Roman"/>
                          <a:cs typeface="Times New Roman"/>
                        </a:rPr>
                        <a:t>Reason</a:t>
                      </a:r>
                      <a:r>
                        <a:rPr sz="1200"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spc="-10" dirty="0">
                          <a:latin typeface="Times New Roman"/>
                          <a:cs typeface="Times New Roman"/>
                        </a:rPr>
                        <a:t>visit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0"/>
                        </a:spcBef>
                      </a:pPr>
                      <a:r>
                        <a:rPr sz="1200" spc="-25" dirty="0">
                          <a:latin typeface="Times New Roman"/>
                          <a:cs typeface="Times New Roman"/>
                        </a:rPr>
                        <a:t>50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443229">
                <a:tc>
                  <a:txBody>
                    <a:bodyPr/>
                    <a:lstStyle/>
                    <a:p>
                      <a:pPr marL="69850">
                        <a:lnSpc>
                          <a:spcPct val="100000"/>
                        </a:lnSpc>
                        <a:spcBef>
                          <a:spcPts val="335"/>
                        </a:spcBef>
                      </a:pPr>
                      <a:r>
                        <a:rPr sz="1200" spc="-25" dirty="0">
                          <a:latin typeface="Times New Roman"/>
                          <a:cs typeface="Times New Roman"/>
                        </a:rPr>
                        <a:t>11</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35"/>
                        </a:spcBef>
                      </a:pPr>
                      <a:r>
                        <a:rPr sz="1200" spc="-15" dirty="0">
                          <a:latin typeface="Times New Roman"/>
                          <a:cs typeface="Times New Roman"/>
                        </a:rPr>
                        <a:t>approve_status</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5"/>
                        </a:spcBef>
                      </a:pPr>
                      <a:r>
                        <a:rPr sz="1200" spc="-20" dirty="0">
                          <a:latin typeface="Times New Roman"/>
                          <a:cs typeface="Times New Roman"/>
                        </a:rPr>
                        <a:t>varchar</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marR="21590">
                        <a:lnSpc>
                          <a:spcPct val="100000"/>
                        </a:lnSpc>
                        <a:spcBef>
                          <a:spcPts val="335"/>
                        </a:spcBef>
                      </a:pPr>
                      <a:r>
                        <a:rPr sz="1200" spc="-15" dirty="0">
                          <a:latin typeface="Times New Roman"/>
                          <a:cs typeface="Times New Roman"/>
                        </a:rPr>
                        <a:t>A</a:t>
                      </a:r>
                      <a:r>
                        <a:rPr sz="1200" spc="-20" dirty="0">
                          <a:latin typeface="Times New Roman"/>
                          <a:cs typeface="Times New Roman"/>
                        </a:rPr>
                        <a:t>cce</a:t>
                      </a:r>
                      <a:r>
                        <a:rPr sz="1200" spc="-15" dirty="0">
                          <a:latin typeface="Times New Roman"/>
                          <a:cs typeface="Times New Roman"/>
                        </a:rPr>
                        <a:t>p</a:t>
                      </a:r>
                      <a:r>
                        <a:rPr sz="1200" spc="-10" dirty="0">
                          <a:latin typeface="Times New Roman"/>
                          <a:cs typeface="Times New Roman"/>
                        </a:rPr>
                        <a:t>t/</a:t>
                      </a:r>
                      <a:r>
                        <a:rPr sz="1200" spc="-20" dirty="0">
                          <a:latin typeface="Times New Roman"/>
                          <a:cs typeface="Times New Roman"/>
                        </a:rPr>
                        <a:t>re</a:t>
                      </a:r>
                      <a:r>
                        <a:rPr sz="1200" dirty="0">
                          <a:latin typeface="Times New Roman"/>
                          <a:cs typeface="Times New Roman"/>
                        </a:rPr>
                        <a:t>je</a:t>
                      </a:r>
                      <a:r>
                        <a:rPr sz="1200" spc="-10" dirty="0">
                          <a:latin typeface="Times New Roman"/>
                          <a:cs typeface="Times New Roman"/>
                        </a:rPr>
                        <a:t>ct/</a:t>
                      </a:r>
                      <a:r>
                        <a:rPr sz="1200" dirty="0">
                          <a:latin typeface="Times New Roman"/>
                          <a:cs typeface="Times New Roman"/>
                        </a:rPr>
                        <a:t>p</a:t>
                      </a:r>
                      <a:r>
                        <a:rPr sz="1200" spc="-20" dirty="0">
                          <a:latin typeface="Times New Roman"/>
                          <a:cs typeface="Times New Roman"/>
                        </a:rPr>
                        <a:t>e</a:t>
                      </a:r>
                      <a:r>
                        <a:rPr sz="1200" dirty="0">
                          <a:latin typeface="Times New Roman"/>
                          <a:cs typeface="Times New Roman"/>
                        </a:rPr>
                        <a:t>n  </a:t>
                      </a:r>
                      <a:r>
                        <a:rPr sz="1200" spc="-10" dirty="0">
                          <a:latin typeface="Times New Roman"/>
                          <a:cs typeface="Times New Roman"/>
                        </a:rPr>
                        <a:t>ding</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35"/>
                        </a:spcBef>
                      </a:pPr>
                      <a:r>
                        <a:rPr sz="1200" spc="-25" dirty="0">
                          <a:latin typeface="Times New Roman"/>
                          <a:cs typeface="Times New Roman"/>
                        </a:rPr>
                        <a:t>10</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bl>
          </a:graphicData>
        </a:graphic>
      </p:graphicFrame>
      <p:sp>
        <p:nvSpPr>
          <p:cNvPr id="12" name="object 12"/>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1117219"/>
            <a:ext cx="1715770" cy="208279"/>
          </a:xfrm>
          <a:prstGeom prst="rect">
            <a:avLst/>
          </a:prstGeom>
        </p:spPr>
        <p:txBody>
          <a:bodyPr vert="horz" wrap="square" lIns="0" tIns="12700" rIns="0" bIns="0" rtlCol="0">
            <a:spAutoFit/>
          </a:bodyPr>
          <a:lstStyle/>
          <a:p>
            <a:pPr marL="12700">
              <a:lnSpc>
                <a:spcPct val="100000"/>
              </a:lnSpc>
              <a:spcBef>
                <a:spcPts val="100"/>
              </a:spcBef>
            </a:pPr>
            <a:r>
              <a:rPr sz="1200" b="1" spc="-15" dirty="0">
                <a:latin typeface="Times New Roman"/>
                <a:cs typeface="Times New Roman"/>
              </a:rPr>
              <a:t>P</a:t>
            </a:r>
            <a:r>
              <a:rPr sz="1200" b="1" spc="-5" dirty="0">
                <a:latin typeface="Times New Roman"/>
                <a:cs typeface="Times New Roman"/>
              </a:rPr>
              <a:t>RESC</a:t>
            </a:r>
            <a:r>
              <a:rPr sz="1200" b="1" spc="-10" dirty="0">
                <a:latin typeface="Times New Roman"/>
                <a:cs typeface="Times New Roman"/>
              </a:rPr>
              <a:t>R</a:t>
            </a:r>
            <a:r>
              <a:rPr sz="1200" b="1" spc="-5" dirty="0">
                <a:latin typeface="Times New Roman"/>
                <a:cs typeface="Times New Roman"/>
              </a:rPr>
              <a:t>I</a:t>
            </a:r>
            <a:r>
              <a:rPr sz="1200" b="1" spc="-20" dirty="0">
                <a:latin typeface="Times New Roman"/>
                <a:cs typeface="Times New Roman"/>
              </a:rPr>
              <a:t>P</a:t>
            </a:r>
            <a:r>
              <a:rPr sz="1200" b="1" dirty="0">
                <a:latin typeface="Times New Roman"/>
                <a:cs typeface="Times New Roman"/>
              </a:rPr>
              <a:t>T</a:t>
            </a:r>
            <a:r>
              <a:rPr sz="1200" b="1" spc="-5" dirty="0">
                <a:latin typeface="Times New Roman"/>
                <a:cs typeface="Times New Roman"/>
              </a:rPr>
              <a:t>ION</a:t>
            </a:r>
            <a:r>
              <a:rPr sz="1200" b="1" spc="-7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graphicFrame>
        <p:nvGraphicFramePr>
          <p:cNvPr id="6" name="object 6"/>
          <p:cNvGraphicFramePr>
            <a:graphicFrameLocks noGrp="1"/>
          </p:cNvGraphicFramePr>
          <p:nvPr/>
        </p:nvGraphicFramePr>
        <p:xfrm>
          <a:off x="788314" y="1662768"/>
          <a:ext cx="3877310" cy="1344224"/>
        </p:xfrm>
        <a:graphic>
          <a:graphicData uri="http://schemas.openxmlformats.org/drawingml/2006/table">
            <a:tbl>
              <a:tblPr firstRow="1" bandRow="1">
                <a:tableStyleId>{2D5ABB26-0587-4C30-8999-92F81FD0307C}</a:tableStyleId>
              </a:tblPr>
              <a:tblGrid>
                <a:gridCol w="1290955">
                  <a:extLst>
                    <a:ext uri="{9D8B030D-6E8A-4147-A177-3AD203B41FA5}">
                      <a16:colId xmlns:a16="http://schemas.microsoft.com/office/drawing/2014/main" val="20000"/>
                    </a:ext>
                  </a:extLst>
                </a:gridCol>
                <a:gridCol w="2586355">
                  <a:extLst>
                    <a:ext uri="{9D8B030D-6E8A-4147-A177-3AD203B41FA5}">
                      <a16:colId xmlns:a16="http://schemas.microsoft.com/office/drawing/2014/main" val="20001"/>
                    </a:ext>
                  </a:extLst>
                </a:gridCol>
              </a:tblGrid>
              <a:tr h="254946">
                <a:tc>
                  <a:txBody>
                    <a:bodyPr/>
                    <a:lstStyle/>
                    <a:p>
                      <a:pPr marL="127000">
                        <a:lnSpc>
                          <a:spcPts val="1310"/>
                        </a:lnSpc>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txBody>
                  <a:tcPr marL="0" marR="0" marT="0" marB="0"/>
                </a:tc>
                <a:tc>
                  <a:txBody>
                    <a:bodyPr/>
                    <a:lstStyle/>
                    <a:p>
                      <a:pPr marL="206375">
                        <a:lnSpc>
                          <a:spcPts val="1310"/>
                        </a:lnSpc>
                      </a:pPr>
                      <a:r>
                        <a:rPr sz="1200" dirty="0">
                          <a:latin typeface="Times New Roman"/>
                          <a:cs typeface="Times New Roman"/>
                        </a:rPr>
                        <a:t>:</a:t>
                      </a:r>
                      <a:r>
                        <a:rPr sz="1200" spc="-50" dirty="0">
                          <a:latin typeface="Times New Roman"/>
                          <a:cs typeface="Times New Roman"/>
                        </a:rPr>
                        <a:t> </a:t>
                      </a:r>
                      <a:r>
                        <a:rPr sz="1200" spc="-15" dirty="0">
                          <a:latin typeface="Times New Roman"/>
                          <a:cs typeface="Times New Roman"/>
                        </a:rPr>
                        <a:t>prescriptions_tbl</a:t>
                      </a:r>
                      <a:endParaRPr sz="1200">
                        <a:latin typeface="Times New Roman"/>
                        <a:cs typeface="Times New Roman"/>
                      </a:endParaRPr>
                    </a:p>
                  </a:txBody>
                  <a:tcPr marL="0" marR="0" marT="0" marB="0"/>
                </a:tc>
                <a:extLst>
                  <a:ext uri="{0D108BD9-81ED-4DB2-BD59-A6C34878D82A}">
                    <a16:rowId xmlns:a16="http://schemas.microsoft.com/office/drawing/2014/main" val="10000"/>
                  </a:ext>
                </a:extLst>
              </a:tr>
              <a:tr h="352551">
                <a:tc>
                  <a:txBody>
                    <a:bodyPr/>
                    <a:lstStyle/>
                    <a:p>
                      <a:pPr marL="127000">
                        <a:lnSpc>
                          <a:spcPct val="100000"/>
                        </a:lnSpc>
                        <a:spcBef>
                          <a:spcPts val="545"/>
                        </a:spcBef>
                      </a:pPr>
                      <a:r>
                        <a:rPr sz="1200" spc="-25" dirty="0">
                          <a:latin typeface="Times New Roman"/>
                          <a:cs typeface="Times New Roman"/>
                        </a:rPr>
                        <a:t>Table</a:t>
                      </a:r>
                      <a:r>
                        <a:rPr sz="1200" spc="-35" dirty="0">
                          <a:latin typeface="Times New Roman"/>
                          <a:cs typeface="Times New Roman"/>
                        </a:rPr>
                        <a:t> </a:t>
                      </a:r>
                      <a:r>
                        <a:rPr sz="1200" spc="-15" dirty="0">
                          <a:latin typeface="Times New Roman"/>
                          <a:cs typeface="Times New Roman"/>
                        </a:rPr>
                        <a:t>Description</a:t>
                      </a:r>
                      <a:endParaRPr sz="1200">
                        <a:latin typeface="Times New Roman"/>
                        <a:cs typeface="Times New Roman"/>
                      </a:endParaRPr>
                    </a:p>
                  </a:txBody>
                  <a:tcPr marL="0" marR="0" marT="69215" marB="0"/>
                </a:tc>
                <a:tc>
                  <a:txBody>
                    <a:bodyPr/>
                    <a:lstStyle/>
                    <a:p>
                      <a:pPr marL="206375">
                        <a:lnSpc>
                          <a:spcPct val="100000"/>
                        </a:lnSpc>
                        <a:spcBef>
                          <a:spcPts val="545"/>
                        </a:spcBef>
                      </a:pPr>
                      <a:r>
                        <a:rPr sz="1200" dirty="0">
                          <a:latin typeface="Times New Roman"/>
                          <a:cs typeface="Times New Roman"/>
                        </a:rPr>
                        <a:t>:</a:t>
                      </a:r>
                      <a:r>
                        <a:rPr sz="1200" spc="-6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table</a:t>
                      </a:r>
                      <a:r>
                        <a:rPr sz="1200" spc="-20" dirty="0">
                          <a:latin typeface="Times New Roman"/>
                          <a:cs typeface="Times New Roman"/>
                        </a:rPr>
                        <a:t> </a:t>
                      </a:r>
                      <a:r>
                        <a:rPr sz="1200" spc="-5" dirty="0">
                          <a:latin typeface="Times New Roman"/>
                          <a:cs typeface="Times New Roman"/>
                        </a:rPr>
                        <a:t>stores</a:t>
                      </a:r>
                      <a:r>
                        <a:rPr sz="1200" spc="-40" dirty="0">
                          <a:latin typeface="Times New Roman"/>
                          <a:cs typeface="Times New Roman"/>
                        </a:rPr>
                        <a:t> </a:t>
                      </a:r>
                      <a:r>
                        <a:rPr sz="1200" spc="-5" dirty="0">
                          <a:latin typeface="Times New Roman"/>
                          <a:cs typeface="Times New Roman"/>
                        </a:rPr>
                        <a:t>prescription</a:t>
                      </a:r>
                      <a:r>
                        <a:rPr sz="1200" spc="5"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txBody>
                  <a:tcPr marL="0" marR="0" marT="69215" marB="0"/>
                </a:tc>
                <a:extLst>
                  <a:ext uri="{0D108BD9-81ED-4DB2-BD59-A6C34878D82A}">
                    <a16:rowId xmlns:a16="http://schemas.microsoft.com/office/drawing/2014/main" val="10001"/>
                  </a:ext>
                </a:extLst>
              </a:tr>
              <a:tr h="309372">
                <a:tc>
                  <a:txBody>
                    <a:bodyPr/>
                    <a:lstStyle/>
                    <a:p>
                      <a:pPr marL="127000">
                        <a:lnSpc>
                          <a:spcPct val="100000"/>
                        </a:lnSpc>
                        <a:spcBef>
                          <a:spcPts val="635"/>
                        </a:spcBef>
                      </a:pPr>
                      <a:r>
                        <a:rPr sz="1200" spc="-5" dirty="0">
                          <a:latin typeface="Times New Roman"/>
                          <a:cs typeface="Times New Roman"/>
                        </a:rPr>
                        <a:t>Primary</a:t>
                      </a:r>
                      <a:r>
                        <a:rPr sz="1200" spc="-55"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80645" marB="0"/>
                </a:tc>
                <a:tc>
                  <a:txBody>
                    <a:bodyPr/>
                    <a:lstStyle/>
                    <a:p>
                      <a:pPr marL="206375">
                        <a:lnSpc>
                          <a:spcPct val="100000"/>
                        </a:lnSpc>
                        <a:spcBef>
                          <a:spcPts val="635"/>
                        </a:spcBef>
                      </a:pPr>
                      <a:r>
                        <a:rPr sz="1200" dirty="0">
                          <a:latin typeface="Times New Roman"/>
                          <a:cs typeface="Times New Roman"/>
                        </a:rPr>
                        <a:t>:</a:t>
                      </a:r>
                      <a:r>
                        <a:rPr sz="1200" spc="-35" dirty="0">
                          <a:latin typeface="Times New Roman"/>
                          <a:cs typeface="Times New Roman"/>
                        </a:rPr>
                        <a:t> </a:t>
                      </a:r>
                      <a:r>
                        <a:rPr sz="1200" spc="-15" dirty="0">
                          <a:latin typeface="Times New Roman"/>
                          <a:cs typeface="Times New Roman"/>
                        </a:rPr>
                        <a:t>id(prescription_id)</a:t>
                      </a:r>
                      <a:endParaRPr sz="1200">
                        <a:latin typeface="Times New Roman"/>
                        <a:cs typeface="Times New Roman"/>
                      </a:endParaRPr>
                    </a:p>
                  </a:txBody>
                  <a:tcPr marL="0" marR="0" marT="80645" marB="0"/>
                </a:tc>
                <a:extLst>
                  <a:ext uri="{0D108BD9-81ED-4DB2-BD59-A6C34878D82A}">
                    <a16:rowId xmlns:a16="http://schemas.microsoft.com/office/drawing/2014/main" val="10002"/>
                  </a:ext>
                </a:extLst>
              </a:tr>
              <a:tr h="425126">
                <a:tc>
                  <a:txBody>
                    <a:bodyPr/>
                    <a:lstStyle/>
                    <a:p>
                      <a:pPr>
                        <a:lnSpc>
                          <a:spcPct val="100000"/>
                        </a:lnSpc>
                        <a:spcBef>
                          <a:spcPts val="45"/>
                        </a:spcBef>
                      </a:pPr>
                      <a:endParaRPr sz="1600">
                        <a:latin typeface="Times New Roman"/>
                        <a:cs typeface="Times New Roman"/>
                      </a:endParaRPr>
                    </a:p>
                    <a:p>
                      <a:pPr marL="127000">
                        <a:lnSpc>
                          <a:spcPts val="1360"/>
                        </a:lnSpc>
                      </a:pPr>
                      <a:r>
                        <a:rPr sz="1200" spc="-5" dirty="0">
                          <a:latin typeface="Times New Roman"/>
                          <a:cs typeface="Times New Roman"/>
                        </a:rPr>
                        <a:t>Foreign</a:t>
                      </a:r>
                      <a:r>
                        <a:rPr sz="1200" spc="-5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5715" marB="0"/>
                </a:tc>
                <a:tc>
                  <a:txBody>
                    <a:bodyPr/>
                    <a:lstStyle/>
                    <a:p>
                      <a:pPr marL="97155" marR="316865" indent="114300">
                        <a:lnSpc>
                          <a:spcPct val="102499"/>
                        </a:lnSpc>
                        <a:spcBef>
                          <a:spcPts val="170"/>
                        </a:spcBef>
                      </a:pPr>
                      <a:r>
                        <a:rPr sz="1200" dirty="0">
                          <a:latin typeface="Times New Roman"/>
                          <a:cs typeface="Times New Roman"/>
                        </a:rPr>
                        <a:t>: </a:t>
                      </a:r>
                      <a:r>
                        <a:rPr sz="1200" spc="-15" dirty="0">
                          <a:latin typeface="Times New Roman"/>
                          <a:cs typeface="Times New Roman"/>
                        </a:rPr>
                        <a:t>doctor_id(references</a:t>
                      </a:r>
                      <a:r>
                        <a:rPr sz="1200" spc="-10" dirty="0">
                          <a:latin typeface="Times New Roman"/>
                          <a:cs typeface="Times New Roman"/>
                        </a:rPr>
                        <a:t> </a:t>
                      </a:r>
                      <a:r>
                        <a:rPr sz="1200" spc="-15" dirty="0">
                          <a:latin typeface="Times New Roman"/>
                          <a:cs typeface="Times New Roman"/>
                        </a:rPr>
                        <a:t>doctors </a:t>
                      </a:r>
                      <a:r>
                        <a:rPr sz="1200" spc="-10" dirty="0">
                          <a:latin typeface="Times New Roman"/>
                          <a:cs typeface="Times New Roman"/>
                        </a:rPr>
                        <a:t> </a:t>
                      </a:r>
                      <a:r>
                        <a:rPr sz="1200" spc="-15" dirty="0">
                          <a:latin typeface="Times New Roman"/>
                          <a:cs typeface="Times New Roman"/>
                        </a:rPr>
                        <a:t>table),user_id(references</a:t>
                      </a:r>
                      <a:r>
                        <a:rPr sz="1200" spc="95" dirty="0">
                          <a:latin typeface="Times New Roman"/>
                          <a:cs typeface="Times New Roman"/>
                        </a:rPr>
                        <a:t> </a:t>
                      </a:r>
                      <a:r>
                        <a:rPr sz="1200" spc="-5" dirty="0">
                          <a:latin typeface="Times New Roman"/>
                          <a:cs typeface="Times New Roman"/>
                        </a:rPr>
                        <a:t>user</a:t>
                      </a:r>
                      <a:r>
                        <a:rPr sz="1200" spc="3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a:txBody>
                  <a:tcPr marL="0" marR="0" marT="21590" marB="0"/>
                </a:tc>
                <a:extLst>
                  <a:ext uri="{0D108BD9-81ED-4DB2-BD59-A6C34878D82A}">
                    <a16:rowId xmlns:a16="http://schemas.microsoft.com/office/drawing/2014/main" val="10003"/>
                  </a:ext>
                </a:extLst>
              </a:tr>
            </a:tbl>
          </a:graphicData>
        </a:graphic>
      </p:graphicFrame>
      <p:graphicFrame>
        <p:nvGraphicFramePr>
          <p:cNvPr id="7" name="object 7"/>
          <p:cNvGraphicFramePr>
            <a:graphicFrameLocks noGrp="1"/>
          </p:cNvGraphicFramePr>
          <p:nvPr/>
        </p:nvGraphicFramePr>
        <p:xfrm>
          <a:off x="908050" y="3340227"/>
          <a:ext cx="4622800" cy="5363208"/>
        </p:xfrm>
        <a:graphic>
          <a:graphicData uri="http://schemas.openxmlformats.org/drawingml/2006/table">
            <a:tbl>
              <a:tblPr firstRow="1" bandRow="1">
                <a:tableStyleId>{2D5ABB26-0587-4C30-8999-92F81FD0307C}</a:tableStyleId>
              </a:tblPr>
              <a:tblGrid>
                <a:gridCol w="711835">
                  <a:extLst>
                    <a:ext uri="{9D8B030D-6E8A-4147-A177-3AD203B41FA5}">
                      <a16:colId xmlns:a16="http://schemas.microsoft.com/office/drawing/2014/main" val="20000"/>
                    </a:ext>
                  </a:extLst>
                </a:gridCol>
                <a:gridCol w="1009015">
                  <a:extLst>
                    <a:ext uri="{9D8B030D-6E8A-4147-A177-3AD203B41FA5}">
                      <a16:colId xmlns:a16="http://schemas.microsoft.com/office/drawing/2014/main" val="20001"/>
                    </a:ext>
                  </a:extLst>
                </a:gridCol>
                <a:gridCol w="76835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444500">
                <a:tc>
                  <a:txBody>
                    <a:bodyPr/>
                    <a:lstStyle/>
                    <a:p>
                      <a:pPr marL="69850">
                        <a:lnSpc>
                          <a:spcPct val="100000"/>
                        </a:lnSpc>
                        <a:spcBef>
                          <a:spcPts val="340"/>
                        </a:spcBef>
                      </a:pPr>
                      <a:r>
                        <a:rPr sz="1200" b="1" spc="-15" dirty="0">
                          <a:latin typeface="Times New Roman"/>
                          <a:cs typeface="Times New Roman"/>
                        </a:rPr>
                        <a:t>Sl.No</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b="1" spc="-5" dirty="0">
                          <a:latin typeface="Times New Roman"/>
                          <a:cs typeface="Times New Roman"/>
                        </a:rPr>
                        <a:t>Field</a:t>
                      </a:r>
                      <a:r>
                        <a:rPr sz="1200" b="1" spc="-35"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b="1" spc="-15" dirty="0">
                          <a:latin typeface="Times New Roman"/>
                          <a:cs typeface="Times New Roman"/>
                        </a:rPr>
                        <a:t>F</a:t>
                      </a:r>
                      <a:r>
                        <a:rPr sz="1200" b="1" dirty="0">
                          <a:latin typeface="Times New Roman"/>
                          <a:cs typeface="Times New Roman"/>
                        </a:rPr>
                        <a:t>ield</a:t>
                      </a:r>
                      <a:r>
                        <a:rPr sz="1200" b="1" spc="-20" dirty="0">
                          <a:latin typeface="Times New Roman"/>
                          <a:cs typeface="Times New Roman"/>
                        </a:rPr>
                        <a:t> </a:t>
                      </a:r>
                      <a:r>
                        <a:rPr sz="1200" b="1" spc="-25" dirty="0">
                          <a:latin typeface="Times New Roman"/>
                          <a:cs typeface="Times New Roman"/>
                        </a:rPr>
                        <a:t>Ty</a:t>
                      </a:r>
                      <a:r>
                        <a:rPr sz="1200" b="1" spc="-20" dirty="0">
                          <a:latin typeface="Times New Roman"/>
                          <a:cs typeface="Times New Roman"/>
                        </a:rPr>
                        <a:t>p</a:t>
                      </a:r>
                      <a:r>
                        <a:rPr sz="1200" b="1" dirty="0">
                          <a:latin typeface="Times New Roman"/>
                          <a:cs typeface="Times New Roman"/>
                        </a:rPr>
                        <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b="1" spc="-5" dirty="0">
                          <a:latin typeface="Times New Roman"/>
                          <a:cs typeface="Times New Roman"/>
                        </a:rPr>
                        <a:t>Field</a:t>
                      </a:r>
                      <a:r>
                        <a:rPr sz="1200" b="1" spc="-30" dirty="0">
                          <a:latin typeface="Times New Roman"/>
                          <a:cs typeface="Times New Roman"/>
                        </a:rPr>
                        <a:t> </a:t>
                      </a:r>
                      <a:r>
                        <a:rPr sz="1200" b="1" spc="-15" dirty="0">
                          <a:latin typeface="Times New Roman"/>
                          <a:cs typeface="Times New Roman"/>
                        </a:rPr>
                        <a:t>Description</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b="1" spc="-5" dirty="0">
                          <a:latin typeface="Times New Roman"/>
                          <a:cs typeface="Times New Roman"/>
                        </a:rPr>
                        <a:t>Field</a:t>
                      </a:r>
                      <a:r>
                        <a:rPr sz="1200" b="1" spc="-35"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44500">
                <a:tc>
                  <a:txBody>
                    <a:bodyPr/>
                    <a:lstStyle/>
                    <a:p>
                      <a:pPr marL="69850">
                        <a:lnSpc>
                          <a:spcPct val="100000"/>
                        </a:lnSpc>
                        <a:spcBef>
                          <a:spcPts val="340"/>
                        </a:spcBef>
                      </a:pPr>
                      <a:r>
                        <a:rPr sz="1200" dirty="0">
                          <a:latin typeface="Times New Roman"/>
                          <a:cs typeface="Times New Roman"/>
                        </a:rPr>
                        <a:t>1</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695">
                        <a:lnSpc>
                          <a:spcPct val="100000"/>
                        </a:lnSpc>
                        <a:spcBef>
                          <a:spcPts val="340"/>
                        </a:spcBef>
                      </a:pP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44500">
                <a:tc>
                  <a:txBody>
                    <a:bodyPr/>
                    <a:lstStyle/>
                    <a:p>
                      <a:pPr marL="69850">
                        <a:lnSpc>
                          <a:spcPct val="100000"/>
                        </a:lnSpc>
                        <a:spcBef>
                          <a:spcPts val="340"/>
                        </a:spcBef>
                      </a:pPr>
                      <a:r>
                        <a:rPr sz="1200" dirty="0">
                          <a:latin typeface="Times New Roman"/>
                          <a:cs typeface="Times New Roman"/>
                        </a:rPr>
                        <a:t>2</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15" dirty="0">
                          <a:latin typeface="Times New Roman"/>
                          <a:cs typeface="Times New Roman"/>
                        </a:rPr>
                        <a:t>doctor_id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doctor</a:t>
                      </a:r>
                      <a:r>
                        <a:rPr sz="1200" spc="-6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44500">
                <a:tc>
                  <a:txBody>
                    <a:bodyPr/>
                    <a:lstStyle/>
                    <a:p>
                      <a:pPr marL="69850">
                        <a:lnSpc>
                          <a:spcPct val="100000"/>
                        </a:lnSpc>
                        <a:spcBef>
                          <a:spcPts val="340"/>
                        </a:spcBef>
                      </a:pPr>
                      <a:r>
                        <a:rPr sz="1200" dirty="0">
                          <a:latin typeface="Times New Roman"/>
                          <a:cs typeface="Times New Roman"/>
                        </a:rPr>
                        <a:t>3</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15" dirty="0">
                          <a:latin typeface="Times New Roman"/>
                          <a:cs typeface="Times New Roman"/>
                        </a:rPr>
                        <a:t>user_id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15" dirty="0">
                          <a:latin typeface="Times New Roman"/>
                          <a:cs typeface="Times New Roman"/>
                        </a:rPr>
                        <a:t>Patient’s</a:t>
                      </a:r>
                      <a:r>
                        <a:rPr sz="1200" spc="-35" dirty="0">
                          <a:latin typeface="Times New Roman"/>
                          <a:cs typeface="Times New Roman"/>
                        </a:rPr>
                        <a:t> </a:t>
                      </a:r>
                      <a:r>
                        <a:rPr sz="1200" spc="-5" dirty="0">
                          <a:latin typeface="Times New Roman"/>
                          <a:cs typeface="Times New Roman"/>
                        </a:rPr>
                        <a:t>user</a:t>
                      </a:r>
                      <a:r>
                        <a:rPr sz="1200" spc="-5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46404">
                <a:tc>
                  <a:txBody>
                    <a:bodyPr/>
                    <a:lstStyle/>
                    <a:p>
                      <a:pPr marL="69850">
                        <a:lnSpc>
                          <a:spcPct val="100000"/>
                        </a:lnSpc>
                        <a:spcBef>
                          <a:spcPts val="355"/>
                        </a:spcBef>
                      </a:pPr>
                      <a:r>
                        <a:rPr sz="1200" dirty="0">
                          <a:latin typeface="Times New Roman"/>
                          <a:cs typeface="Times New Roman"/>
                        </a:rPr>
                        <a:t>4</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55"/>
                        </a:spcBef>
                      </a:pPr>
                      <a:r>
                        <a:rPr sz="1200" spc="-20" dirty="0">
                          <a:latin typeface="Times New Roman"/>
                          <a:cs typeface="Times New Roman"/>
                        </a:rPr>
                        <a:t>spec</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55"/>
                        </a:spcBef>
                      </a:pPr>
                      <a:r>
                        <a:rPr sz="1200" spc="-20" dirty="0">
                          <a:latin typeface="Times New Roman"/>
                          <a:cs typeface="Times New Roman"/>
                        </a:rPr>
                        <a:t>varchar</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5"/>
                        </a:spcBef>
                      </a:pPr>
                      <a:r>
                        <a:rPr sz="1200" spc="-15" dirty="0">
                          <a:latin typeface="Times New Roman"/>
                          <a:cs typeface="Times New Roman"/>
                        </a:rPr>
                        <a:t>specialization</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55"/>
                        </a:spcBef>
                      </a:pPr>
                      <a:r>
                        <a:rPr sz="1200" spc="-25" dirty="0">
                          <a:latin typeface="Times New Roman"/>
                          <a:cs typeface="Times New Roman"/>
                        </a:rPr>
                        <a:t>20</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7200">
                <a:tc>
                  <a:txBody>
                    <a:bodyPr/>
                    <a:lstStyle/>
                    <a:p>
                      <a:pPr marL="69850">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20"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Patient</a:t>
                      </a:r>
                      <a:r>
                        <a:rPr sz="1200" spc="-65" dirty="0">
                          <a:latin typeface="Times New Roman"/>
                          <a:cs typeface="Times New Roman"/>
                        </a:rPr>
                        <a:t> </a:t>
                      </a:r>
                      <a:r>
                        <a:rPr sz="1200" spc="-20"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44500">
                <a:tc>
                  <a:txBody>
                    <a:bodyPr/>
                    <a:lstStyle/>
                    <a:p>
                      <a:pPr marL="69850">
                        <a:lnSpc>
                          <a:spcPct val="100000"/>
                        </a:lnSpc>
                        <a:spcBef>
                          <a:spcPts val="340"/>
                        </a:spcBef>
                      </a:pPr>
                      <a:r>
                        <a:rPr sz="1200" dirty="0">
                          <a:latin typeface="Times New Roman"/>
                          <a:cs typeface="Times New Roman"/>
                        </a:rPr>
                        <a:t>6</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25" dirty="0">
                          <a:latin typeface="Times New Roman"/>
                          <a:cs typeface="Times New Roman"/>
                        </a:rPr>
                        <a:t>age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15" dirty="0">
                          <a:latin typeface="Times New Roman"/>
                          <a:cs typeface="Times New Roman"/>
                        </a:rPr>
                        <a:t>Patient’s</a:t>
                      </a:r>
                      <a:r>
                        <a:rPr sz="1200" spc="-45" dirty="0">
                          <a:latin typeface="Times New Roman"/>
                          <a:cs typeface="Times New Roman"/>
                        </a:rPr>
                        <a:t> </a:t>
                      </a:r>
                      <a:r>
                        <a:rPr sz="1200" spc="-25" dirty="0">
                          <a:latin typeface="Times New Roman"/>
                          <a:cs typeface="Times New Roman"/>
                        </a:rPr>
                        <a:t>age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44500">
                <a:tc>
                  <a:txBody>
                    <a:bodyPr/>
                    <a:lstStyle/>
                    <a:p>
                      <a:pPr marL="69850">
                        <a:lnSpc>
                          <a:spcPct val="100000"/>
                        </a:lnSpc>
                        <a:spcBef>
                          <a:spcPts val="340"/>
                        </a:spcBef>
                      </a:pPr>
                      <a:r>
                        <a:rPr sz="1200" dirty="0">
                          <a:latin typeface="Times New Roman"/>
                          <a:cs typeface="Times New Roman"/>
                        </a:rPr>
                        <a:t>7</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15" dirty="0">
                          <a:latin typeface="Times New Roman"/>
                          <a:cs typeface="Times New Roman"/>
                        </a:rPr>
                        <a:t>weight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15" dirty="0">
                          <a:latin typeface="Times New Roman"/>
                          <a:cs typeface="Times New Roman"/>
                        </a:rPr>
                        <a:t>Patient’s</a:t>
                      </a:r>
                      <a:r>
                        <a:rPr sz="1200" spc="-45" dirty="0">
                          <a:latin typeface="Times New Roman"/>
                          <a:cs typeface="Times New Roman"/>
                        </a:rPr>
                        <a:t> </a:t>
                      </a:r>
                      <a:r>
                        <a:rPr sz="1200" spc="-15" dirty="0">
                          <a:latin typeface="Times New Roman"/>
                          <a:cs typeface="Times New Roman"/>
                        </a:rPr>
                        <a:t>weight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25"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44500">
                <a:tc>
                  <a:txBody>
                    <a:bodyPr/>
                    <a:lstStyle/>
                    <a:p>
                      <a:pPr marL="69850">
                        <a:lnSpc>
                          <a:spcPct val="100000"/>
                        </a:lnSpc>
                        <a:spcBef>
                          <a:spcPts val="340"/>
                        </a:spcBef>
                      </a:pPr>
                      <a:r>
                        <a:rPr sz="1200" dirty="0">
                          <a:latin typeface="Times New Roman"/>
                          <a:cs typeface="Times New Roman"/>
                        </a:rPr>
                        <a:t>8</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20" dirty="0">
                          <a:latin typeface="Times New Roman"/>
                          <a:cs typeface="Times New Roman"/>
                        </a:rPr>
                        <a:t>gender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15" dirty="0">
                          <a:latin typeface="Times New Roman"/>
                          <a:cs typeface="Times New Roman"/>
                        </a:rPr>
                        <a:t>Patient’s</a:t>
                      </a:r>
                      <a:r>
                        <a:rPr sz="1200" spc="-35" dirty="0">
                          <a:latin typeface="Times New Roman"/>
                          <a:cs typeface="Times New Roman"/>
                        </a:rPr>
                        <a:t> </a:t>
                      </a:r>
                      <a:r>
                        <a:rPr sz="1200" spc="-20" dirty="0">
                          <a:latin typeface="Times New Roman"/>
                          <a:cs typeface="Times New Roman"/>
                        </a:rPr>
                        <a:t>gender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25"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45135">
                <a:tc>
                  <a:txBody>
                    <a:bodyPr/>
                    <a:lstStyle/>
                    <a:p>
                      <a:pPr marL="69850">
                        <a:lnSpc>
                          <a:spcPct val="100000"/>
                        </a:lnSpc>
                        <a:spcBef>
                          <a:spcPts val="350"/>
                        </a:spcBef>
                      </a:pPr>
                      <a:r>
                        <a:rPr sz="1200" dirty="0">
                          <a:latin typeface="Times New Roman"/>
                          <a:cs typeface="Times New Roman"/>
                        </a:rPr>
                        <a:t>9</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50"/>
                        </a:spcBef>
                      </a:pPr>
                      <a:r>
                        <a:rPr sz="1200" spc="-15" dirty="0">
                          <a:latin typeface="Times New Roman"/>
                          <a:cs typeface="Times New Roman"/>
                        </a:rPr>
                        <a:t>prescription</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50"/>
                        </a:spcBef>
                      </a:pPr>
                      <a:r>
                        <a:rPr sz="1200" spc="-20" dirty="0">
                          <a:latin typeface="Times New Roman"/>
                          <a:cs typeface="Times New Roman"/>
                        </a:rPr>
                        <a:t>text</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0"/>
                        </a:spcBef>
                      </a:pPr>
                      <a:r>
                        <a:rPr sz="1200" spc="-15" dirty="0">
                          <a:latin typeface="Times New Roman"/>
                          <a:cs typeface="Times New Roman"/>
                        </a:rPr>
                        <a:t>Prescriptions</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50"/>
                        </a:spcBef>
                      </a:pPr>
                      <a:r>
                        <a:rPr sz="1200" spc="-25" dirty="0">
                          <a:latin typeface="Times New Roman"/>
                          <a:cs typeface="Times New Roman"/>
                        </a:rPr>
                        <a:t>50</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58469">
                <a:tc>
                  <a:txBody>
                    <a:bodyPr/>
                    <a:lstStyle/>
                    <a:p>
                      <a:pPr marL="69850">
                        <a:lnSpc>
                          <a:spcPct val="100000"/>
                        </a:lnSpc>
                        <a:spcBef>
                          <a:spcPts val="340"/>
                        </a:spcBef>
                      </a:pPr>
                      <a:r>
                        <a:rPr sz="1200" spc="-25"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0"/>
                        </a:spcBef>
                      </a:pPr>
                      <a:r>
                        <a:rPr sz="1200" spc="-15" dirty="0">
                          <a:latin typeface="Times New Roman"/>
                          <a:cs typeface="Times New Roman"/>
                        </a:rPr>
                        <a:t>advice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text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Advices</a:t>
                      </a:r>
                      <a:r>
                        <a:rPr sz="1200" spc="-50"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spc="-15" dirty="0">
                          <a:latin typeface="Times New Roman"/>
                          <a:cs typeface="Times New Roman"/>
                        </a:rPr>
                        <a:t>patients</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200" spc="-25" dirty="0">
                          <a:latin typeface="Times New Roman"/>
                          <a:cs typeface="Times New Roman"/>
                        </a:rPr>
                        <a:t>50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444500">
                <a:tc>
                  <a:txBody>
                    <a:bodyPr/>
                    <a:lstStyle/>
                    <a:p>
                      <a:pPr marL="69850">
                        <a:lnSpc>
                          <a:spcPct val="100000"/>
                        </a:lnSpc>
                        <a:spcBef>
                          <a:spcPts val="345"/>
                        </a:spcBef>
                      </a:pPr>
                      <a:r>
                        <a:rPr sz="1200" spc="-25" dirty="0">
                          <a:latin typeface="Times New Roman"/>
                          <a:cs typeface="Times New Roman"/>
                        </a:rPr>
                        <a:t>11</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345"/>
                        </a:spcBef>
                      </a:pPr>
                      <a:r>
                        <a:rPr sz="1200" spc="-15" dirty="0">
                          <a:latin typeface="Times New Roman"/>
                          <a:cs typeface="Times New Roman"/>
                        </a:rPr>
                        <a:t>approve_status</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5"/>
                        </a:spcBef>
                      </a:pPr>
                      <a:r>
                        <a:rPr sz="1200" spc="-20" dirty="0">
                          <a:latin typeface="Times New Roman"/>
                          <a:cs typeface="Times New Roman"/>
                        </a:rPr>
                        <a:t>varchar</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5"/>
                        </a:spcBef>
                      </a:pPr>
                      <a:r>
                        <a:rPr sz="1200" spc="-15" dirty="0">
                          <a:latin typeface="Times New Roman"/>
                          <a:cs typeface="Times New Roman"/>
                        </a:rPr>
                        <a:t>Approve/reject</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2870">
                        <a:lnSpc>
                          <a:spcPct val="100000"/>
                        </a:lnSpc>
                        <a:spcBef>
                          <a:spcPts val="345"/>
                        </a:spcBef>
                      </a:pPr>
                      <a:r>
                        <a:rPr sz="1200" spc="-25" dirty="0">
                          <a:latin typeface="Times New Roman"/>
                          <a:cs typeface="Times New Roman"/>
                        </a:rPr>
                        <a:t>10</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bl>
          </a:graphicData>
        </a:graphic>
      </p:graphicFrame>
      <p:sp>
        <p:nvSpPr>
          <p:cNvPr id="8" name="object 8"/>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1565275"/>
            <a:ext cx="202946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M</a:t>
            </a:r>
            <a:r>
              <a:rPr sz="1200" b="1" dirty="0">
                <a:latin typeface="Times New Roman"/>
                <a:cs typeface="Times New Roman"/>
              </a:rPr>
              <a:t>E</a:t>
            </a:r>
            <a:r>
              <a:rPr sz="1200" b="1" spc="-5" dirty="0">
                <a:latin typeface="Times New Roman"/>
                <a:cs typeface="Times New Roman"/>
              </a:rPr>
              <a:t>DI</a:t>
            </a:r>
            <a:r>
              <a:rPr sz="1200" b="1" spc="-10" dirty="0">
                <a:latin typeface="Times New Roman"/>
                <a:cs typeface="Times New Roman"/>
              </a:rPr>
              <a:t>C</a:t>
            </a:r>
            <a:r>
              <a:rPr sz="1200" b="1" spc="-5" dirty="0">
                <a:latin typeface="Times New Roman"/>
                <a:cs typeface="Times New Roman"/>
              </a:rPr>
              <a:t>INE</a:t>
            </a:r>
            <a:r>
              <a:rPr sz="1200" b="1" spc="-45" dirty="0">
                <a:latin typeface="Times New Roman"/>
                <a:cs typeface="Times New Roman"/>
              </a:rPr>
              <a:t> </a:t>
            </a:r>
            <a:r>
              <a:rPr sz="1200" b="1" spc="-5" dirty="0">
                <a:latin typeface="Times New Roman"/>
                <a:cs typeface="Times New Roman"/>
              </a:rPr>
              <a:t>ORDERS</a:t>
            </a:r>
            <a:r>
              <a:rPr sz="1200" b="1" spc="-7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graphicFrame>
        <p:nvGraphicFramePr>
          <p:cNvPr id="6" name="object 6"/>
          <p:cNvGraphicFramePr>
            <a:graphicFrameLocks noGrp="1"/>
          </p:cNvGraphicFramePr>
          <p:nvPr/>
        </p:nvGraphicFramePr>
        <p:xfrm>
          <a:off x="788314" y="1816692"/>
          <a:ext cx="4167504" cy="1206104"/>
        </p:xfrm>
        <a:graphic>
          <a:graphicData uri="http://schemas.openxmlformats.org/drawingml/2006/table">
            <a:tbl>
              <a:tblPr firstRow="1" bandRow="1">
                <a:tableStyleId>{2D5ABB26-0587-4C30-8999-92F81FD0307C}</a:tableStyleId>
              </a:tblPr>
              <a:tblGrid>
                <a:gridCol w="1330960">
                  <a:extLst>
                    <a:ext uri="{9D8B030D-6E8A-4147-A177-3AD203B41FA5}">
                      <a16:colId xmlns:a16="http://schemas.microsoft.com/office/drawing/2014/main" val="20000"/>
                    </a:ext>
                  </a:extLst>
                </a:gridCol>
                <a:gridCol w="2836544">
                  <a:extLst>
                    <a:ext uri="{9D8B030D-6E8A-4147-A177-3AD203B41FA5}">
                      <a16:colId xmlns:a16="http://schemas.microsoft.com/office/drawing/2014/main" val="20001"/>
                    </a:ext>
                  </a:extLst>
                </a:gridCol>
              </a:tblGrid>
              <a:tr h="254946">
                <a:tc>
                  <a:txBody>
                    <a:bodyPr/>
                    <a:lstStyle/>
                    <a:p>
                      <a:pPr marL="127000">
                        <a:lnSpc>
                          <a:spcPts val="1310"/>
                        </a:lnSpc>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txBody>
                  <a:tcPr marL="0" marR="0" marT="0" marB="0"/>
                </a:tc>
                <a:tc>
                  <a:txBody>
                    <a:bodyPr/>
                    <a:lstStyle/>
                    <a:p>
                      <a:pPr marL="136525">
                        <a:lnSpc>
                          <a:spcPts val="1310"/>
                        </a:lnSpc>
                      </a:pPr>
                      <a:r>
                        <a:rPr sz="1200" dirty="0">
                          <a:latin typeface="Times New Roman"/>
                          <a:cs typeface="Times New Roman"/>
                        </a:rPr>
                        <a:t>:</a:t>
                      </a:r>
                      <a:r>
                        <a:rPr sz="1200" spc="-40" dirty="0">
                          <a:latin typeface="Times New Roman"/>
                          <a:cs typeface="Times New Roman"/>
                        </a:rPr>
                        <a:t> </a:t>
                      </a:r>
                      <a:r>
                        <a:rPr sz="1200" spc="-15" dirty="0">
                          <a:latin typeface="Times New Roman"/>
                          <a:cs typeface="Times New Roman"/>
                        </a:rPr>
                        <a:t>medicines_orders_tbl</a:t>
                      </a:r>
                      <a:endParaRPr sz="1200">
                        <a:latin typeface="Times New Roman"/>
                        <a:cs typeface="Times New Roman"/>
                      </a:endParaRPr>
                    </a:p>
                  </a:txBody>
                  <a:tcPr marL="0" marR="0" marT="0" marB="0"/>
                </a:tc>
                <a:extLst>
                  <a:ext uri="{0D108BD9-81ED-4DB2-BD59-A6C34878D82A}">
                    <a16:rowId xmlns:a16="http://schemas.microsoft.com/office/drawing/2014/main" val="10000"/>
                  </a:ext>
                </a:extLst>
              </a:tr>
              <a:tr h="352551">
                <a:tc>
                  <a:txBody>
                    <a:bodyPr/>
                    <a:lstStyle/>
                    <a:p>
                      <a:pPr marL="127000">
                        <a:lnSpc>
                          <a:spcPct val="100000"/>
                        </a:lnSpc>
                        <a:spcBef>
                          <a:spcPts val="545"/>
                        </a:spcBef>
                      </a:pPr>
                      <a:r>
                        <a:rPr sz="1200" spc="-25" dirty="0">
                          <a:latin typeface="Times New Roman"/>
                          <a:cs typeface="Times New Roman"/>
                        </a:rPr>
                        <a:t>Table</a:t>
                      </a:r>
                      <a:r>
                        <a:rPr sz="1200" spc="-35" dirty="0">
                          <a:latin typeface="Times New Roman"/>
                          <a:cs typeface="Times New Roman"/>
                        </a:rPr>
                        <a:t> </a:t>
                      </a:r>
                      <a:r>
                        <a:rPr sz="1200" spc="-15" dirty="0">
                          <a:latin typeface="Times New Roman"/>
                          <a:cs typeface="Times New Roman"/>
                        </a:rPr>
                        <a:t>Description</a:t>
                      </a:r>
                      <a:endParaRPr sz="1200">
                        <a:latin typeface="Times New Roman"/>
                        <a:cs typeface="Times New Roman"/>
                      </a:endParaRPr>
                    </a:p>
                  </a:txBody>
                  <a:tcPr marL="0" marR="0" marT="69215" marB="0"/>
                </a:tc>
                <a:tc>
                  <a:txBody>
                    <a:bodyPr/>
                    <a:lstStyle/>
                    <a:p>
                      <a:pPr marL="136525">
                        <a:lnSpc>
                          <a:spcPct val="100000"/>
                        </a:lnSpc>
                        <a:spcBef>
                          <a:spcPts val="545"/>
                        </a:spcBef>
                      </a:pP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table</a:t>
                      </a:r>
                      <a:r>
                        <a:rPr sz="1200" spc="-5" dirty="0">
                          <a:latin typeface="Times New Roman"/>
                          <a:cs typeface="Times New Roman"/>
                        </a:rPr>
                        <a:t> stores</a:t>
                      </a:r>
                      <a:r>
                        <a:rPr sz="1200" spc="-35" dirty="0">
                          <a:latin typeface="Times New Roman"/>
                          <a:cs typeface="Times New Roman"/>
                        </a:rPr>
                        <a:t> </a:t>
                      </a:r>
                      <a:r>
                        <a:rPr sz="1200" spc="-5" dirty="0">
                          <a:latin typeface="Times New Roman"/>
                          <a:cs typeface="Times New Roman"/>
                        </a:rPr>
                        <a:t>medicine orders</a:t>
                      </a:r>
                      <a:r>
                        <a:rPr sz="1200" spc="-30"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txBody>
                  <a:tcPr marL="0" marR="0" marT="69215" marB="0"/>
                </a:tc>
                <a:extLst>
                  <a:ext uri="{0D108BD9-81ED-4DB2-BD59-A6C34878D82A}">
                    <a16:rowId xmlns:a16="http://schemas.microsoft.com/office/drawing/2014/main" val="10001"/>
                  </a:ext>
                </a:extLst>
              </a:tr>
              <a:tr h="348106">
                <a:tc>
                  <a:txBody>
                    <a:bodyPr/>
                    <a:lstStyle/>
                    <a:p>
                      <a:pPr marL="127000">
                        <a:lnSpc>
                          <a:spcPct val="100000"/>
                        </a:lnSpc>
                        <a:spcBef>
                          <a:spcPts val="635"/>
                        </a:spcBef>
                      </a:pPr>
                      <a:r>
                        <a:rPr sz="1200" spc="-5" dirty="0">
                          <a:latin typeface="Times New Roman"/>
                          <a:cs typeface="Times New Roman"/>
                        </a:rPr>
                        <a:t>Primary</a:t>
                      </a:r>
                      <a:r>
                        <a:rPr sz="1200" spc="-55"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80645" marB="0"/>
                </a:tc>
                <a:tc>
                  <a:txBody>
                    <a:bodyPr/>
                    <a:lstStyle/>
                    <a:p>
                      <a:pPr marL="136525">
                        <a:lnSpc>
                          <a:spcPct val="100000"/>
                        </a:lnSpc>
                        <a:spcBef>
                          <a:spcPts val="635"/>
                        </a:spcBef>
                      </a:pP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80645" marB="0"/>
                </a:tc>
                <a:extLst>
                  <a:ext uri="{0D108BD9-81ED-4DB2-BD59-A6C34878D82A}">
                    <a16:rowId xmlns:a16="http://schemas.microsoft.com/office/drawing/2014/main" val="10002"/>
                  </a:ext>
                </a:extLst>
              </a:tr>
              <a:tr h="250501">
                <a:tc>
                  <a:txBody>
                    <a:bodyPr/>
                    <a:lstStyle/>
                    <a:p>
                      <a:pPr marL="127000">
                        <a:lnSpc>
                          <a:spcPts val="1360"/>
                        </a:lnSpc>
                        <a:spcBef>
                          <a:spcPts val="509"/>
                        </a:spcBef>
                      </a:pPr>
                      <a:r>
                        <a:rPr sz="1200" spc="-5" dirty="0">
                          <a:latin typeface="Times New Roman"/>
                          <a:cs typeface="Times New Roman"/>
                        </a:rPr>
                        <a:t>Foreign</a:t>
                      </a:r>
                      <a:r>
                        <a:rPr sz="1200" spc="-5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64769" marB="0"/>
                </a:tc>
                <a:tc>
                  <a:txBody>
                    <a:bodyPr/>
                    <a:lstStyle/>
                    <a:p>
                      <a:pPr marL="136525">
                        <a:lnSpc>
                          <a:spcPts val="1360"/>
                        </a:lnSpc>
                        <a:spcBef>
                          <a:spcPts val="509"/>
                        </a:spcBef>
                      </a:pPr>
                      <a:r>
                        <a:rPr sz="1200" spc="-15" dirty="0">
                          <a:latin typeface="Times New Roman"/>
                          <a:cs typeface="Times New Roman"/>
                        </a:rPr>
                        <a:t>:user_id,patient_id,pharma_id,medicine_id</a:t>
                      </a:r>
                      <a:endParaRPr sz="1200">
                        <a:latin typeface="Times New Roman"/>
                        <a:cs typeface="Times New Roman"/>
                      </a:endParaRPr>
                    </a:p>
                  </a:txBody>
                  <a:tcPr marL="0" marR="0" marT="64769" marB="0"/>
                </a:tc>
                <a:extLst>
                  <a:ext uri="{0D108BD9-81ED-4DB2-BD59-A6C34878D82A}">
                    <a16:rowId xmlns:a16="http://schemas.microsoft.com/office/drawing/2014/main" val="10003"/>
                  </a:ext>
                </a:extLst>
              </a:tr>
            </a:tbl>
          </a:graphicData>
        </a:graphic>
      </p:graphicFrame>
      <p:sp>
        <p:nvSpPr>
          <p:cNvPr id="7" name="object 7"/>
          <p:cNvSpPr txBox="1"/>
          <p:nvPr/>
        </p:nvSpPr>
        <p:spPr>
          <a:xfrm>
            <a:off x="901700" y="2996945"/>
            <a:ext cx="5708650" cy="415925"/>
          </a:xfrm>
          <a:prstGeom prst="rect">
            <a:avLst/>
          </a:prstGeom>
        </p:spPr>
        <p:txBody>
          <a:bodyPr vert="horz" wrap="square" lIns="0" tIns="12700" rIns="0" bIns="0" rtlCol="0">
            <a:spAutoFit/>
          </a:bodyPr>
          <a:lstStyle/>
          <a:p>
            <a:pPr marL="12700" marR="5080">
              <a:lnSpc>
                <a:spcPct val="106700"/>
              </a:lnSpc>
              <a:spcBef>
                <a:spcPts val="100"/>
              </a:spcBef>
            </a:pPr>
            <a:r>
              <a:rPr sz="1200" spc="-5" dirty="0">
                <a:latin typeface="Times New Roman"/>
                <a:cs typeface="Times New Roman"/>
              </a:rPr>
              <a:t>,doctor_id.(references</a:t>
            </a:r>
            <a:r>
              <a:rPr sz="1200" spc="225" dirty="0">
                <a:latin typeface="Times New Roman"/>
                <a:cs typeface="Times New Roman"/>
              </a:rPr>
              <a:t> </a:t>
            </a:r>
            <a:r>
              <a:rPr sz="1200" spc="-5" dirty="0">
                <a:latin typeface="Times New Roman"/>
                <a:cs typeface="Times New Roman"/>
              </a:rPr>
              <a:t>from</a:t>
            </a:r>
            <a:r>
              <a:rPr sz="1200" spc="185" dirty="0">
                <a:latin typeface="Times New Roman"/>
                <a:cs typeface="Times New Roman"/>
              </a:rPr>
              <a:t> </a:t>
            </a:r>
            <a:r>
              <a:rPr sz="1200" spc="-5" dirty="0">
                <a:latin typeface="Times New Roman"/>
                <a:cs typeface="Times New Roman"/>
              </a:rPr>
              <a:t>user</a:t>
            </a:r>
            <a:r>
              <a:rPr sz="1200" spc="170" dirty="0">
                <a:latin typeface="Times New Roman"/>
                <a:cs typeface="Times New Roman"/>
              </a:rPr>
              <a:t> </a:t>
            </a:r>
            <a:r>
              <a:rPr sz="1200" spc="-5" dirty="0">
                <a:latin typeface="Times New Roman"/>
                <a:cs typeface="Times New Roman"/>
              </a:rPr>
              <a:t>table,patient</a:t>
            </a:r>
            <a:r>
              <a:rPr sz="1200" spc="235" dirty="0">
                <a:latin typeface="Times New Roman"/>
                <a:cs typeface="Times New Roman"/>
              </a:rPr>
              <a:t> </a:t>
            </a:r>
            <a:r>
              <a:rPr sz="1200" spc="-5" dirty="0">
                <a:latin typeface="Times New Roman"/>
                <a:cs typeface="Times New Roman"/>
              </a:rPr>
              <a:t>table,pharmacies</a:t>
            </a:r>
            <a:r>
              <a:rPr sz="1200" spc="229" dirty="0">
                <a:latin typeface="Times New Roman"/>
                <a:cs typeface="Times New Roman"/>
              </a:rPr>
              <a:t> </a:t>
            </a:r>
            <a:r>
              <a:rPr sz="1200" spc="-5" dirty="0">
                <a:latin typeface="Times New Roman"/>
                <a:cs typeface="Times New Roman"/>
              </a:rPr>
              <a:t>table,medicines</a:t>
            </a:r>
            <a:r>
              <a:rPr sz="1200" spc="220" dirty="0">
                <a:latin typeface="Times New Roman"/>
                <a:cs typeface="Times New Roman"/>
              </a:rPr>
              <a:t> </a:t>
            </a:r>
            <a:r>
              <a:rPr sz="1200" spc="-15" dirty="0">
                <a:latin typeface="Times New Roman"/>
                <a:cs typeface="Times New Roman"/>
              </a:rPr>
              <a:t>table,doctor </a:t>
            </a:r>
            <a:r>
              <a:rPr sz="1200" spc="-28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graphicFrame>
        <p:nvGraphicFramePr>
          <p:cNvPr id="8" name="object 8"/>
          <p:cNvGraphicFramePr>
            <a:graphicFrameLocks noGrp="1"/>
          </p:cNvGraphicFramePr>
          <p:nvPr/>
        </p:nvGraphicFramePr>
        <p:xfrm>
          <a:off x="912164" y="3588385"/>
          <a:ext cx="4847589" cy="5661021"/>
        </p:xfrm>
        <a:graphic>
          <a:graphicData uri="http://schemas.openxmlformats.org/drawingml/2006/table">
            <a:tbl>
              <a:tblPr firstRow="1" bandRow="1">
                <a:tableStyleId>{2D5ABB26-0587-4C30-8999-92F81FD0307C}</a:tableStyleId>
              </a:tblPr>
              <a:tblGrid>
                <a:gridCol w="737870">
                  <a:extLst>
                    <a:ext uri="{9D8B030D-6E8A-4147-A177-3AD203B41FA5}">
                      <a16:colId xmlns:a16="http://schemas.microsoft.com/office/drawing/2014/main" val="20000"/>
                    </a:ext>
                  </a:extLst>
                </a:gridCol>
                <a:gridCol w="113538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454150">
                  <a:extLst>
                    <a:ext uri="{9D8B030D-6E8A-4147-A177-3AD203B41FA5}">
                      <a16:colId xmlns:a16="http://schemas.microsoft.com/office/drawing/2014/main" val="20003"/>
                    </a:ext>
                  </a:extLst>
                </a:gridCol>
                <a:gridCol w="758189">
                  <a:extLst>
                    <a:ext uri="{9D8B030D-6E8A-4147-A177-3AD203B41FA5}">
                      <a16:colId xmlns:a16="http://schemas.microsoft.com/office/drawing/2014/main" val="20004"/>
                    </a:ext>
                  </a:extLst>
                </a:gridCol>
              </a:tblGrid>
              <a:tr h="444500">
                <a:tc>
                  <a:txBody>
                    <a:bodyPr/>
                    <a:lstStyle/>
                    <a:p>
                      <a:pPr marL="69850">
                        <a:lnSpc>
                          <a:spcPct val="100000"/>
                        </a:lnSpc>
                        <a:spcBef>
                          <a:spcPts val="335"/>
                        </a:spcBef>
                      </a:pPr>
                      <a:r>
                        <a:rPr sz="1200" b="1" spc="-15" dirty="0">
                          <a:latin typeface="Times New Roman"/>
                          <a:cs typeface="Times New Roman"/>
                        </a:rPr>
                        <a:t>Sl.No</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5"/>
                        </a:spcBef>
                      </a:pPr>
                      <a:r>
                        <a:rPr sz="1200" b="1" spc="-5" dirty="0">
                          <a:latin typeface="Times New Roman"/>
                          <a:cs typeface="Times New Roman"/>
                        </a:rPr>
                        <a:t>Field</a:t>
                      </a:r>
                      <a:r>
                        <a:rPr sz="1200" b="1" spc="-35"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5"/>
                        </a:spcBef>
                      </a:pPr>
                      <a:r>
                        <a:rPr sz="1200" b="1" spc="-15" dirty="0">
                          <a:latin typeface="Times New Roman"/>
                          <a:cs typeface="Times New Roman"/>
                        </a:rPr>
                        <a:t>F</a:t>
                      </a:r>
                      <a:r>
                        <a:rPr sz="1200" b="1" dirty="0">
                          <a:latin typeface="Times New Roman"/>
                          <a:cs typeface="Times New Roman"/>
                        </a:rPr>
                        <a:t>ield</a:t>
                      </a:r>
                      <a:r>
                        <a:rPr sz="1200" b="1" spc="-20" dirty="0">
                          <a:latin typeface="Times New Roman"/>
                          <a:cs typeface="Times New Roman"/>
                        </a:rPr>
                        <a:t> </a:t>
                      </a:r>
                      <a:r>
                        <a:rPr sz="1200" b="1" spc="-25" dirty="0">
                          <a:latin typeface="Times New Roman"/>
                          <a:cs typeface="Times New Roman"/>
                        </a:rPr>
                        <a:t>Ty</a:t>
                      </a:r>
                      <a:r>
                        <a:rPr sz="1200" b="1" spc="-20" dirty="0">
                          <a:latin typeface="Times New Roman"/>
                          <a:cs typeface="Times New Roman"/>
                        </a:rPr>
                        <a:t>p</a:t>
                      </a:r>
                      <a:r>
                        <a:rPr sz="1200" b="1" dirty="0">
                          <a:latin typeface="Times New Roman"/>
                          <a:cs typeface="Times New Roman"/>
                        </a:rPr>
                        <a:t>e</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5"/>
                        </a:spcBef>
                      </a:pPr>
                      <a:r>
                        <a:rPr sz="1200" b="1" spc="-5" dirty="0">
                          <a:latin typeface="Times New Roman"/>
                          <a:cs typeface="Times New Roman"/>
                        </a:rPr>
                        <a:t>Field</a:t>
                      </a:r>
                      <a:r>
                        <a:rPr sz="1200" b="1" spc="-30" dirty="0">
                          <a:latin typeface="Times New Roman"/>
                          <a:cs typeface="Times New Roman"/>
                        </a:rPr>
                        <a:t> </a:t>
                      </a:r>
                      <a:r>
                        <a:rPr sz="1200" b="1" spc="-15" dirty="0">
                          <a:latin typeface="Times New Roman"/>
                          <a:cs typeface="Times New Roman"/>
                        </a:rPr>
                        <a:t>Description</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5"/>
                        </a:spcBef>
                      </a:pPr>
                      <a:r>
                        <a:rPr sz="1200" b="1" spc="-5" dirty="0">
                          <a:latin typeface="Times New Roman"/>
                          <a:cs typeface="Times New Roman"/>
                        </a:rPr>
                        <a:t>Field</a:t>
                      </a:r>
                      <a:r>
                        <a:rPr sz="1200" b="1" spc="-35"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94005">
                <a:tc>
                  <a:txBody>
                    <a:bodyPr/>
                    <a:lstStyle/>
                    <a:p>
                      <a:pPr marL="69850">
                        <a:lnSpc>
                          <a:spcPct val="100000"/>
                        </a:lnSpc>
                        <a:spcBef>
                          <a:spcPts val="330"/>
                        </a:spcBef>
                      </a:pPr>
                      <a:r>
                        <a:rPr sz="1200" dirty="0">
                          <a:latin typeface="Times New Roman"/>
                          <a:cs typeface="Times New Roman"/>
                        </a:rPr>
                        <a:t>1</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8585">
                        <a:lnSpc>
                          <a:spcPct val="100000"/>
                        </a:lnSpc>
                        <a:spcBef>
                          <a:spcPts val="330"/>
                        </a:spcBef>
                      </a:pPr>
                      <a:r>
                        <a:rPr sz="1200" spc="-5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59410">
                <a:tc>
                  <a:txBody>
                    <a:bodyPr/>
                    <a:lstStyle/>
                    <a:p>
                      <a:pPr marL="69850">
                        <a:lnSpc>
                          <a:spcPct val="100000"/>
                        </a:lnSpc>
                        <a:spcBef>
                          <a:spcPts val="330"/>
                        </a:spcBef>
                      </a:pPr>
                      <a:r>
                        <a:rPr sz="1200" dirty="0">
                          <a:latin typeface="Times New Roman"/>
                          <a:cs typeface="Times New Roman"/>
                        </a:rPr>
                        <a:t>2</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15" dirty="0">
                          <a:latin typeface="Times New Roman"/>
                          <a:cs typeface="Times New Roman"/>
                        </a:rPr>
                        <a:t>order_id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0"/>
                        </a:spcBef>
                      </a:pPr>
                      <a:r>
                        <a:rPr sz="1200" spc="-5" dirty="0">
                          <a:latin typeface="Times New Roman"/>
                          <a:cs typeface="Times New Roman"/>
                        </a:rPr>
                        <a:t>Order</a:t>
                      </a:r>
                      <a:r>
                        <a:rPr sz="1200" spc="-60" dirty="0">
                          <a:latin typeface="Times New Roman"/>
                          <a:cs typeface="Times New Roman"/>
                        </a:rPr>
                        <a:t> </a:t>
                      </a:r>
                      <a:r>
                        <a:rPr sz="1200" spc="-5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56234">
                <a:tc>
                  <a:txBody>
                    <a:bodyPr/>
                    <a:lstStyle/>
                    <a:p>
                      <a:pPr marL="69850">
                        <a:lnSpc>
                          <a:spcPct val="100000"/>
                        </a:lnSpc>
                        <a:spcBef>
                          <a:spcPts val="340"/>
                        </a:spcBef>
                      </a:pPr>
                      <a:r>
                        <a:rPr sz="1200" dirty="0">
                          <a:latin typeface="Times New Roman"/>
                          <a:cs typeface="Times New Roman"/>
                        </a:rPr>
                        <a:t>3</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15" dirty="0">
                          <a:latin typeface="Times New Roman"/>
                          <a:cs typeface="Times New Roman"/>
                        </a:rPr>
                        <a:t>pharma_id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5" dirty="0">
                          <a:latin typeface="Times New Roman"/>
                          <a:cs typeface="Times New Roman"/>
                        </a:rPr>
                        <a:t>Pharmacist</a:t>
                      </a:r>
                      <a:r>
                        <a:rPr sz="1200" spc="-70" dirty="0">
                          <a:latin typeface="Times New Roman"/>
                          <a:cs typeface="Times New Roman"/>
                        </a:rPr>
                        <a:t> </a:t>
                      </a:r>
                      <a:r>
                        <a:rPr sz="1200" spc="-5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2585">
                <a:tc>
                  <a:txBody>
                    <a:bodyPr/>
                    <a:lstStyle/>
                    <a:p>
                      <a:pPr marL="69850">
                        <a:lnSpc>
                          <a:spcPct val="100000"/>
                        </a:lnSpc>
                        <a:spcBef>
                          <a:spcPts val="340"/>
                        </a:spcBef>
                      </a:pPr>
                      <a:r>
                        <a:rPr sz="1200" dirty="0">
                          <a:latin typeface="Times New Roman"/>
                          <a:cs typeface="Times New Roman"/>
                        </a:rPr>
                        <a:t>4</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15" dirty="0">
                          <a:latin typeface="Times New Roman"/>
                          <a:cs typeface="Times New Roman"/>
                        </a:rPr>
                        <a:t>doctor_id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D</a:t>
                      </a:r>
                      <a:r>
                        <a:rPr sz="1200" dirty="0">
                          <a:latin typeface="Times New Roman"/>
                          <a:cs typeface="Times New Roman"/>
                        </a:rPr>
                        <a:t>o</a:t>
                      </a:r>
                      <a:r>
                        <a:rPr sz="1200" spc="-10" dirty="0">
                          <a:latin typeface="Times New Roman"/>
                          <a:cs typeface="Times New Roman"/>
                        </a:rPr>
                        <a:t>c</a:t>
                      </a:r>
                      <a:r>
                        <a:rPr sz="1200" dirty="0">
                          <a:latin typeface="Times New Roman"/>
                          <a:cs typeface="Times New Roman"/>
                        </a:rPr>
                        <a:t>tor</a:t>
                      </a:r>
                      <a:r>
                        <a:rPr sz="1200" spc="-4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200" spc="-30" dirty="0">
                          <a:latin typeface="Times New Roman"/>
                          <a:cs typeface="Times New Roman"/>
                        </a:rPr>
                        <a:t>10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67030">
                <a:tc>
                  <a:txBody>
                    <a:bodyPr/>
                    <a:lstStyle/>
                    <a:p>
                      <a:pPr marL="6985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15" dirty="0">
                          <a:latin typeface="Times New Roman"/>
                          <a:cs typeface="Times New Roman"/>
                        </a:rPr>
                        <a:t>patient_id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0"/>
                        </a:spcBef>
                      </a:pPr>
                      <a:r>
                        <a:rPr sz="1200" spc="-5" dirty="0">
                          <a:latin typeface="Times New Roman"/>
                          <a:cs typeface="Times New Roman"/>
                        </a:rPr>
                        <a:t>Patient</a:t>
                      </a:r>
                      <a:r>
                        <a:rPr sz="1200" spc="-6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53059">
                <a:tc>
                  <a:txBody>
                    <a:bodyPr/>
                    <a:lstStyle/>
                    <a:p>
                      <a:pPr marL="69850">
                        <a:lnSpc>
                          <a:spcPct val="100000"/>
                        </a:lnSpc>
                        <a:spcBef>
                          <a:spcPts val="330"/>
                        </a:spcBef>
                      </a:pPr>
                      <a:r>
                        <a:rPr sz="1200" dirty="0">
                          <a:latin typeface="Times New Roman"/>
                          <a:cs typeface="Times New Roman"/>
                        </a:rPr>
                        <a:t>6</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15" dirty="0">
                          <a:latin typeface="Times New Roman"/>
                          <a:cs typeface="Times New Roman"/>
                        </a:rPr>
                        <a:t>user_id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0"/>
                        </a:spcBef>
                      </a:pPr>
                      <a:r>
                        <a:rPr sz="1200" spc="-5" dirty="0">
                          <a:latin typeface="Times New Roman"/>
                          <a:cs typeface="Times New Roman"/>
                        </a:rPr>
                        <a:t>User</a:t>
                      </a:r>
                      <a:r>
                        <a:rPr sz="1200" spc="-6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0"/>
                        </a:spcBef>
                      </a:pPr>
                      <a:r>
                        <a:rPr sz="1200" spc="-30"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68300">
                <a:tc>
                  <a:txBody>
                    <a:bodyPr/>
                    <a:lstStyle/>
                    <a:p>
                      <a:pPr marL="69850">
                        <a:lnSpc>
                          <a:spcPct val="100000"/>
                        </a:lnSpc>
                        <a:spcBef>
                          <a:spcPts val="340"/>
                        </a:spcBef>
                      </a:pPr>
                      <a:r>
                        <a:rPr sz="1200" dirty="0">
                          <a:latin typeface="Times New Roman"/>
                          <a:cs typeface="Times New Roman"/>
                        </a:rPr>
                        <a:t>7</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15" dirty="0">
                          <a:latin typeface="Times New Roman"/>
                          <a:cs typeface="Times New Roman"/>
                        </a:rPr>
                        <a:t>medicine_id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dirty="0">
                          <a:latin typeface="Times New Roman"/>
                          <a:cs typeface="Times New Roman"/>
                        </a:rPr>
                        <a:t>M</a:t>
                      </a:r>
                      <a:r>
                        <a:rPr sz="1200" spc="-5" dirty="0">
                          <a:latin typeface="Times New Roman"/>
                          <a:cs typeface="Times New Roman"/>
                        </a:rPr>
                        <a:t>e</a:t>
                      </a:r>
                      <a:r>
                        <a:rPr sz="1200" dirty="0">
                          <a:latin typeface="Times New Roman"/>
                          <a:cs typeface="Times New Roman"/>
                        </a:rPr>
                        <a:t>dicin</a:t>
                      </a:r>
                      <a:r>
                        <a:rPr sz="1200" spc="-5" dirty="0">
                          <a:latin typeface="Times New Roman"/>
                          <a:cs typeface="Times New Roman"/>
                        </a:rPr>
                        <a:t>e</a:t>
                      </a:r>
                      <a:r>
                        <a:rPr sz="1200" dirty="0">
                          <a:latin typeface="Times New Roman"/>
                          <a:cs typeface="Times New Roman"/>
                        </a:rPr>
                        <a:t>s</a:t>
                      </a:r>
                      <a:r>
                        <a:rPr sz="1200" spc="-5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45440">
                <a:tc>
                  <a:txBody>
                    <a:bodyPr/>
                    <a:lstStyle/>
                    <a:p>
                      <a:pPr marL="69850">
                        <a:lnSpc>
                          <a:spcPct val="100000"/>
                        </a:lnSpc>
                        <a:spcBef>
                          <a:spcPts val="330"/>
                        </a:spcBef>
                      </a:pPr>
                      <a:r>
                        <a:rPr sz="1200" dirty="0">
                          <a:latin typeface="Times New Roman"/>
                          <a:cs typeface="Times New Roman"/>
                        </a:rPr>
                        <a:t>8</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15" dirty="0">
                          <a:latin typeface="Times New Roman"/>
                          <a:cs typeface="Times New Roman"/>
                        </a:rPr>
                        <a:t>quantity</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0"/>
                        </a:spcBef>
                      </a:pPr>
                      <a:r>
                        <a:rPr sz="1200" spc="-20" dirty="0">
                          <a:latin typeface="Times New Roman"/>
                          <a:cs typeface="Times New Roman"/>
                        </a:rPr>
                        <a:t>int</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0"/>
                        </a:spcBef>
                      </a:pPr>
                      <a:r>
                        <a:rPr sz="1200" spc="-5" dirty="0">
                          <a:latin typeface="Times New Roman"/>
                          <a:cs typeface="Times New Roman"/>
                        </a:rPr>
                        <a:t>Quantity</a:t>
                      </a:r>
                      <a:r>
                        <a:rPr sz="1200" spc="-40" dirty="0">
                          <a:latin typeface="Times New Roman"/>
                          <a:cs typeface="Times New Roman"/>
                        </a:rPr>
                        <a:t> </a:t>
                      </a:r>
                      <a:r>
                        <a:rPr sz="1200" spc="-5" dirty="0">
                          <a:latin typeface="Times New Roman"/>
                          <a:cs typeface="Times New Roman"/>
                        </a:rPr>
                        <a:t>of</a:t>
                      </a:r>
                      <a:r>
                        <a:rPr sz="1200" spc="-45" dirty="0">
                          <a:latin typeface="Times New Roman"/>
                          <a:cs typeface="Times New Roman"/>
                        </a:rPr>
                        <a:t> </a:t>
                      </a:r>
                      <a:r>
                        <a:rPr sz="1200" spc="-15" dirty="0">
                          <a:latin typeface="Times New Roman"/>
                          <a:cs typeface="Times New Roman"/>
                        </a:rPr>
                        <a:t>medicines</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60679">
                <a:tc>
                  <a:txBody>
                    <a:bodyPr/>
                    <a:lstStyle/>
                    <a:p>
                      <a:pPr marL="69850">
                        <a:lnSpc>
                          <a:spcPct val="100000"/>
                        </a:lnSpc>
                        <a:spcBef>
                          <a:spcPts val="340"/>
                        </a:spcBef>
                      </a:pPr>
                      <a:r>
                        <a:rPr sz="1200" dirty="0">
                          <a:latin typeface="Times New Roman"/>
                          <a:cs typeface="Times New Roman"/>
                        </a:rPr>
                        <a:t>9</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15" dirty="0">
                          <a:latin typeface="Times New Roman"/>
                          <a:cs typeface="Times New Roman"/>
                        </a:rPr>
                        <a:t>price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Medicine</a:t>
                      </a:r>
                      <a:r>
                        <a:rPr sz="1200" spc="-60" dirty="0">
                          <a:latin typeface="Times New Roman"/>
                          <a:cs typeface="Times New Roman"/>
                        </a:rPr>
                        <a:t> </a:t>
                      </a:r>
                      <a:r>
                        <a:rPr sz="1200" spc="-25" dirty="0">
                          <a:latin typeface="Times New Roman"/>
                          <a:cs typeface="Times New Roman"/>
                        </a:rPr>
                        <a:t>price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65760">
                <a:tc>
                  <a:txBody>
                    <a:bodyPr/>
                    <a:lstStyle/>
                    <a:p>
                      <a:pPr marL="69850">
                        <a:lnSpc>
                          <a:spcPct val="100000"/>
                        </a:lnSpc>
                        <a:spcBef>
                          <a:spcPts val="334"/>
                        </a:spcBef>
                      </a:pPr>
                      <a:r>
                        <a:rPr sz="1200" spc="-25" dirty="0">
                          <a:latin typeface="Times New Roman"/>
                          <a:cs typeface="Times New Roman"/>
                        </a:rPr>
                        <a:t>10</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15" dirty="0">
                          <a:latin typeface="Times New Roman"/>
                          <a:cs typeface="Times New Roman"/>
                        </a:rPr>
                        <a:t>total</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20" dirty="0">
                          <a:latin typeface="Times New Roman"/>
                          <a:cs typeface="Times New Roman"/>
                        </a:rPr>
                        <a:t>int</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4"/>
                        </a:spcBef>
                      </a:pPr>
                      <a:r>
                        <a:rPr sz="1200" spc="-15" dirty="0">
                          <a:latin typeface="Times New Roman"/>
                          <a:cs typeface="Times New Roman"/>
                        </a:rPr>
                        <a:t>Amount</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4"/>
                        </a:spcBef>
                      </a:pPr>
                      <a:r>
                        <a:rPr sz="1200" spc="-25" dirty="0">
                          <a:latin typeface="Times New Roman"/>
                          <a:cs typeface="Times New Roman"/>
                        </a:rPr>
                        <a:t>20</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353059">
                <a:tc>
                  <a:txBody>
                    <a:bodyPr/>
                    <a:lstStyle/>
                    <a:p>
                      <a:pPr marL="69850">
                        <a:lnSpc>
                          <a:spcPct val="100000"/>
                        </a:lnSpc>
                        <a:spcBef>
                          <a:spcPts val="334"/>
                        </a:spcBef>
                      </a:pPr>
                      <a:r>
                        <a:rPr sz="1200" spc="-25" dirty="0">
                          <a:latin typeface="Times New Roman"/>
                          <a:cs typeface="Times New Roman"/>
                        </a:rPr>
                        <a:t>11</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15" dirty="0">
                          <a:latin typeface="Times New Roman"/>
                          <a:cs typeface="Times New Roman"/>
                        </a:rPr>
                        <a:t>approve_status</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20" dirty="0">
                          <a:latin typeface="Times New Roman"/>
                          <a:cs typeface="Times New Roman"/>
                        </a:rPr>
                        <a:t>varchar</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4"/>
                        </a:spcBef>
                      </a:pPr>
                      <a:r>
                        <a:rPr sz="1200" spc="-5" dirty="0">
                          <a:latin typeface="Times New Roman"/>
                          <a:cs typeface="Times New Roman"/>
                        </a:rPr>
                        <a:t>Show/no</a:t>
                      </a:r>
                      <a:r>
                        <a:rPr sz="1200" spc="-45" dirty="0">
                          <a:latin typeface="Times New Roman"/>
                          <a:cs typeface="Times New Roman"/>
                        </a:rPr>
                        <a:t> </a:t>
                      </a:r>
                      <a:r>
                        <a:rPr sz="1200" spc="-20" dirty="0">
                          <a:latin typeface="Times New Roman"/>
                          <a:cs typeface="Times New Roman"/>
                        </a:rPr>
                        <a:t>show</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4"/>
                        </a:spcBef>
                      </a:pPr>
                      <a:r>
                        <a:rPr sz="1200" spc="-25" dirty="0">
                          <a:latin typeface="Times New Roman"/>
                          <a:cs typeface="Times New Roman"/>
                        </a:rPr>
                        <a:t>50</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443230">
                <a:tc>
                  <a:txBody>
                    <a:bodyPr/>
                    <a:lstStyle/>
                    <a:p>
                      <a:pPr marL="69850">
                        <a:lnSpc>
                          <a:spcPct val="100000"/>
                        </a:lnSpc>
                        <a:spcBef>
                          <a:spcPts val="334"/>
                        </a:spcBef>
                      </a:pPr>
                      <a:r>
                        <a:rPr sz="1200" spc="-25" dirty="0">
                          <a:latin typeface="Times New Roman"/>
                          <a:cs typeface="Times New Roman"/>
                        </a:rPr>
                        <a:t>12</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15" dirty="0">
                          <a:latin typeface="Times New Roman"/>
                          <a:cs typeface="Times New Roman"/>
                        </a:rPr>
                        <a:t>payment_method</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4"/>
                        </a:spcBef>
                      </a:pPr>
                      <a:r>
                        <a:rPr sz="1200" spc="-20" dirty="0">
                          <a:latin typeface="Times New Roman"/>
                          <a:cs typeface="Times New Roman"/>
                        </a:rPr>
                        <a:t>varchar</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4"/>
                        </a:spcBef>
                      </a:pPr>
                      <a:r>
                        <a:rPr sz="1200" spc="-15" dirty="0">
                          <a:latin typeface="Times New Roman"/>
                          <a:cs typeface="Times New Roman"/>
                        </a:rPr>
                        <a:t>COD/PREPAID</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4"/>
                        </a:spcBef>
                      </a:pPr>
                      <a:r>
                        <a:rPr sz="1200" spc="-25" dirty="0">
                          <a:latin typeface="Times New Roman"/>
                          <a:cs typeface="Times New Roman"/>
                        </a:rPr>
                        <a:t>20</a:t>
                      </a:r>
                      <a:endParaRPr sz="1200">
                        <a:latin typeface="Times New Roman"/>
                        <a:cs typeface="Times New Roman"/>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2"/>
                  </a:ext>
                </a:extLst>
              </a:tr>
              <a:tr h="443230">
                <a:tc>
                  <a:txBody>
                    <a:bodyPr/>
                    <a:lstStyle/>
                    <a:p>
                      <a:pPr marL="69850">
                        <a:lnSpc>
                          <a:spcPct val="100000"/>
                        </a:lnSpc>
                        <a:spcBef>
                          <a:spcPts val="335"/>
                        </a:spcBef>
                      </a:pPr>
                      <a:r>
                        <a:rPr sz="1200" spc="-25" dirty="0">
                          <a:latin typeface="Times New Roman"/>
                          <a:cs typeface="Times New Roman"/>
                        </a:rPr>
                        <a:t>13</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35"/>
                        </a:spcBef>
                      </a:pPr>
                      <a:r>
                        <a:rPr sz="1200" spc="-15" dirty="0">
                          <a:latin typeface="Times New Roman"/>
                          <a:cs typeface="Times New Roman"/>
                        </a:rPr>
                        <a:t>order_status</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35"/>
                        </a:spcBef>
                      </a:pPr>
                      <a:r>
                        <a:rPr sz="1200" spc="-20" dirty="0">
                          <a:latin typeface="Times New Roman"/>
                          <a:cs typeface="Times New Roman"/>
                        </a:rPr>
                        <a:t>varchar</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5"/>
                        </a:spcBef>
                      </a:pPr>
                      <a:r>
                        <a:rPr sz="1200" spc="-15" dirty="0">
                          <a:latin typeface="Times New Roman"/>
                          <a:cs typeface="Times New Roman"/>
                        </a:rPr>
                        <a:t>Delivered/cancelled</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35"/>
                        </a:spcBef>
                      </a:pPr>
                      <a:r>
                        <a:rPr sz="1200" spc="-25" dirty="0">
                          <a:latin typeface="Times New Roman"/>
                          <a:cs typeface="Times New Roman"/>
                        </a:rPr>
                        <a:t>20</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3"/>
                  </a:ext>
                </a:extLst>
              </a:tr>
              <a:tr h="444500">
                <a:tc>
                  <a:txBody>
                    <a:bodyPr/>
                    <a:lstStyle/>
                    <a:p>
                      <a:pPr marL="69850">
                        <a:lnSpc>
                          <a:spcPct val="100000"/>
                        </a:lnSpc>
                        <a:spcBef>
                          <a:spcPts val="345"/>
                        </a:spcBef>
                      </a:pPr>
                      <a:r>
                        <a:rPr sz="1200" spc="-25" dirty="0">
                          <a:latin typeface="Times New Roman"/>
                          <a:cs typeface="Times New Roman"/>
                        </a:rPr>
                        <a:t>14</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5"/>
                        </a:spcBef>
                      </a:pPr>
                      <a:r>
                        <a:rPr sz="1200" spc="-15" dirty="0">
                          <a:latin typeface="Times New Roman"/>
                          <a:cs typeface="Times New Roman"/>
                        </a:rPr>
                        <a:t>payment_status</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6040">
                        <a:lnSpc>
                          <a:spcPct val="100000"/>
                        </a:lnSpc>
                        <a:spcBef>
                          <a:spcPts val="345"/>
                        </a:spcBef>
                      </a:pPr>
                      <a:r>
                        <a:rPr sz="1200" spc="-20" dirty="0">
                          <a:latin typeface="Times New Roman"/>
                          <a:cs typeface="Times New Roman"/>
                        </a:rPr>
                        <a:t>varchar</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5"/>
                        </a:spcBef>
                      </a:pPr>
                      <a:r>
                        <a:rPr sz="1200" spc="-15" dirty="0">
                          <a:latin typeface="Times New Roman"/>
                          <a:cs typeface="Times New Roman"/>
                        </a:rPr>
                        <a:t>Paid/unpaid</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0330">
                        <a:lnSpc>
                          <a:spcPct val="100000"/>
                        </a:lnSpc>
                        <a:spcBef>
                          <a:spcPts val="345"/>
                        </a:spcBef>
                      </a:pPr>
                      <a:r>
                        <a:rPr sz="1200" spc="-25" dirty="0">
                          <a:latin typeface="Times New Roman"/>
                          <a:cs typeface="Times New Roman"/>
                        </a:rPr>
                        <a:t>10</a:t>
                      </a:r>
                      <a:endParaRPr sz="1200">
                        <a:latin typeface="Times New Roman"/>
                        <a:cs typeface="Times New Roman"/>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4"/>
                  </a:ext>
                </a:extLst>
              </a:tr>
            </a:tbl>
          </a:graphicData>
        </a:graphic>
      </p:graphicFrame>
      <p:sp>
        <p:nvSpPr>
          <p:cNvPr id="9" name="object 9"/>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39</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1341247"/>
            <a:ext cx="1307465" cy="208279"/>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imes New Roman"/>
                <a:cs typeface="Times New Roman"/>
              </a:rPr>
              <a:t>P</a:t>
            </a:r>
            <a:r>
              <a:rPr sz="1200" b="1" spc="-35" dirty="0">
                <a:latin typeface="Times New Roman"/>
                <a:cs typeface="Times New Roman"/>
              </a:rPr>
              <a:t>A</a:t>
            </a:r>
            <a:r>
              <a:rPr sz="1200" b="1" spc="-25" dirty="0">
                <a:latin typeface="Times New Roman"/>
                <a:cs typeface="Times New Roman"/>
              </a:rPr>
              <a:t>T</a:t>
            </a:r>
            <a:r>
              <a:rPr sz="1200" b="1" spc="-30" dirty="0">
                <a:latin typeface="Times New Roman"/>
                <a:cs typeface="Times New Roman"/>
              </a:rPr>
              <a:t>I</a:t>
            </a:r>
            <a:r>
              <a:rPr sz="1200" b="1" spc="-25" dirty="0">
                <a:latin typeface="Times New Roman"/>
                <a:cs typeface="Times New Roman"/>
              </a:rPr>
              <a:t>E</a:t>
            </a:r>
            <a:r>
              <a:rPr sz="1200" b="1" spc="-35" dirty="0">
                <a:latin typeface="Times New Roman"/>
                <a:cs typeface="Times New Roman"/>
              </a:rPr>
              <a:t>N</a:t>
            </a:r>
            <a:r>
              <a:rPr sz="1200" b="1" spc="-25" dirty="0">
                <a:latin typeface="Times New Roman"/>
                <a:cs typeface="Times New Roman"/>
              </a:rPr>
              <a:t>T</a:t>
            </a:r>
            <a:r>
              <a:rPr sz="1200" b="1" spc="-5" dirty="0">
                <a:latin typeface="Times New Roman"/>
                <a:cs typeface="Times New Roman"/>
              </a:rPr>
              <a:t>S</a:t>
            </a:r>
            <a:r>
              <a:rPr sz="1200" b="1" spc="-7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sp>
        <p:nvSpPr>
          <p:cNvPr id="6" name="object 6"/>
          <p:cNvSpPr txBox="1"/>
          <p:nvPr/>
        </p:nvSpPr>
        <p:spPr>
          <a:xfrm>
            <a:off x="901700" y="1552702"/>
            <a:ext cx="382905" cy="584835"/>
          </a:xfrm>
          <a:prstGeom prst="rect">
            <a:avLst/>
          </a:prstGeom>
        </p:spPr>
        <p:txBody>
          <a:bodyPr vert="horz" wrap="square" lIns="0" tIns="6985" rIns="0" bIns="0" rtlCol="0">
            <a:spAutoFit/>
          </a:bodyPr>
          <a:lstStyle/>
          <a:p>
            <a:pPr marL="12700" marR="5080" algn="just">
              <a:lnSpc>
                <a:spcPct val="102899"/>
              </a:lnSpc>
              <a:spcBef>
                <a:spcPts val="55"/>
              </a:spcBef>
            </a:pPr>
            <a:r>
              <a:rPr sz="1200" spc="-10" dirty="0">
                <a:latin typeface="Times New Roman"/>
                <a:cs typeface="Times New Roman"/>
              </a:rPr>
              <a:t>Table </a:t>
            </a:r>
            <a:r>
              <a:rPr sz="1200" spc="-290" dirty="0">
                <a:latin typeface="Times New Roman"/>
                <a:cs typeface="Times New Roman"/>
              </a:rPr>
              <a:t> </a:t>
            </a:r>
            <a:r>
              <a:rPr sz="1200" spc="-3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dirty="0">
                <a:latin typeface="Times New Roman"/>
                <a:cs typeface="Times New Roman"/>
              </a:rPr>
              <a:t>e  </a:t>
            </a:r>
            <a:r>
              <a:rPr sz="1200" spc="-15" dirty="0">
                <a:latin typeface="Times New Roman"/>
                <a:cs typeface="Times New Roman"/>
              </a:rPr>
              <a:t>Table</a:t>
            </a:r>
            <a:endParaRPr sz="1200">
              <a:latin typeface="Times New Roman"/>
              <a:cs typeface="Times New Roman"/>
            </a:endParaRPr>
          </a:p>
        </p:txBody>
      </p:sp>
      <p:sp>
        <p:nvSpPr>
          <p:cNvPr id="7" name="object 7"/>
          <p:cNvSpPr txBox="1"/>
          <p:nvPr/>
        </p:nvSpPr>
        <p:spPr>
          <a:xfrm>
            <a:off x="1613408" y="1565275"/>
            <a:ext cx="80137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10" dirty="0">
                <a:latin typeface="Times New Roman"/>
                <a:cs typeface="Times New Roman"/>
              </a:rPr>
              <a:t> p</a:t>
            </a:r>
            <a:r>
              <a:rPr sz="1200" spc="-15" dirty="0">
                <a:latin typeface="Times New Roman"/>
                <a:cs typeface="Times New Roman"/>
              </a:rPr>
              <a:t>a</a:t>
            </a:r>
            <a:r>
              <a:rPr sz="1200" spc="-10" dirty="0">
                <a:latin typeface="Times New Roman"/>
                <a:cs typeface="Times New Roman"/>
              </a:rPr>
              <a:t>ti</a:t>
            </a:r>
            <a:r>
              <a:rPr sz="1200" spc="-15" dirty="0">
                <a:latin typeface="Times New Roman"/>
                <a:cs typeface="Times New Roman"/>
              </a:rPr>
              <a:t>e</a:t>
            </a:r>
            <a:r>
              <a:rPr sz="1200" spc="-10" dirty="0">
                <a:latin typeface="Times New Roman"/>
                <a:cs typeface="Times New Roman"/>
              </a:rPr>
              <a:t>nt</a:t>
            </a:r>
            <a:r>
              <a:rPr sz="1200" spc="-15" dirty="0">
                <a:latin typeface="Times New Roman"/>
                <a:cs typeface="Times New Roman"/>
              </a:rPr>
              <a:t>s</a:t>
            </a:r>
            <a:r>
              <a:rPr sz="1200" spc="-10" dirty="0">
                <a:latin typeface="Times New Roman"/>
                <a:cs typeface="Times New Roman"/>
              </a:rPr>
              <a:t>_tb</a:t>
            </a:r>
            <a:r>
              <a:rPr sz="1200" dirty="0">
                <a:latin typeface="Times New Roman"/>
                <a:cs typeface="Times New Roman"/>
              </a:rPr>
              <a:t>l</a:t>
            </a:r>
            <a:endParaRPr sz="1200">
              <a:latin typeface="Times New Roman"/>
              <a:cs typeface="Times New Roman"/>
            </a:endParaRPr>
          </a:p>
        </p:txBody>
      </p:sp>
      <p:sp>
        <p:nvSpPr>
          <p:cNvPr id="8" name="object 8"/>
          <p:cNvSpPr txBox="1"/>
          <p:nvPr/>
        </p:nvSpPr>
        <p:spPr>
          <a:xfrm>
            <a:off x="1613408" y="1943227"/>
            <a:ext cx="16897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235" dirty="0">
                <a:latin typeface="Times New Roman"/>
                <a:cs typeface="Times New Roman"/>
              </a:rPr>
              <a:t> </a:t>
            </a:r>
            <a:r>
              <a:rPr sz="1200" dirty="0">
                <a:latin typeface="Times New Roman"/>
                <a:cs typeface="Times New Roman"/>
              </a:rPr>
              <a:t>This</a:t>
            </a:r>
            <a:r>
              <a:rPr sz="1200" spc="254" dirty="0">
                <a:latin typeface="Times New Roman"/>
                <a:cs typeface="Times New Roman"/>
              </a:rPr>
              <a:t> </a:t>
            </a:r>
            <a:r>
              <a:rPr sz="1200" dirty="0">
                <a:latin typeface="Times New Roman"/>
                <a:cs typeface="Times New Roman"/>
              </a:rPr>
              <a:t>table</a:t>
            </a:r>
            <a:r>
              <a:rPr sz="1200" spc="280" dirty="0">
                <a:latin typeface="Times New Roman"/>
                <a:cs typeface="Times New Roman"/>
              </a:rPr>
              <a:t> </a:t>
            </a:r>
            <a:r>
              <a:rPr sz="1200" spc="-5" dirty="0">
                <a:latin typeface="Times New Roman"/>
                <a:cs typeface="Times New Roman"/>
              </a:rPr>
              <a:t>stores</a:t>
            </a:r>
            <a:r>
              <a:rPr sz="1200" spc="270" dirty="0">
                <a:latin typeface="Times New Roman"/>
                <a:cs typeface="Times New Roman"/>
              </a:rPr>
              <a:t> </a:t>
            </a:r>
            <a:r>
              <a:rPr sz="1200" spc="-15" dirty="0">
                <a:latin typeface="Times New Roman"/>
                <a:cs typeface="Times New Roman"/>
              </a:rPr>
              <a:t>patient</a:t>
            </a:r>
            <a:endParaRPr sz="1200">
              <a:latin typeface="Times New Roman"/>
              <a:cs typeface="Times New Roman"/>
            </a:endParaRPr>
          </a:p>
        </p:txBody>
      </p:sp>
      <p:sp>
        <p:nvSpPr>
          <p:cNvPr id="9" name="object 9"/>
          <p:cNvSpPr txBox="1"/>
          <p:nvPr/>
        </p:nvSpPr>
        <p:spPr>
          <a:xfrm>
            <a:off x="901700" y="2120010"/>
            <a:ext cx="110871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Descriptiondetails</a:t>
            </a:r>
            <a:endParaRPr sz="1200">
              <a:latin typeface="Times New Roman"/>
              <a:cs typeface="Times New Roman"/>
            </a:endParaRPr>
          </a:p>
        </p:txBody>
      </p:sp>
      <p:sp>
        <p:nvSpPr>
          <p:cNvPr id="10" name="object 10"/>
          <p:cNvSpPr txBox="1"/>
          <p:nvPr/>
        </p:nvSpPr>
        <p:spPr>
          <a:xfrm>
            <a:off x="901700" y="2308986"/>
            <a:ext cx="507365" cy="775335"/>
          </a:xfrm>
          <a:prstGeom prst="rect">
            <a:avLst/>
          </a:prstGeom>
        </p:spPr>
        <p:txBody>
          <a:bodyPr vert="horz" wrap="square" lIns="0" tIns="6350" rIns="0" bIns="0" rtlCol="0">
            <a:spAutoFit/>
          </a:bodyPr>
          <a:lstStyle/>
          <a:p>
            <a:pPr marL="12700" marR="5080">
              <a:lnSpc>
                <a:spcPct val="103299"/>
              </a:lnSpc>
              <a:spcBef>
                <a:spcPts val="50"/>
              </a:spcBef>
            </a:pPr>
            <a:r>
              <a:rPr sz="1200" spc="-15" dirty="0">
                <a:latin typeface="Times New Roman"/>
                <a:cs typeface="Times New Roman"/>
              </a:rPr>
              <a:t>P</a:t>
            </a:r>
            <a:r>
              <a:rPr sz="1200" spc="-20" dirty="0">
                <a:latin typeface="Times New Roman"/>
                <a:cs typeface="Times New Roman"/>
              </a:rPr>
              <a:t>r</a:t>
            </a:r>
            <a:r>
              <a:rPr sz="1200" spc="-10" dirty="0">
                <a:latin typeface="Times New Roman"/>
                <a:cs typeface="Times New Roman"/>
              </a:rPr>
              <a:t>im</a:t>
            </a:r>
            <a:r>
              <a:rPr sz="1200" spc="-20" dirty="0">
                <a:latin typeface="Times New Roman"/>
                <a:cs typeface="Times New Roman"/>
              </a:rPr>
              <a:t>ar</a:t>
            </a:r>
            <a:r>
              <a:rPr sz="1200" dirty="0">
                <a:latin typeface="Times New Roman"/>
                <a:cs typeface="Times New Roman"/>
              </a:rPr>
              <a:t>y  </a:t>
            </a:r>
            <a:r>
              <a:rPr sz="1200" spc="-25" dirty="0">
                <a:latin typeface="Times New Roman"/>
                <a:cs typeface="Times New Roman"/>
              </a:rPr>
              <a:t>Key </a:t>
            </a:r>
            <a:r>
              <a:rPr sz="1200" spc="-20" dirty="0">
                <a:latin typeface="Times New Roman"/>
                <a:cs typeface="Times New Roman"/>
              </a:rPr>
              <a:t> Foreign </a:t>
            </a:r>
            <a:r>
              <a:rPr sz="1200" spc="-285"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11" name="object 11"/>
          <p:cNvSpPr txBox="1"/>
          <p:nvPr/>
        </p:nvSpPr>
        <p:spPr>
          <a:xfrm>
            <a:off x="1613408" y="2334133"/>
            <a:ext cx="1501775" cy="745490"/>
          </a:xfrm>
          <a:prstGeom prst="rect">
            <a:avLst/>
          </a:prstGeom>
        </p:spPr>
        <p:txBody>
          <a:bodyPr vert="horz" wrap="square" lIns="0" tIns="95250" rIns="0" bIns="0" rtlCol="0">
            <a:spAutoFit/>
          </a:bodyPr>
          <a:lstStyle/>
          <a:p>
            <a:pPr marL="12700">
              <a:lnSpc>
                <a:spcPct val="100000"/>
              </a:lnSpc>
              <a:spcBef>
                <a:spcPts val="750"/>
              </a:spcBef>
            </a:pPr>
            <a:r>
              <a:rPr sz="1200" dirty="0">
                <a:latin typeface="Times New Roman"/>
                <a:cs typeface="Times New Roman"/>
              </a:rPr>
              <a:t>:</a:t>
            </a:r>
            <a:r>
              <a:rPr sz="1200" spc="-25" dirty="0">
                <a:latin typeface="Times New Roman"/>
                <a:cs typeface="Times New Roman"/>
              </a:rPr>
              <a:t> </a:t>
            </a:r>
            <a:r>
              <a:rPr sz="1200" spc="-15" dirty="0">
                <a:latin typeface="Times New Roman"/>
                <a:cs typeface="Times New Roman"/>
              </a:rPr>
              <a:t>id(patient_id)</a:t>
            </a:r>
            <a:endParaRPr sz="1200">
              <a:latin typeface="Times New Roman"/>
              <a:cs typeface="Times New Roman"/>
            </a:endParaRPr>
          </a:p>
          <a:p>
            <a:pPr marL="12700" marR="5080">
              <a:lnSpc>
                <a:spcPct val="103299"/>
              </a:lnSpc>
              <a:spcBef>
                <a:spcPts val="605"/>
              </a:spcBef>
            </a:pPr>
            <a:r>
              <a:rPr sz="1200" dirty="0">
                <a:latin typeface="Times New Roman"/>
                <a:cs typeface="Times New Roman"/>
              </a:rPr>
              <a:t>: </a:t>
            </a:r>
            <a:r>
              <a:rPr sz="1200" spc="-10" dirty="0">
                <a:latin typeface="Times New Roman"/>
                <a:cs typeface="Times New Roman"/>
              </a:rPr>
              <a:t>user_id(references </a:t>
            </a:r>
            <a:r>
              <a:rPr sz="1200" spc="-20" dirty="0">
                <a:latin typeface="Times New Roman"/>
                <a:cs typeface="Times New Roman"/>
              </a:rPr>
              <a:t>user </a:t>
            </a:r>
            <a:r>
              <a:rPr sz="1200" spc="-290"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graphicFrame>
        <p:nvGraphicFramePr>
          <p:cNvPr id="12" name="object 12"/>
          <p:cNvGraphicFramePr>
            <a:graphicFrameLocks noGrp="1"/>
          </p:cNvGraphicFramePr>
          <p:nvPr/>
        </p:nvGraphicFramePr>
        <p:xfrm>
          <a:off x="897115" y="3202305"/>
          <a:ext cx="4939028" cy="4469762"/>
        </p:xfrm>
        <a:graphic>
          <a:graphicData uri="http://schemas.openxmlformats.org/drawingml/2006/table">
            <a:tbl>
              <a:tblPr firstRow="1" bandRow="1">
                <a:tableStyleId>{2D5ABB26-0587-4C30-8999-92F81FD0307C}</a:tableStyleId>
              </a:tblPr>
              <a:tblGrid>
                <a:gridCol w="655320">
                  <a:extLst>
                    <a:ext uri="{9D8B030D-6E8A-4147-A177-3AD203B41FA5}">
                      <a16:colId xmlns:a16="http://schemas.microsoft.com/office/drawing/2014/main" val="20000"/>
                    </a:ext>
                  </a:extLst>
                </a:gridCol>
                <a:gridCol w="984885">
                  <a:extLst>
                    <a:ext uri="{9D8B030D-6E8A-4147-A177-3AD203B41FA5}">
                      <a16:colId xmlns:a16="http://schemas.microsoft.com/office/drawing/2014/main" val="20001"/>
                    </a:ext>
                  </a:extLst>
                </a:gridCol>
                <a:gridCol w="1001394">
                  <a:extLst>
                    <a:ext uri="{9D8B030D-6E8A-4147-A177-3AD203B41FA5}">
                      <a16:colId xmlns:a16="http://schemas.microsoft.com/office/drawing/2014/main" val="20002"/>
                    </a:ext>
                  </a:extLst>
                </a:gridCol>
                <a:gridCol w="1306829">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445134">
                <a:tc>
                  <a:txBody>
                    <a:bodyPr/>
                    <a:lstStyle/>
                    <a:p>
                      <a:pPr marL="69850">
                        <a:lnSpc>
                          <a:spcPct val="100000"/>
                        </a:lnSpc>
                        <a:spcBef>
                          <a:spcPts val="340"/>
                        </a:spcBef>
                      </a:pPr>
                      <a:r>
                        <a:rPr sz="1200" b="1" spc="-15" dirty="0">
                          <a:latin typeface="Times New Roman"/>
                          <a:cs typeface="Times New Roman"/>
                        </a:rPr>
                        <a:t>Sl.No</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40"/>
                        </a:spcBef>
                      </a:pPr>
                      <a:r>
                        <a:rPr sz="1200" b="1" spc="-5" dirty="0">
                          <a:latin typeface="Times New Roman"/>
                          <a:cs typeface="Times New Roman"/>
                        </a:rPr>
                        <a:t>Field</a:t>
                      </a:r>
                      <a:r>
                        <a:rPr sz="1200" b="1" spc="-35"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marR="600710">
                        <a:lnSpc>
                          <a:spcPct val="102499"/>
                        </a:lnSpc>
                        <a:spcBef>
                          <a:spcPts val="209"/>
                        </a:spcBef>
                      </a:pPr>
                      <a:r>
                        <a:rPr sz="1200" b="1" spc="-40" dirty="0">
                          <a:latin typeface="Times New Roman"/>
                          <a:cs typeface="Times New Roman"/>
                        </a:rPr>
                        <a:t>F</a:t>
                      </a:r>
                      <a:r>
                        <a:rPr sz="1200" b="1" spc="-25" dirty="0">
                          <a:latin typeface="Times New Roman"/>
                          <a:cs typeface="Times New Roman"/>
                        </a:rPr>
                        <a:t>i</a:t>
                      </a:r>
                      <a:r>
                        <a:rPr sz="1200" b="1" spc="-30" dirty="0">
                          <a:latin typeface="Times New Roman"/>
                          <a:cs typeface="Times New Roman"/>
                        </a:rPr>
                        <a:t>e</a:t>
                      </a:r>
                      <a:r>
                        <a:rPr sz="1200" b="1" spc="-25" dirty="0">
                          <a:latin typeface="Times New Roman"/>
                          <a:cs typeface="Times New Roman"/>
                        </a:rPr>
                        <a:t>l</a:t>
                      </a:r>
                      <a:r>
                        <a:rPr sz="1200" b="1" dirty="0">
                          <a:latin typeface="Times New Roman"/>
                          <a:cs typeface="Times New Roman"/>
                        </a:rPr>
                        <a:t>d  </a:t>
                      </a:r>
                      <a:r>
                        <a:rPr sz="1200" b="1" spc="-25" dirty="0">
                          <a:latin typeface="Times New Roman"/>
                          <a:cs typeface="Times New Roman"/>
                        </a:rPr>
                        <a:t>Ty</a:t>
                      </a:r>
                      <a:r>
                        <a:rPr sz="1200" b="1" spc="-20" dirty="0">
                          <a:latin typeface="Times New Roman"/>
                          <a:cs typeface="Times New Roman"/>
                        </a:rPr>
                        <a:t>p</a:t>
                      </a:r>
                      <a:r>
                        <a:rPr sz="1200" b="1" dirty="0">
                          <a:latin typeface="Times New Roman"/>
                          <a:cs typeface="Times New Roman"/>
                        </a:rPr>
                        <a:t>e</a:t>
                      </a:r>
                      <a:endParaRPr sz="1200">
                        <a:latin typeface="Times New Roman"/>
                        <a:cs typeface="Times New Roman"/>
                      </a:endParaRPr>
                    </a:p>
                  </a:txBody>
                  <a:tcPr marL="0" marR="0" marT="266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499109">
                        <a:lnSpc>
                          <a:spcPct val="100000"/>
                        </a:lnSpc>
                        <a:spcBef>
                          <a:spcPts val="340"/>
                        </a:spcBef>
                      </a:pPr>
                      <a:r>
                        <a:rPr sz="1200" b="1" spc="-15" dirty="0">
                          <a:latin typeface="Times New Roman"/>
                          <a:cs typeface="Times New Roman"/>
                        </a:rPr>
                        <a:t>Field </a:t>
                      </a:r>
                      <a:r>
                        <a:rPr sz="1200" b="1" spc="-10" dirty="0">
                          <a:latin typeface="Times New Roman"/>
                          <a:cs typeface="Times New Roman"/>
                        </a:rPr>
                        <a:t> </a:t>
                      </a:r>
                      <a:r>
                        <a:rPr sz="1200" b="1" spc="-15" dirty="0">
                          <a:latin typeface="Times New Roman"/>
                          <a:cs typeface="Times New Roman"/>
                        </a:rPr>
                        <a:t>De</a:t>
                      </a:r>
                      <a:r>
                        <a:rPr sz="1200" b="1" spc="-10" dirty="0">
                          <a:latin typeface="Times New Roman"/>
                          <a:cs typeface="Times New Roman"/>
                        </a:rPr>
                        <a:t>s</a:t>
                      </a:r>
                      <a:r>
                        <a:rPr sz="1200" b="1" spc="-15" dirty="0">
                          <a:latin typeface="Times New Roman"/>
                          <a:cs typeface="Times New Roman"/>
                        </a:rPr>
                        <a:t>cr</a:t>
                      </a:r>
                      <a:r>
                        <a:rPr sz="1200" b="1" spc="-10" dirty="0">
                          <a:latin typeface="Times New Roman"/>
                          <a:cs typeface="Times New Roman"/>
                        </a:rPr>
                        <a:t>i</a:t>
                      </a:r>
                      <a:r>
                        <a:rPr sz="1200" b="1" spc="-5" dirty="0">
                          <a:latin typeface="Times New Roman"/>
                          <a:cs typeface="Times New Roman"/>
                        </a:rPr>
                        <a:t>p</a:t>
                      </a:r>
                      <a:r>
                        <a:rPr sz="1200" b="1" spc="-15" dirty="0">
                          <a:latin typeface="Times New Roman"/>
                          <a:cs typeface="Times New Roman"/>
                        </a:rPr>
                        <a:t>t</a:t>
                      </a:r>
                      <a:r>
                        <a:rPr sz="1200" b="1" spc="-10" dirty="0">
                          <a:latin typeface="Times New Roman"/>
                          <a:cs typeface="Times New Roman"/>
                        </a:rPr>
                        <a:t>io</a:t>
                      </a:r>
                      <a:r>
                        <a:rPr sz="1200" b="1" dirty="0">
                          <a:latin typeface="Times New Roman"/>
                          <a:cs typeface="Times New Roman"/>
                        </a:rPr>
                        <a:t>n</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245"/>
                        </a:spcBef>
                      </a:pPr>
                      <a:r>
                        <a:rPr sz="1200" b="1" spc="-25" dirty="0">
                          <a:latin typeface="Times New Roman"/>
                          <a:cs typeface="Times New Roman"/>
                        </a:rPr>
                        <a:t>Field</a:t>
                      </a:r>
                      <a:r>
                        <a:rPr sz="1200" b="1" spc="-40"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43230">
                <a:tc>
                  <a:txBody>
                    <a:bodyPr/>
                    <a:lstStyle/>
                    <a:p>
                      <a:pPr marL="69850">
                        <a:lnSpc>
                          <a:spcPct val="100000"/>
                        </a:lnSpc>
                        <a:spcBef>
                          <a:spcPts val="325"/>
                        </a:spcBef>
                      </a:pPr>
                      <a:r>
                        <a:rPr sz="1200" dirty="0">
                          <a:latin typeface="Times New Roman"/>
                          <a:cs typeface="Times New Roman"/>
                        </a:rPr>
                        <a:t>1</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25"/>
                        </a:spcBef>
                      </a:pPr>
                      <a:r>
                        <a:rPr sz="1200" spc="-25" dirty="0">
                          <a:latin typeface="Times New Roman"/>
                          <a:cs typeface="Times New Roman"/>
                        </a:rPr>
                        <a:t>id</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25"/>
                        </a:spcBef>
                      </a:pPr>
                      <a:r>
                        <a:rPr sz="1200" spc="-20" dirty="0">
                          <a:latin typeface="Times New Roman"/>
                          <a:cs typeface="Times New Roman"/>
                        </a:rPr>
                        <a:t>int</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25"/>
                        </a:spcBef>
                      </a:pPr>
                      <a:r>
                        <a:rPr sz="1200" dirty="0">
                          <a:latin typeface="Times New Roman"/>
                          <a:cs typeface="Times New Roman"/>
                        </a:rPr>
                        <a:t>patient</a:t>
                      </a:r>
                      <a:r>
                        <a:rPr sz="1200" spc="-7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25"/>
                        </a:spcBef>
                      </a:pPr>
                      <a:r>
                        <a:rPr sz="1200" dirty="0">
                          <a:latin typeface="Times New Roman"/>
                          <a:cs typeface="Times New Roman"/>
                        </a:rPr>
                        <a:t>5</a:t>
                      </a:r>
                      <a:endParaRPr sz="12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199">
                <a:tc>
                  <a:txBody>
                    <a:bodyPr/>
                    <a:lstStyle/>
                    <a:p>
                      <a:pPr marL="69850">
                        <a:lnSpc>
                          <a:spcPct val="100000"/>
                        </a:lnSpc>
                        <a:spcBef>
                          <a:spcPts val="340"/>
                        </a:spcBef>
                      </a:pPr>
                      <a:r>
                        <a:rPr sz="1200" dirty="0">
                          <a:latin typeface="Times New Roman"/>
                          <a:cs typeface="Times New Roman"/>
                        </a:rPr>
                        <a:t>2</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40"/>
                        </a:spcBef>
                      </a:pPr>
                      <a:r>
                        <a:rPr sz="1200" spc="-5" dirty="0">
                          <a:latin typeface="Times New Roman"/>
                          <a:cs typeface="Times New Roman"/>
                        </a:rPr>
                        <a:t>user</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5" dirty="0">
                          <a:latin typeface="Times New Roman"/>
                          <a:cs typeface="Times New Roman"/>
                        </a:rPr>
                        <a:t>User</a:t>
                      </a:r>
                      <a:r>
                        <a:rPr sz="1200" spc="-6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44500">
                <a:tc>
                  <a:txBody>
                    <a:bodyPr/>
                    <a:lstStyle/>
                    <a:p>
                      <a:pPr marL="69850">
                        <a:lnSpc>
                          <a:spcPct val="100000"/>
                        </a:lnSpc>
                        <a:spcBef>
                          <a:spcPts val="340"/>
                        </a:spcBef>
                      </a:pPr>
                      <a:r>
                        <a:rPr sz="1200" dirty="0">
                          <a:latin typeface="Times New Roman"/>
                          <a:cs typeface="Times New Roman"/>
                        </a:rPr>
                        <a:t>3</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0"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0" dirty="0">
                          <a:latin typeface="Times New Roman"/>
                          <a:cs typeface="Times New Roman"/>
                        </a:rPr>
                        <a:t>name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50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45135">
                <a:tc>
                  <a:txBody>
                    <a:bodyPr/>
                    <a:lstStyle/>
                    <a:p>
                      <a:pPr marL="69850">
                        <a:lnSpc>
                          <a:spcPct val="100000"/>
                        </a:lnSpc>
                        <a:spcBef>
                          <a:spcPts val="340"/>
                        </a:spcBef>
                      </a:pPr>
                      <a:r>
                        <a:rPr sz="1200" dirty="0">
                          <a:latin typeface="Times New Roman"/>
                          <a:cs typeface="Times New Roman"/>
                        </a:rPr>
                        <a:t>4</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email</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dirty="0">
                          <a:latin typeface="Times New Roman"/>
                          <a:cs typeface="Times New Roman"/>
                        </a:rPr>
                        <a:t>Email</a:t>
                      </a:r>
                      <a:r>
                        <a:rPr sz="1200" spc="-7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43229">
                <a:tc>
                  <a:txBody>
                    <a:bodyPr/>
                    <a:lstStyle/>
                    <a:p>
                      <a:pPr marL="69850">
                        <a:lnSpc>
                          <a:spcPct val="100000"/>
                        </a:lnSpc>
                        <a:spcBef>
                          <a:spcPts val="330"/>
                        </a:spcBef>
                      </a:pPr>
                      <a:r>
                        <a:rPr sz="1200" dirty="0">
                          <a:latin typeface="Times New Roman"/>
                          <a:cs typeface="Times New Roman"/>
                        </a:rPr>
                        <a:t>5</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30"/>
                        </a:spcBef>
                      </a:pPr>
                      <a:r>
                        <a:rPr sz="1200" spc="-10" dirty="0">
                          <a:latin typeface="Times New Roman"/>
                          <a:cs typeface="Times New Roman"/>
                        </a:rPr>
                        <a:t>mobile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229"/>
                        </a:spcBef>
                      </a:pPr>
                      <a:r>
                        <a:rPr sz="1200" spc="-10" dirty="0">
                          <a:latin typeface="Times New Roman"/>
                          <a:cs typeface="Times New Roman"/>
                        </a:rPr>
                        <a:t>Mobile</a:t>
                      </a:r>
                      <a:endParaRPr sz="1200">
                        <a:latin typeface="Times New Roman"/>
                        <a:cs typeface="Times New Roman"/>
                      </a:endParaRPr>
                    </a:p>
                    <a:p>
                      <a:pPr marL="59690">
                        <a:lnSpc>
                          <a:spcPct val="100000"/>
                        </a:lnSpc>
                        <a:spcBef>
                          <a:spcPts val="35"/>
                        </a:spcBef>
                      </a:pPr>
                      <a:r>
                        <a:rPr sz="1200" spc="-15" dirty="0">
                          <a:latin typeface="Times New Roman"/>
                          <a:cs typeface="Times New Roman"/>
                        </a:rPr>
                        <a:t>number</a:t>
                      </a:r>
                      <a:endParaRPr sz="1200">
                        <a:latin typeface="Times New Roman"/>
                        <a:cs typeface="Times New Roman"/>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44500">
                <a:tc>
                  <a:txBody>
                    <a:bodyPr/>
                    <a:lstStyle/>
                    <a:p>
                      <a:pPr marL="69850">
                        <a:lnSpc>
                          <a:spcPct val="100000"/>
                        </a:lnSpc>
                        <a:spcBef>
                          <a:spcPts val="340"/>
                        </a:spcBef>
                      </a:pPr>
                      <a:r>
                        <a:rPr sz="1200" dirty="0">
                          <a:latin typeface="Times New Roman"/>
                          <a:cs typeface="Times New Roman"/>
                        </a:rPr>
                        <a:t>6</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5" dirty="0">
                          <a:latin typeface="Times New Roman"/>
                          <a:cs typeface="Times New Roman"/>
                        </a:rPr>
                        <a:t>dob</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date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5" dirty="0">
                          <a:latin typeface="Times New Roman"/>
                          <a:cs typeface="Times New Roman"/>
                        </a:rPr>
                        <a:t>Date</a:t>
                      </a:r>
                      <a:r>
                        <a:rPr sz="1200" spc="-4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15" dirty="0">
                          <a:latin typeface="Times New Roman"/>
                          <a:cs typeface="Times New Roman"/>
                        </a:rPr>
                        <a:t>birth</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57200">
                <a:tc>
                  <a:txBody>
                    <a:bodyPr/>
                    <a:lstStyle/>
                    <a:p>
                      <a:pPr marL="69850">
                        <a:lnSpc>
                          <a:spcPct val="100000"/>
                        </a:lnSpc>
                        <a:spcBef>
                          <a:spcPts val="340"/>
                        </a:spcBef>
                      </a:pPr>
                      <a:r>
                        <a:rPr sz="1200" dirty="0">
                          <a:latin typeface="Times New Roman"/>
                          <a:cs typeface="Times New Roman"/>
                        </a:rPr>
                        <a:t>7</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0" dirty="0">
                          <a:latin typeface="Times New Roman"/>
                          <a:cs typeface="Times New Roman"/>
                        </a:rPr>
                        <a:t>gender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728345">
                        <a:lnSpc>
                          <a:spcPct val="102499"/>
                        </a:lnSpc>
                        <a:spcBef>
                          <a:spcPts val="210"/>
                        </a:spcBef>
                      </a:pPr>
                      <a:r>
                        <a:rPr sz="1200" spc="-20" dirty="0">
                          <a:latin typeface="Times New Roman"/>
                          <a:cs typeface="Times New Roman"/>
                        </a:rPr>
                        <a:t>P</a:t>
                      </a:r>
                      <a:r>
                        <a:rPr sz="1200" spc="-30" dirty="0">
                          <a:latin typeface="Times New Roman"/>
                          <a:cs typeface="Times New Roman"/>
                        </a:rPr>
                        <a:t>a</a:t>
                      </a:r>
                      <a:r>
                        <a:rPr sz="1200" spc="-25" dirty="0">
                          <a:latin typeface="Times New Roman"/>
                          <a:cs typeface="Times New Roman"/>
                        </a:rPr>
                        <a:t>ti</a:t>
                      </a:r>
                      <a:r>
                        <a:rPr sz="1200" spc="-30" dirty="0">
                          <a:latin typeface="Times New Roman"/>
                          <a:cs typeface="Times New Roman"/>
                        </a:rPr>
                        <a:t>e</a:t>
                      </a:r>
                      <a:r>
                        <a:rPr sz="1200" spc="-25" dirty="0">
                          <a:latin typeface="Times New Roman"/>
                          <a:cs typeface="Times New Roman"/>
                        </a:rPr>
                        <a:t>nt</a:t>
                      </a:r>
                      <a:r>
                        <a:rPr sz="1200" spc="-30" dirty="0">
                          <a:latin typeface="Times New Roman"/>
                          <a:cs typeface="Times New Roman"/>
                        </a:rPr>
                        <a:t>’</a:t>
                      </a:r>
                      <a:r>
                        <a:rPr sz="1200" dirty="0">
                          <a:latin typeface="Times New Roman"/>
                          <a:cs typeface="Times New Roman"/>
                        </a:rPr>
                        <a:t>s  </a:t>
                      </a:r>
                      <a:r>
                        <a:rPr sz="1200" spc="-15" dirty="0">
                          <a:latin typeface="Times New Roman"/>
                          <a:cs typeface="Times New Roman"/>
                        </a:rPr>
                        <a:t>gender</a:t>
                      </a:r>
                      <a:endParaRPr sz="1200">
                        <a:latin typeface="Times New Roman"/>
                        <a:cs typeface="Times New Roman"/>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44500">
                <a:tc>
                  <a:txBody>
                    <a:bodyPr/>
                    <a:lstStyle/>
                    <a:p>
                      <a:pPr marL="69850">
                        <a:lnSpc>
                          <a:spcPct val="100000"/>
                        </a:lnSpc>
                        <a:spcBef>
                          <a:spcPts val="340"/>
                        </a:spcBef>
                      </a:pPr>
                      <a:r>
                        <a:rPr sz="1200" dirty="0">
                          <a:latin typeface="Times New Roman"/>
                          <a:cs typeface="Times New Roman"/>
                        </a:rPr>
                        <a:t>8</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0" dirty="0">
                          <a:latin typeface="Times New Roman"/>
                          <a:cs typeface="Times New Roman"/>
                        </a:rPr>
                        <a:t>address</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40"/>
                        </a:spcBef>
                      </a:pPr>
                      <a:r>
                        <a:rPr sz="1200" spc="-10" dirty="0">
                          <a:latin typeface="Times New Roman"/>
                          <a:cs typeface="Times New Roman"/>
                        </a:rPr>
                        <a:t>text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address</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40"/>
                        </a:spcBef>
                      </a:pPr>
                      <a:r>
                        <a:rPr sz="1200" spc="-25" dirty="0">
                          <a:latin typeface="Times New Roman"/>
                          <a:cs typeface="Times New Roman"/>
                        </a:rPr>
                        <a:t>50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45135">
                <a:tc>
                  <a:txBody>
                    <a:bodyPr/>
                    <a:lstStyle/>
                    <a:p>
                      <a:pPr marL="69850">
                        <a:lnSpc>
                          <a:spcPct val="100000"/>
                        </a:lnSpc>
                        <a:spcBef>
                          <a:spcPts val="330"/>
                        </a:spcBef>
                      </a:pPr>
                      <a:r>
                        <a:rPr sz="1200" dirty="0">
                          <a:latin typeface="Times New Roman"/>
                          <a:cs typeface="Times New Roman"/>
                        </a:rPr>
                        <a:t>9</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30"/>
                        </a:spcBef>
                      </a:pPr>
                      <a:r>
                        <a:rPr sz="1200" spc="-15" dirty="0">
                          <a:latin typeface="Times New Roman"/>
                          <a:cs typeface="Times New Roman"/>
                        </a:rPr>
                        <a:t>status</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30"/>
                        </a:spcBef>
                      </a:pPr>
                      <a:r>
                        <a:rPr sz="1200" spc="-20" dirty="0">
                          <a:latin typeface="Times New Roman"/>
                          <a:cs typeface="Times New Roman"/>
                        </a:rPr>
                        <a:t>varchar</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30"/>
                        </a:spcBef>
                      </a:pPr>
                      <a:r>
                        <a:rPr sz="1200" spc="-10" dirty="0">
                          <a:latin typeface="Times New Roman"/>
                          <a:cs typeface="Times New Roman"/>
                        </a:rPr>
                        <a:t>Active/inactive</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215">
                        <a:lnSpc>
                          <a:spcPct val="100000"/>
                        </a:lnSpc>
                        <a:spcBef>
                          <a:spcPts val="330"/>
                        </a:spcBef>
                      </a:pPr>
                      <a:r>
                        <a:rPr sz="1200" spc="-25" dirty="0">
                          <a:latin typeface="Times New Roman"/>
                          <a:cs typeface="Times New Roman"/>
                        </a:rPr>
                        <a:t>10</a:t>
                      </a:r>
                      <a:endParaRPr sz="12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13" name="object 13"/>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892810"/>
            <a:ext cx="2094864" cy="208279"/>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Times New Roman"/>
                <a:cs typeface="Times New Roman"/>
              </a:rPr>
              <a:t>D</a:t>
            </a:r>
            <a:r>
              <a:rPr sz="1200" b="1" spc="-10" dirty="0">
                <a:latin typeface="Times New Roman"/>
                <a:cs typeface="Times New Roman"/>
              </a:rPr>
              <a:t>EL</a:t>
            </a:r>
            <a:r>
              <a:rPr sz="1200" b="1" spc="-20" dirty="0">
                <a:latin typeface="Times New Roman"/>
                <a:cs typeface="Times New Roman"/>
              </a:rPr>
              <a:t>IV</a:t>
            </a:r>
            <a:r>
              <a:rPr sz="1200" b="1" spc="-10" dirty="0">
                <a:latin typeface="Times New Roman"/>
                <a:cs typeface="Times New Roman"/>
              </a:rPr>
              <a:t>E</a:t>
            </a:r>
            <a:r>
              <a:rPr sz="1200" b="1" spc="-20" dirty="0">
                <a:latin typeface="Times New Roman"/>
                <a:cs typeface="Times New Roman"/>
              </a:rPr>
              <a:t>R</a:t>
            </a:r>
            <a:r>
              <a:rPr sz="1200" b="1" spc="-5" dirty="0">
                <a:latin typeface="Times New Roman"/>
                <a:cs typeface="Times New Roman"/>
              </a:rPr>
              <a:t>Y</a:t>
            </a:r>
            <a:r>
              <a:rPr sz="1200" b="1" spc="-135" dirty="0">
                <a:latin typeface="Times New Roman"/>
                <a:cs typeface="Times New Roman"/>
              </a:rPr>
              <a:t> </a:t>
            </a:r>
            <a:r>
              <a:rPr sz="1200" b="1" spc="-5" dirty="0">
                <a:latin typeface="Times New Roman"/>
                <a:cs typeface="Times New Roman"/>
              </a:rPr>
              <a:t>A</a:t>
            </a:r>
            <a:r>
              <a:rPr sz="1200" b="1" spc="-10" dirty="0">
                <a:latin typeface="Times New Roman"/>
                <a:cs typeface="Times New Roman"/>
              </a:rPr>
              <a:t>D</a:t>
            </a:r>
            <a:r>
              <a:rPr sz="1200" b="1" spc="-5" dirty="0">
                <a:latin typeface="Times New Roman"/>
                <a:cs typeface="Times New Roman"/>
              </a:rPr>
              <a:t>D</a:t>
            </a:r>
            <a:r>
              <a:rPr sz="1200" b="1" spc="-10" dirty="0">
                <a:latin typeface="Times New Roman"/>
                <a:cs typeface="Times New Roman"/>
              </a:rPr>
              <a:t>R</a:t>
            </a:r>
            <a:r>
              <a:rPr sz="1200" b="1" dirty="0">
                <a:latin typeface="Times New Roman"/>
                <a:cs typeface="Times New Roman"/>
              </a:rPr>
              <a:t>E</a:t>
            </a:r>
            <a:r>
              <a:rPr sz="1200" b="1" spc="-5" dirty="0">
                <a:latin typeface="Times New Roman"/>
                <a:cs typeface="Times New Roman"/>
              </a:rPr>
              <a:t>SS</a:t>
            </a:r>
            <a:r>
              <a:rPr sz="1200" b="1" spc="-55"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A</a:t>
            </a:r>
            <a:r>
              <a:rPr sz="1200" b="1" spc="-10" dirty="0">
                <a:latin typeface="Times New Roman"/>
                <a:cs typeface="Times New Roman"/>
              </a:rPr>
              <a:t>BL</a:t>
            </a:r>
            <a:r>
              <a:rPr sz="1200" b="1" dirty="0">
                <a:latin typeface="Times New Roman"/>
                <a:cs typeface="Times New Roman"/>
              </a:rPr>
              <a:t>E</a:t>
            </a:r>
            <a:endParaRPr sz="1200">
              <a:latin typeface="Times New Roman"/>
              <a:cs typeface="Times New Roman"/>
            </a:endParaRPr>
          </a:p>
        </p:txBody>
      </p:sp>
      <p:sp>
        <p:nvSpPr>
          <p:cNvPr id="6" name="object 6"/>
          <p:cNvSpPr txBox="1"/>
          <p:nvPr/>
        </p:nvSpPr>
        <p:spPr>
          <a:xfrm>
            <a:off x="901700" y="1060831"/>
            <a:ext cx="798195" cy="976630"/>
          </a:xfrm>
          <a:prstGeom prst="rect">
            <a:avLst/>
          </a:prstGeom>
        </p:spPr>
        <p:txBody>
          <a:bodyPr vert="horz" wrap="square" lIns="0" tIns="68580" rIns="0" bIns="0" rtlCol="0">
            <a:spAutoFit/>
          </a:bodyPr>
          <a:lstStyle/>
          <a:p>
            <a:pPr marL="12700">
              <a:lnSpc>
                <a:spcPct val="100000"/>
              </a:lnSpc>
              <a:spcBef>
                <a:spcPts val="540"/>
              </a:spcBef>
            </a:pPr>
            <a:r>
              <a:rPr sz="1200" spc="-25" dirty="0">
                <a:latin typeface="Times New Roman"/>
                <a:cs typeface="Times New Roman"/>
              </a:rPr>
              <a:t>Table</a:t>
            </a:r>
            <a:r>
              <a:rPr sz="1200" spc="-40" dirty="0">
                <a:latin typeface="Times New Roman"/>
                <a:cs typeface="Times New Roman"/>
              </a:rPr>
              <a:t> </a:t>
            </a:r>
            <a:r>
              <a:rPr sz="1200" spc="-25" dirty="0">
                <a:latin typeface="Times New Roman"/>
                <a:cs typeface="Times New Roman"/>
              </a:rPr>
              <a:t>Name</a:t>
            </a:r>
            <a:endParaRPr sz="1200">
              <a:latin typeface="Times New Roman"/>
              <a:cs typeface="Times New Roman"/>
            </a:endParaRPr>
          </a:p>
          <a:p>
            <a:pPr marL="12700" marR="82550">
              <a:lnSpc>
                <a:spcPct val="103299"/>
              </a:lnSpc>
              <a:spcBef>
                <a:spcPts val="400"/>
              </a:spcBef>
            </a:pPr>
            <a:r>
              <a:rPr sz="1200" spc="-15" dirty="0">
                <a:latin typeface="Times New Roman"/>
                <a:cs typeface="Times New Roman"/>
              </a:rPr>
              <a:t>Table </a:t>
            </a:r>
            <a:r>
              <a:rPr sz="1200" spc="-10" dirty="0">
                <a:latin typeface="Times New Roman"/>
                <a:cs typeface="Times New Roman"/>
              </a:rPr>
              <a:t> </a:t>
            </a:r>
            <a:r>
              <a:rPr sz="1200" spc="-20" dirty="0">
                <a:latin typeface="Times New Roman"/>
                <a:cs typeface="Times New Roman"/>
              </a:rPr>
              <a:t>Descr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a:p>
            <a:pPr marL="12700">
              <a:lnSpc>
                <a:spcPct val="100000"/>
              </a:lnSpc>
              <a:spcBef>
                <a:spcPts val="790"/>
              </a:spcBef>
            </a:pPr>
            <a:r>
              <a:rPr sz="1200" spc="-5" dirty="0">
                <a:latin typeface="Times New Roman"/>
                <a:cs typeface="Times New Roman"/>
              </a:rPr>
              <a:t>Primary</a:t>
            </a:r>
            <a:r>
              <a:rPr sz="1200" spc="-70" dirty="0">
                <a:latin typeface="Times New Roman"/>
                <a:cs typeface="Times New Roman"/>
              </a:rPr>
              <a:t> </a:t>
            </a:r>
            <a:r>
              <a:rPr sz="1200" spc="-25" dirty="0">
                <a:latin typeface="Times New Roman"/>
                <a:cs typeface="Times New Roman"/>
              </a:rPr>
              <a:t>Key</a:t>
            </a:r>
            <a:endParaRPr sz="1200">
              <a:latin typeface="Times New Roman"/>
              <a:cs typeface="Times New Roman"/>
            </a:endParaRPr>
          </a:p>
        </p:txBody>
      </p:sp>
      <p:sp>
        <p:nvSpPr>
          <p:cNvPr id="7" name="object 7"/>
          <p:cNvSpPr txBox="1"/>
          <p:nvPr/>
        </p:nvSpPr>
        <p:spPr>
          <a:xfrm>
            <a:off x="1951989" y="1117219"/>
            <a:ext cx="13468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a:t>
            </a:r>
            <a:r>
              <a:rPr sz="1200" spc="-55" dirty="0">
                <a:latin typeface="Times New Roman"/>
                <a:cs typeface="Times New Roman"/>
              </a:rPr>
              <a:t> </a:t>
            </a:r>
            <a:r>
              <a:rPr sz="1200" spc="-15" dirty="0">
                <a:latin typeface="Times New Roman"/>
                <a:cs typeface="Times New Roman"/>
              </a:rPr>
              <a:t>delivery_address_tbl</a:t>
            </a:r>
            <a:endParaRPr sz="1200">
              <a:latin typeface="Times New Roman"/>
              <a:cs typeface="Times New Roman"/>
            </a:endParaRPr>
          </a:p>
        </p:txBody>
      </p:sp>
      <p:sp>
        <p:nvSpPr>
          <p:cNvPr id="8" name="object 8"/>
          <p:cNvSpPr txBox="1"/>
          <p:nvPr/>
        </p:nvSpPr>
        <p:spPr>
          <a:xfrm>
            <a:off x="1951989" y="1356486"/>
            <a:ext cx="2077720" cy="208279"/>
          </a:xfrm>
          <a:prstGeom prst="rect">
            <a:avLst/>
          </a:prstGeom>
        </p:spPr>
        <p:txBody>
          <a:bodyPr vert="horz" wrap="square" lIns="0" tIns="12700" rIns="0" bIns="0" rtlCol="0">
            <a:spAutoFit/>
          </a:bodyPr>
          <a:lstStyle/>
          <a:p>
            <a:pPr marL="12700">
              <a:lnSpc>
                <a:spcPct val="100000"/>
              </a:lnSpc>
              <a:spcBef>
                <a:spcPts val="100"/>
              </a:spcBef>
              <a:tabLst>
                <a:tab pos="201295" algn="l"/>
                <a:tab pos="621665" algn="l"/>
                <a:tab pos="1066800" algn="l"/>
                <a:tab pos="1574800" algn="l"/>
              </a:tabLst>
            </a:pPr>
            <a:r>
              <a:rPr sz="1200" dirty="0">
                <a:latin typeface="Times New Roman"/>
                <a:cs typeface="Times New Roman"/>
              </a:rPr>
              <a:t>:	</a:t>
            </a:r>
            <a:r>
              <a:rPr sz="1200" spc="-20" dirty="0">
                <a:latin typeface="Times New Roman"/>
                <a:cs typeface="Times New Roman"/>
              </a:rPr>
              <a:t>This	</a:t>
            </a:r>
            <a:r>
              <a:rPr sz="1200" spc="-15" dirty="0">
                <a:latin typeface="Times New Roman"/>
                <a:cs typeface="Times New Roman"/>
              </a:rPr>
              <a:t>table	stores	delivery</a:t>
            </a:r>
            <a:endParaRPr sz="1200">
              <a:latin typeface="Times New Roman"/>
              <a:cs typeface="Times New Roman"/>
            </a:endParaRPr>
          </a:p>
        </p:txBody>
      </p:sp>
      <p:sp>
        <p:nvSpPr>
          <p:cNvPr id="9" name="object 9"/>
          <p:cNvSpPr txBox="1"/>
          <p:nvPr/>
        </p:nvSpPr>
        <p:spPr>
          <a:xfrm>
            <a:off x="1951989" y="1444878"/>
            <a:ext cx="1804035" cy="1046480"/>
          </a:xfrm>
          <a:prstGeom prst="rect">
            <a:avLst/>
          </a:prstGeom>
        </p:spPr>
        <p:txBody>
          <a:bodyPr vert="horz" wrap="square" lIns="0" tIns="113030" rIns="0" bIns="0" rtlCol="0">
            <a:spAutoFit/>
          </a:bodyPr>
          <a:lstStyle/>
          <a:p>
            <a:pPr marL="12700">
              <a:lnSpc>
                <a:spcPct val="100000"/>
              </a:lnSpc>
              <a:spcBef>
                <a:spcPts val="890"/>
              </a:spcBef>
            </a:pPr>
            <a:r>
              <a:rPr sz="1200" spc="-5" dirty="0">
                <a:latin typeface="Times New Roman"/>
                <a:cs typeface="Times New Roman"/>
              </a:rPr>
              <a:t>address</a:t>
            </a:r>
            <a:r>
              <a:rPr sz="1200" spc="-60"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p>
            <a:pPr marL="12700">
              <a:lnSpc>
                <a:spcPct val="100000"/>
              </a:lnSpc>
              <a:spcBef>
                <a:spcPts val="795"/>
              </a:spcBef>
            </a:pP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p>
            <a:pPr marL="12700" marR="5080">
              <a:lnSpc>
                <a:spcPct val="103299"/>
              </a:lnSpc>
              <a:spcBef>
                <a:spcPts val="600"/>
              </a:spcBef>
            </a:pPr>
            <a:r>
              <a:rPr sz="1200" spc="-15" dirty="0">
                <a:latin typeface="Times New Roman"/>
                <a:cs typeface="Times New Roman"/>
              </a:rPr>
              <a:t>:user_id,patient_id(references </a:t>
            </a:r>
            <a:r>
              <a:rPr sz="1200" spc="-285" dirty="0">
                <a:latin typeface="Times New Roman"/>
                <a:cs typeface="Times New Roman"/>
              </a:rPr>
              <a:t> </a:t>
            </a:r>
            <a:r>
              <a:rPr sz="1200" spc="-5" dirty="0">
                <a:latin typeface="Times New Roman"/>
                <a:cs typeface="Times New Roman"/>
              </a:rPr>
              <a:t>user</a:t>
            </a:r>
            <a:r>
              <a:rPr sz="1200" dirty="0">
                <a:latin typeface="Times New Roman"/>
                <a:cs typeface="Times New Roman"/>
              </a:rPr>
              <a:t> </a:t>
            </a:r>
            <a:r>
              <a:rPr sz="1200" spc="-15" dirty="0">
                <a:latin typeface="Times New Roman"/>
                <a:cs typeface="Times New Roman"/>
              </a:rPr>
              <a:t>table,patient</a:t>
            </a:r>
            <a:r>
              <a:rPr sz="1200" spc="55"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sp>
        <p:nvSpPr>
          <p:cNvPr id="10" name="object 10"/>
          <p:cNvSpPr txBox="1"/>
          <p:nvPr/>
        </p:nvSpPr>
        <p:spPr>
          <a:xfrm>
            <a:off x="901700" y="2301367"/>
            <a:ext cx="77978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3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1" name="object 11"/>
          <p:cNvSpPr txBox="1"/>
          <p:nvPr/>
        </p:nvSpPr>
        <p:spPr>
          <a:xfrm>
            <a:off x="901700" y="5721477"/>
            <a:ext cx="1620520" cy="239395"/>
          </a:xfrm>
          <a:prstGeom prst="rect">
            <a:avLst/>
          </a:prstGeom>
        </p:spPr>
        <p:txBody>
          <a:bodyPr vert="horz" wrap="square" lIns="0" tIns="13335" rIns="0" bIns="0" rtlCol="0">
            <a:spAutoFit/>
          </a:bodyPr>
          <a:lstStyle/>
          <a:p>
            <a:pPr marL="12700">
              <a:lnSpc>
                <a:spcPct val="100000"/>
              </a:lnSpc>
              <a:spcBef>
                <a:spcPts val="105"/>
              </a:spcBef>
            </a:pPr>
            <a:r>
              <a:rPr sz="1400" b="1" spc="-45" dirty="0">
                <a:latin typeface="Times New Roman"/>
                <a:cs typeface="Times New Roman"/>
              </a:rPr>
              <a:t>PAYM</a:t>
            </a:r>
            <a:r>
              <a:rPr sz="1400" b="1" spc="-40" dirty="0">
                <a:latin typeface="Times New Roman"/>
                <a:cs typeface="Times New Roman"/>
              </a:rPr>
              <a:t>E</a:t>
            </a:r>
            <a:r>
              <a:rPr sz="1400" b="1" spc="-45" dirty="0">
                <a:latin typeface="Times New Roman"/>
                <a:cs typeface="Times New Roman"/>
              </a:rPr>
              <a:t>N</a:t>
            </a:r>
            <a:r>
              <a:rPr sz="1400" b="1" spc="-40" dirty="0">
                <a:latin typeface="Times New Roman"/>
                <a:cs typeface="Times New Roman"/>
              </a:rPr>
              <a:t>T</a:t>
            </a:r>
            <a:r>
              <a:rPr sz="1400" b="1" dirty="0">
                <a:latin typeface="Times New Roman"/>
                <a:cs typeface="Times New Roman"/>
              </a:rPr>
              <a:t>S</a:t>
            </a:r>
            <a:r>
              <a:rPr sz="1400" b="1" spc="-50" dirty="0">
                <a:latin typeface="Times New Roman"/>
                <a:cs typeface="Times New Roman"/>
              </a:rPr>
              <a:t> </a:t>
            </a:r>
            <a:r>
              <a:rPr sz="1400" b="1" spc="-25" dirty="0">
                <a:latin typeface="Times New Roman"/>
                <a:cs typeface="Times New Roman"/>
              </a:rPr>
              <a:t>T</a:t>
            </a:r>
            <a:r>
              <a:rPr sz="1400" b="1" spc="-30" dirty="0">
                <a:latin typeface="Times New Roman"/>
                <a:cs typeface="Times New Roman"/>
              </a:rPr>
              <a:t>A</a:t>
            </a:r>
            <a:r>
              <a:rPr sz="1400" b="1" spc="-25" dirty="0">
                <a:latin typeface="Times New Roman"/>
                <a:cs typeface="Times New Roman"/>
              </a:rPr>
              <a:t>BL</a:t>
            </a:r>
            <a:r>
              <a:rPr sz="1400" b="1" dirty="0">
                <a:latin typeface="Times New Roman"/>
                <a:cs typeface="Times New Roman"/>
              </a:rPr>
              <a:t>E</a:t>
            </a:r>
            <a:endParaRPr sz="1400">
              <a:latin typeface="Times New Roman"/>
              <a:cs typeface="Times New Roman"/>
            </a:endParaRPr>
          </a:p>
        </p:txBody>
      </p:sp>
      <p:graphicFrame>
        <p:nvGraphicFramePr>
          <p:cNvPr id="12" name="object 12"/>
          <p:cNvGraphicFramePr>
            <a:graphicFrameLocks noGrp="1"/>
          </p:cNvGraphicFramePr>
          <p:nvPr/>
        </p:nvGraphicFramePr>
        <p:xfrm>
          <a:off x="899464" y="2539238"/>
          <a:ext cx="5012687" cy="3217541"/>
        </p:xfrm>
        <a:graphic>
          <a:graphicData uri="http://schemas.openxmlformats.org/drawingml/2006/table">
            <a:tbl>
              <a:tblPr firstRow="1" bandRow="1">
                <a:tableStyleId>{2D5ABB26-0587-4C30-8999-92F81FD0307C}</a:tableStyleId>
              </a:tblPr>
              <a:tblGrid>
                <a:gridCol w="662940">
                  <a:extLst>
                    <a:ext uri="{9D8B030D-6E8A-4147-A177-3AD203B41FA5}">
                      <a16:colId xmlns:a16="http://schemas.microsoft.com/office/drawing/2014/main" val="20000"/>
                    </a:ext>
                  </a:extLst>
                </a:gridCol>
                <a:gridCol w="855344">
                  <a:extLst>
                    <a:ext uri="{9D8B030D-6E8A-4147-A177-3AD203B41FA5}">
                      <a16:colId xmlns:a16="http://schemas.microsoft.com/office/drawing/2014/main" val="20001"/>
                    </a:ext>
                  </a:extLst>
                </a:gridCol>
                <a:gridCol w="995044">
                  <a:extLst>
                    <a:ext uri="{9D8B030D-6E8A-4147-A177-3AD203B41FA5}">
                      <a16:colId xmlns:a16="http://schemas.microsoft.com/office/drawing/2014/main" val="20002"/>
                    </a:ext>
                  </a:extLst>
                </a:gridCol>
                <a:gridCol w="1423670">
                  <a:extLst>
                    <a:ext uri="{9D8B030D-6E8A-4147-A177-3AD203B41FA5}">
                      <a16:colId xmlns:a16="http://schemas.microsoft.com/office/drawing/2014/main" val="20003"/>
                    </a:ext>
                  </a:extLst>
                </a:gridCol>
                <a:gridCol w="1075689">
                  <a:extLst>
                    <a:ext uri="{9D8B030D-6E8A-4147-A177-3AD203B41FA5}">
                      <a16:colId xmlns:a16="http://schemas.microsoft.com/office/drawing/2014/main" val="20004"/>
                    </a:ext>
                  </a:extLst>
                </a:gridCol>
              </a:tblGrid>
              <a:tr h="444500">
                <a:tc>
                  <a:txBody>
                    <a:bodyPr/>
                    <a:lstStyle/>
                    <a:p>
                      <a:pPr marL="69850">
                        <a:lnSpc>
                          <a:spcPct val="100000"/>
                        </a:lnSpc>
                        <a:spcBef>
                          <a:spcPts val="335"/>
                        </a:spcBef>
                      </a:pPr>
                      <a:r>
                        <a:rPr sz="1200" b="1" spc="-15" dirty="0">
                          <a:latin typeface="Times New Roman"/>
                          <a:cs typeface="Times New Roman"/>
                        </a:rPr>
                        <a:t>Sl.No</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418465">
                        <a:lnSpc>
                          <a:spcPct val="102499"/>
                        </a:lnSpc>
                        <a:spcBef>
                          <a:spcPts val="210"/>
                        </a:spcBef>
                      </a:pPr>
                      <a:r>
                        <a:rPr sz="1200" b="1" spc="-15" dirty="0">
                          <a:latin typeface="Times New Roman"/>
                          <a:cs typeface="Times New Roman"/>
                        </a:rPr>
                        <a:t>Field </a:t>
                      </a:r>
                      <a:r>
                        <a:rPr sz="1200" b="1" spc="-10" dirty="0">
                          <a:latin typeface="Times New Roman"/>
                          <a:cs typeface="Times New Roman"/>
                        </a:rPr>
                        <a:t> </a:t>
                      </a:r>
                      <a:r>
                        <a:rPr sz="1200" b="1" spc="-30" dirty="0">
                          <a:latin typeface="Times New Roman"/>
                          <a:cs typeface="Times New Roman"/>
                        </a:rPr>
                        <a:t>N</a:t>
                      </a:r>
                      <a:r>
                        <a:rPr sz="1200" b="1" spc="-25" dirty="0">
                          <a:latin typeface="Times New Roman"/>
                          <a:cs typeface="Times New Roman"/>
                        </a:rPr>
                        <a:t>a</a:t>
                      </a:r>
                      <a:r>
                        <a:rPr sz="1200" b="1" spc="-40" dirty="0">
                          <a:latin typeface="Times New Roman"/>
                          <a:cs typeface="Times New Roman"/>
                        </a:rPr>
                        <a:t>m</a:t>
                      </a:r>
                      <a:r>
                        <a:rPr sz="1200" b="1" dirty="0">
                          <a:latin typeface="Times New Roman"/>
                          <a:cs typeface="Times New Roman"/>
                        </a:rPr>
                        <a:t>e</a:t>
                      </a:r>
                      <a:endParaRPr sz="1200">
                        <a:latin typeface="Times New Roman"/>
                        <a:cs typeface="Times New Roman"/>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35"/>
                        </a:spcBef>
                      </a:pPr>
                      <a:r>
                        <a:rPr sz="1200" b="1" spc="-5" dirty="0">
                          <a:latin typeface="Times New Roman"/>
                          <a:cs typeface="Times New Roman"/>
                        </a:rPr>
                        <a:t>Field</a:t>
                      </a:r>
                      <a:r>
                        <a:rPr sz="1200" b="1" spc="-55"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35"/>
                        </a:spcBef>
                      </a:pPr>
                      <a:r>
                        <a:rPr sz="1200" b="1" spc="-15" dirty="0">
                          <a:latin typeface="Times New Roman"/>
                          <a:cs typeface="Times New Roman"/>
                        </a:rPr>
                        <a:t>Field</a:t>
                      </a:r>
                      <a:endParaRPr sz="1200">
                        <a:latin typeface="Times New Roman"/>
                        <a:cs typeface="Times New Roman"/>
                      </a:endParaRPr>
                    </a:p>
                    <a:p>
                      <a:pPr marL="61594">
                        <a:lnSpc>
                          <a:spcPct val="100000"/>
                        </a:lnSpc>
                        <a:spcBef>
                          <a:spcPts val="100"/>
                        </a:spcBef>
                      </a:pPr>
                      <a:r>
                        <a:rPr sz="1200" b="1" spc="-15" dirty="0">
                          <a:latin typeface="Times New Roman"/>
                          <a:cs typeface="Times New Roman"/>
                        </a:rPr>
                        <a:t>Description</a:t>
                      </a:r>
                      <a:endParaRPr sz="1200">
                        <a:latin typeface="Times New Roman"/>
                        <a:cs typeface="Times New Roman"/>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245"/>
                        </a:spcBef>
                      </a:pPr>
                      <a:r>
                        <a:rPr sz="1200" b="1" spc="-15" dirty="0">
                          <a:latin typeface="Times New Roman"/>
                          <a:cs typeface="Times New Roman"/>
                        </a:rPr>
                        <a:t>Field</a:t>
                      </a:r>
                      <a:r>
                        <a:rPr sz="1200" b="1" spc="-25"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54635">
                <a:tc>
                  <a:txBody>
                    <a:bodyPr/>
                    <a:lstStyle/>
                    <a:p>
                      <a:pPr marL="69850">
                        <a:lnSpc>
                          <a:spcPct val="100000"/>
                        </a:lnSpc>
                        <a:spcBef>
                          <a:spcPts val="350"/>
                        </a:spcBef>
                      </a:pPr>
                      <a:r>
                        <a:rPr sz="1200" dirty="0">
                          <a:latin typeface="Times New Roman"/>
                          <a:cs typeface="Times New Roman"/>
                        </a:rPr>
                        <a:t>1</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50"/>
                        </a:spcBef>
                      </a:pPr>
                      <a:r>
                        <a:rPr sz="1200" spc="-25" dirty="0">
                          <a:latin typeface="Times New Roman"/>
                          <a:cs typeface="Times New Roman"/>
                        </a:rPr>
                        <a:t>id</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50"/>
                        </a:spcBef>
                      </a:pPr>
                      <a:r>
                        <a:rPr sz="1200" spc="-20" dirty="0">
                          <a:latin typeface="Times New Roman"/>
                          <a:cs typeface="Times New Roman"/>
                        </a:rPr>
                        <a:t>int</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0"/>
                        </a:spcBef>
                      </a:pPr>
                      <a:r>
                        <a:rPr sz="1200" spc="-55" dirty="0">
                          <a:latin typeface="Times New Roman"/>
                          <a:cs typeface="Times New Roman"/>
                        </a:rPr>
                        <a:t>Id</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50"/>
                        </a:spcBef>
                      </a:pPr>
                      <a:r>
                        <a:rPr sz="1200" dirty="0">
                          <a:latin typeface="Times New Roman"/>
                          <a:cs typeface="Times New Roman"/>
                        </a:rPr>
                        <a:t>5</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8614">
                <a:tc>
                  <a:txBody>
                    <a:bodyPr/>
                    <a:lstStyle/>
                    <a:p>
                      <a:pPr marL="69850">
                        <a:lnSpc>
                          <a:spcPct val="100000"/>
                        </a:lnSpc>
                        <a:spcBef>
                          <a:spcPts val="340"/>
                        </a:spcBef>
                      </a:pPr>
                      <a:r>
                        <a:rPr sz="1200" dirty="0">
                          <a:latin typeface="Times New Roman"/>
                          <a:cs typeface="Times New Roman"/>
                        </a:rPr>
                        <a:t>2</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user_id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User</a:t>
                      </a:r>
                      <a:r>
                        <a:rPr sz="1200" spc="-60"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1145">
                <a:tc>
                  <a:txBody>
                    <a:bodyPr/>
                    <a:lstStyle/>
                    <a:p>
                      <a:pPr marL="69850">
                        <a:lnSpc>
                          <a:spcPct val="100000"/>
                        </a:lnSpc>
                        <a:spcBef>
                          <a:spcPts val="340"/>
                        </a:spcBef>
                      </a:pPr>
                      <a:r>
                        <a:rPr sz="1200" dirty="0">
                          <a:latin typeface="Times New Roman"/>
                          <a:cs typeface="Times New Roman"/>
                        </a:rPr>
                        <a:t>3</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patient_id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int</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Patient</a:t>
                      </a:r>
                      <a:r>
                        <a:rPr sz="1200" spc="-6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76860">
                <a:tc>
                  <a:txBody>
                    <a:bodyPr/>
                    <a:lstStyle/>
                    <a:p>
                      <a:pPr marL="69850">
                        <a:lnSpc>
                          <a:spcPct val="100000"/>
                        </a:lnSpc>
                        <a:spcBef>
                          <a:spcPts val="350"/>
                        </a:spcBef>
                      </a:pPr>
                      <a:r>
                        <a:rPr sz="1200" dirty="0">
                          <a:latin typeface="Times New Roman"/>
                          <a:cs typeface="Times New Roman"/>
                        </a:rPr>
                        <a:t>4</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50"/>
                        </a:spcBef>
                      </a:pPr>
                      <a:r>
                        <a:rPr sz="1200" spc="-20" dirty="0">
                          <a:latin typeface="Times New Roman"/>
                          <a:cs typeface="Times New Roman"/>
                        </a:rPr>
                        <a:t>name</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50"/>
                        </a:spcBef>
                      </a:pPr>
                      <a:r>
                        <a:rPr sz="1200" spc="-20" dirty="0">
                          <a:latin typeface="Times New Roman"/>
                          <a:cs typeface="Times New Roman"/>
                        </a:rPr>
                        <a:t>varchar</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0"/>
                        </a:spcBef>
                      </a:pPr>
                      <a:r>
                        <a:rPr sz="1200" spc="-5" dirty="0">
                          <a:latin typeface="Times New Roman"/>
                          <a:cs typeface="Times New Roman"/>
                        </a:rPr>
                        <a:t>Patient</a:t>
                      </a:r>
                      <a:r>
                        <a:rPr sz="1200" spc="-65" dirty="0">
                          <a:latin typeface="Times New Roman"/>
                          <a:cs typeface="Times New Roman"/>
                        </a:rPr>
                        <a:t> </a:t>
                      </a:r>
                      <a:r>
                        <a:rPr sz="1200" spc="-20" dirty="0">
                          <a:latin typeface="Times New Roman"/>
                          <a:cs typeface="Times New Roman"/>
                        </a:rPr>
                        <a:t>name</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50"/>
                        </a:spcBef>
                      </a:pPr>
                      <a:r>
                        <a:rPr sz="1200" spc="-25" dirty="0">
                          <a:latin typeface="Times New Roman"/>
                          <a:cs typeface="Times New Roman"/>
                        </a:rPr>
                        <a:t>20</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69239">
                <a:tc>
                  <a:txBody>
                    <a:bodyPr/>
                    <a:lstStyle/>
                    <a:p>
                      <a:pPr marL="69850">
                        <a:lnSpc>
                          <a:spcPct val="100000"/>
                        </a:lnSpc>
                        <a:spcBef>
                          <a:spcPts val="340"/>
                        </a:spcBef>
                      </a:pPr>
                      <a:r>
                        <a:rPr sz="1200" dirty="0">
                          <a:latin typeface="Times New Roman"/>
                          <a:cs typeface="Times New Roman"/>
                        </a:rPr>
                        <a:t>5</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email</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Email</a:t>
                      </a:r>
                      <a:r>
                        <a:rPr sz="1200" spc="-5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71145">
                <a:tc>
                  <a:txBody>
                    <a:bodyPr/>
                    <a:lstStyle/>
                    <a:p>
                      <a:pPr marL="69850">
                        <a:lnSpc>
                          <a:spcPct val="100000"/>
                        </a:lnSpc>
                        <a:spcBef>
                          <a:spcPts val="350"/>
                        </a:spcBef>
                      </a:pPr>
                      <a:r>
                        <a:rPr sz="1200" dirty="0">
                          <a:latin typeface="Times New Roman"/>
                          <a:cs typeface="Times New Roman"/>
                        </a:rPr>
                        <a:t>6</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50"/>
                        </a:spcBef>
                      </a:pPr>
                      <a:r>
                        <a:rPr sz="1200" spc="-15" dirty="0">
                          <a:latin typeface="Times New Roman"/>
                          <a:cs typeface="Times New Roman"/>
                        </a:rPr>
                        <a:t>phone</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50"/>
                        </a:spcBef>
                      </a:pPr>
                      <a:r>
                        <a:rPr sz="1200" spc="-15" dirty="0">
                          <a:latin typeface="Times New Roman"/>
                          <a:cs typeface="Times New Roman"/>
                        </a:rPr>
                        <a:t>varchar</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0"/>
                        </a:spcBef>
                      </a:pPr>
                      <a:r>
                        <a:rPr sz="1200" dirty="0">
                          <a:latin typeface="Times New Roman"/>
                          <a:cs typeface="Times New Roman"/>
                        </a:rPr>
                        <a:t>Phone</a:t>
                      </a:r>
                      <a:r>
                        <a:rPr sz="1200" spc="-75" dirty="0">
                          <a:latin typeface="Times New Roman"/>
                          <a:cs typeface="Times New Roman"/>
                        </a:rPr>
                        <a:t> </a:t>
                      </a:r>
                      <a:r>
                        <a:rPr sz="1200" spc="-15" dirty="0">
                          <a:latin typeface="Times New Roman"/>
                          <a:cs typeface="Times New Roman"/>
                        </a:rPr>
                        <a:t>number</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50"/>
                        </a:spcBef>
                      </a:pPr>
                      <a:r>
                        <a:rPr sz="1200" spc="-30" dirty="0">
                          <a:latin typeface="Times New Roman"/>
                          <a:cs typeface="Times New Roman"/>
                        </a:rPr>
                        <a:t>20</a:t>
                      </a:r>
                      <a:endParaRPr sz="1200">
                        <a:latin typeface="Times New Roman"/>
                        <a:cs typeface="Times New Roman"/>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69239">
                <a:tc>
                  <a:txBody>
                    <a:bodyPr/>
                    <a:lstStyle/>
                    <a:p>
                      <a:pPr marL="69850">
                        <a:lnSpc>
                          <a:spcPct val="100000"/>
                        </a:lnSpc>
                        <a:spcBef>
                          <a:spcPts val="340"/>
                        </a:spcBef>
                      </a:pPr>
                      <a:r>
                        <a:rPr sz="1200" dirty="0">
                          <a:latin typeface="Times New Roman"/>
                          <a:cs typeface="Times New Roman"/>
                        </a:rPr>
                        <a:t>7</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20" dirty="0">
                          <a:latin typeface="Times New Roman"/>
                          <a:cs typeface="Times New Roman"/>
                        </a:rPr>
                        <a:t>city</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15" dirty="0">
                          <a:latin typeface="Times New Roman"/>
                          <a:cs typeface="Times New Roman"/>
                        </a:rPr>
                        <a:t>Patient’s</a:t>
                      </a:r>
                      <a:r>
                        <a:rPr sz="1200" spc="-45" dirty="0">
                          <a:latin typeface="Times New Roman"/>
                          <a:cs typeface="Times New Roman"/>
                        </a:rPr>
                        <a:t> </a:t>
                      </a:r>
                      <a:r>
                        <a:rPr sz="1200" spc="-20" dirty="0">
                          <a:latin typeface="Times New Roman"/>
                          <a:cs typeface="Times New Roman"/>
                        </a:rPr>
                        <a:t>city</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200" spc="-25" dirty="0">
                          <a:latin typeface="Times New Roman"/>
                          <a:cs typeface="Times New Roman"/>
                        </a:rPr>
                        <a:t>30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71145">
                <a:tc>
                  <a:txBody>
                    <a:bodyPr/>
                    <a:lstStyle/>
                    <a:p>
                      <a:pPr marL="69850">
                        <a:lnSpc>
                          <a:spcPct val="100000"/>
                        </a:lnSpc>
                        <a:spcBef>
                          <a:spcPts val="355"/>
                        </a:spcBef>
                      </a:pPr>
                      <a:r>
                        <a:rPr sz="1200" dirty="0">
                          <a:latin typeface="Times New Roman"/>
                          <a:cs typeface="Times New Roman"/>
                        </a:rPr>
                        <a:t>8</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55"/>
                        </a:spcBef>
                      </a:pPr>
                      <a:r>
                        <a:rPr sz="1200" spc="-20" dirty="0">
                          <a:latin typeface="Times New Roman"/>
                          <a:cs typeface="Times New Roman"/>
                        </a:rPr>
                        <a:t>address</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55"/>
                        </a:spcBef>
                      </a:pPr>
                      <a:r>
                        <a:rPr sz="1200" spc="-20" dirty="0">
                          <a:latin typeface="Times New Roman"/>
                          <a:cs typeface="Times New Roman"/>
                        </a:rPr>
                        <a:t>varchar</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5"/>
                        </a:spcBef>
                      </a:pPr>
                      <a:r>
                        <a:rPr sz="1200" spc="-20" dirty="0">
                          <a:latin typeface="Times New Roman"/>
                          <a:cs typeface="Times New Roman"/>
                        </a:rPr>
                        <a:t>address</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55"/>
                        </a:spcBef>
                      </a:pPr>
                      <a:r>
                        <a:rPr sz="1200" spc="-25" dirty="0">
                          <a:latin typeface="Times New Roman"/>
                          <a:cs typeface="Times New Roman"/>
                        </a:rPr>
                        <a:t>50</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69875">
                <a:tc>
                  <a:txBody>
                    <a:bodyPr/>
                    <a:lstStyle/>
                    <a:p>
                      <a:pPr marL="69850">
                        <a:lnSpc>
                          <a:spcPct val="100000"/>
                        </a:lnSpc>
                        <a:spcBef>
                          <a:spcPts val="340"/>
                        </a:spcBef>
                      </a:pPr>
                      <a:r>
                        <a:rPr sz="1200" dirty="0">
                          <a:latin typeface="Times New Roman"/>
                          <a:cs typeface="Times New Roman"/>
                        </a:rPr>
                        <a:t>9</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40"/>
                        </a:spcBef>
                      </a:pPr>
                      <a:r>
                        <a:rPr sz="1200" spc="-15" dirty="0">
                          <a:latin typeface="Times New Roman"/>
                          <a:cs typeface="Times New Roman"/>
                        </a:rPr>
                        <a:t>post_office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200" spc="-20" dirty="0">
                          <a:latin typeface="Times New Roman"/>
                          <a:cs typeface="Times New Roman"/>
                        </a:rPr>
                        <a:t>varchar</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200" spc="-5" dirty="0">
                          <a:latin typeface="Times New Roman"/>
                          <a:cs typeface="Times New Roman"/>
                        </a:rPr>
                        <a:t>Post</a:t>
                      </a:r>
                      <a:r>
                        <a:rPr sz="1200" spc="-45" dirty="0">
                          <a:latin typeface="Times New Roman"/>
                          <a:cs typeface="Times New Roman"/>
                        </a:rPr>
                        <a:t> </a:t>
                      </a:r>
                      <a:r>
                        <a:rPr sz="1200" spc="-15" dirty="0">
                          <a:latin typeface="Times New Roman"/>
                          <a:cs typeface="Times New Roman"/>
                        </a:rPr>
                        <a:t>office</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200" spc="-25" dirty="0">
                          <a:latin typeface="Times New Roman"/>
                          <a:cs typeface="Times New Roman"/>
                        </a:rPr>
                        <a:t>20</a:t>
                      </a:r>
                      <a:endParaRPr sz="12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271144">
                <a:tc>
                  <a:txBody>
                    <a:bodyPr/>
                    <a:lstStyle/>
                    <a:p>
                      <a:pPr marL="69850">
                        <a:lnSpc>
                          <a:spcPct val="100000"/>
                        </a:lnSpc>
                        <a:spcBef>
                          <a:spcPts val="355"/>
                        </a:spcBef>
                      </a:pPr>
                      <a:r>
                        <a:rPr sz="1200" spc="-25" dirty="0">
                          <a:latin typeface="Times New Roman"/>
                          <a:cs typeface="Times New Roman"/>
                        </a:rPr>
                        <a:t>10</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spcBef>
                          <a:spcPts val="355"/>
                        </a:spcBef>
                      </a:pPr>
                      <a:r>
                        <a:rPr sz="1200" spc="-15" dirty="0">
                          <a:latin typeface="Times New Roman"/>
                          <a:cs typeface="Times New Roman"/>
                        </a:rPr>
                        <a:t>pin_code</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865">
                        <a:lnSpc>
                          <a:spcPct val="100000"/>
                        </a:lnSpc>
                        <a:spcBef>
                          <a:spcPts val="275"/>
                        </a:spcBef>
                      </a:pPr>
                      <a:r>
                        <a:rPr sz="1200" spc="-20" dirty="0">
                          <a:latin typeface="Times New Roman"/>
                          <a:cs typeface="Times New Roman"/>
                        </a:rPr>
                        <a:t>varchar</a:t>
                      </a:r>
                      <a:endParaRPr sz="1200">
                        <a:latin typeface="Times New Roman"/>
                        <a:cs typeface="Times New Roman"/>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55"/>
                        </a:spcBef>
                      </a:pPr>
                      <a:r>
                        <a:rPr sz="1200" spc="-5" dirty="0">
                          <a:latin typeface="Times New Roman"/>
                          <a:cs typeface="Times New Roman"/>
                        </a:rPr>
                        <a:t>Pin</a:t>
                      </a:r>
                      <a:r>
                        <a:rPr sz="1200" spc="-60" dirty="0">
                          <a:latin typeface="Times New Roman"/>
                          <a:cs typeface="Times New Roman"/>
                        </a:rPr>
                        <a:t> </a:t>
                      </a:r>
                      <a:r>
                        <a:rPr sz="1200" spc="-20" dirty="0">
                          <a:latin typeface="Times New Roman"/>
                          <a:cs typeface="Times New Roman"/>
                        </a:rPr>
                        <a:t>code</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55"/>
                        </a:spcBef>
                      </a:pPr>
                      <a:r>
                        <a:rPr sz="1200" spc="-25" dirty="0">
                          <a:latin typeface="Times New Roman"/>
                          <a:cs typeface="Times New Roman"/>
                        </a:rPr>
                        <a:t>20</a:t>
                      </a:r>
                      <a:endParaRPr sz="1200">
                        <a:latin typeface="Times New Roman"/>
                        <a:cs typeface="Times New Roman"/>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13" name="object 13"/>
          <p:cNvSpPr txBox="1"/>
          <p:nvPr/>
        </p:nvSpPr>
        <p:spPr>
          <a:xfrm>
            <a:off x="901700" y="6054598"/>
            <a:ext cx="1059180" cy="1126490"/>
          </a:xfrm>
          <a:prstGeom prst="rect">
            <a:avLst/>
          </a:prstGeom>
        </p:spPr>
        <p:txBody>
          <a:bodyPr vert="horz" wrap="square" lIns="0" tIns="12700" rIns="0" bIns="0" rtlCol="0">
            <a:spAutoFit/>
          </a:bodyPr>
          <a:lstStyle/>
          <a:p>
            <a:pPr marL="12700" marR="5080">
              <a:lnSpc>
                <a:spcPct val="140000"/>
              </a:lnSpc>
              <a:spcBef>
                <a:spcPts val="100"/>
              </a:spcBef>
            </a:pPr>
            <a:r>
              <a:rPr sz="1200" spc="-25" dirty="0">
                <a:latin typeface="Times New Roman"/>
                <a:cs typeface="Times New Roman"/>
              </a:rPr>
              <a:t>Table</a:t>
            </a:r>
            <a:r>
              <a:rPr sz="1200" spc="-20" dirty="0">
                <a:latin typeface="Times New Roman"/>
                <a:cs typeface="Times New Roman"/>
              </a:rPr>
              <a:t> </a:t>
            </a:r>
            <a:r>
              <a:rPr sz="1200" spc="-25" dirty="0">
                <a:latin typeface="Times New Roman"/>
                <a:cs typeface="Times New Roman"/>
              </a:rPr>
              <a:t>Name </a:t>
            </a:r>
            <a:r>
              <a:rPr sz="1200" spc="-20" dirty="0">
                <a:latin typeface="Times New Roman"/>
                <a:cs typeface="Times New Roman"/>
              </a:rPr>
              <a:t> </a:t>
            </a:r>
            <a:r>
              <a:rPr sz="1200" spc="-30" dirty="0">
                <a:latin typeface="Times New Roman"/>
                <a:cs typeface="Times New Roman"/>
              </a:rPr>
              <a:t>Ta</a:t>
            </a:r>
            <a:r>
              <a:rPr sz="1200" spc="-25" dirty="0">
                <a:latin typeface="Times New Roman"/>
                <a:cs typeface="Times New Roman"/>
              </a:rPr>
              <a:t>bl</a:t>
            </a:r>
            <a:r>
              <a:rPr sz="1200" dirty="0">
                <a:latin typeface="Times New Roman"/>
                <a:cs typeface="Times New Roman"/>
              </a:rPr>
              <a:t>e</a:t>
            </a:r>
            <a:r>
              <a:rPr sz="1200" spc="-5" dirty="0">
                <a:latin typeface="Times New Roman"/>
                <a:cs typeface="Times New Roman"/>
              </a:rPr>
              <a:t> </a:t>
            </a:r>
            <a:r>
              <a:rPr sz="1200" spc="-15" dirty="0">
                <a:latin typeface="Times New Roman"/>
                <a:cs typeface="Times New Roman"/>
              </a:rPr>
              <a:t>d</a:t>
            </a:r>
            <a:r>
              <a:rPr sz="1200" spc="-20" dirty="0">
                <a:latin typeface="Times New Roman"/>
                <a:cs typeface="Times New Roman"/>
              </a:rPr>
              <a:t>escr</a:t>
            </a:r>
            <a:r>
              <a:rPr sz="1200" spc="-10" dirty="0">
                <a:latin typeface="Times New Roman"/>
                <a:cs typeface="Times New Roman"/>
              </a:rPr>
              <a:t>i</a:t>
            </a:r>
            <a:r>
              <a:rPr sz="1200" spc="-15" dirty="0">
                <a:latin typeface="Times New Roman"/>
                <a:cs typeface="Times New Roman"/>
              </a:rPr>
              <a:t>p</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a:p>
            <a:pPr marL="12700">
              <a:lnSpc>
                <a:spcPct val="100000"/>
              </a:lnSpc>
              <a:spcBef>
                <a:spcPts val="875"/>
              </a:spcBef>
            </a:pPr>
            <a:r>
              <a:rPr sz="1200" dirty="0">
                <a:latin typeface="Times New Roman"/>
                <a:cs typeface="Times New Roman"/>
              </a:rPr>
              <a:t>Prim</a:t>
            </a:r>
            <a:r>
              <a:rPr sz="1200" spc="-5" dirty="0">
                <a:latin typeface="Times New Roman"/>
                <a:cs typeface="Times New Roman"/>
              </a:rPr>
              <a:t>ar</a:t>
            </a:r>
            <a:r>
              <a:rPr sz="1200" dirty="0">
                <a:latin typeface="Times New Roman"/>
                <a:cs typeface="Times New Roman"/>
              </a:rPr>
              <a:t>y</a:t>
            </a:r>
            <a:r>
              <a:rPr sz="1200" spc="-25" dirty="0">
                <a:latin typeface="Times New Roman"/>
                <a:cs typeface="Times New Roman"/>
              </a:rPr>
              <a:t> </a:t>
            </a:r>
            <a:r>
              <a:rPr sz="1200" spc="-30" dirty="0">
                <a:latin typeface="Times New Roman"/>
                <a:cs typeface="Times New Roman"/>
              </a:rPr>
              <a:t>ke</a:t>
            </a:r>
            <a:r>
              <a:rPr sz="1200" dirty="0">
                <a:latin typeface="Times New Roman"/>
                <a:cs typeface="Times New Roman"/>
              </a:rPr>
              <a:t>y</a:t>
            </a:r>
            <a:endParaRPr sz="1200">
              <a:latin typeface="Times New Roman"/>
              <a:cs typeface="Times New Roman"/>
            </a:endParaRPr>
          </a:p>
          <a:p>
            <a:pPr marL="12700">
              <a:lnSpc>
                <a:spcPct val="100000"/>
              </a:lnSpc>
              <a:spcBef>
                <a:spcPts val="880"/>
              </a:spcBef>
            </a:pPr>
            <a:r>
              <a:rPr sz="1200" spc="-15" dirty="0">
                <a:latin typeface="Times New Roman"/>
                <a:cs typeface="Times New Roman"/>
              </a:rPr>
              <a:t>F</a:t>
            </a:r>
            <a:r>
              <a:rPr sz="1200" dirty="0">
                <a:latin typeface="Times New Roman"/>
                <a:cs typeface="Times New Roman"/>
              </a:rPr>
              <a:t>or</a:t>
            </a:r>
            <a:r>
              <a:rPr sz="1200" spc="-10" dirty="0">
                <a:latin typeface="Times New Roman"/>
                <a:cs typeface="Times New Roman"/>
              </a:rPr>
              <a:t>e</a:t>
            </a:r>
            <a:r>
              <a:rPr sz="1200" dirty="0">
                <a:latin typeface="Times New Roman"/>
                <a:cs typeface="Times New Roman"/>
              </a:rPr>
              <a:t>i</a:t>
            </a:r>
            <a:r>
              <a:rPr sz="1200" spc="-10" dirty="0">
                <a:latin typeface="Times New Roman"/>
                <a:cs typeface="Times New Roman"/>
              </a:rPr>
              <a:t>g</a:t>
            </a:r>
            <a:r>
              <a:rPr sz="1200" dirty="0">
                <a:latin typeface="Times New Roman"/>
                <a:cs typeface="Times New Roman"/>
              </a:rPr>
              <a:t>n</a:t>
            </a:r>
            <a:r>
              <a:rPr sz="1200" spc="-15" dirty="0">
                <a:latin typeface="Times New Roman"/>
                <a:cs typeface="Times New Roman"/>
              </a:rPr>
              <a:t> </a:t>
            </a:r>
            <a:r>
              <a:rPr sz="1200" spc="-25" dirty="0">
                <a:latin typeface="Times New Roman"/>
                <a:cs typeface="Times New Roman"/>
              </a:rPr>
              <a:t>k</a:t>
            </a:r>
            <a:r>
              <a:rPr sz="1200" spc="-30" dirty="0">
                <a:latin typeface="Times New Roman"/>
                <a:cs typeface="Times New Roman"/>
              </a:rPr>
              <a:t>e</a:t>
            </a:r>
            <a:r>
              <a:rPr sz="1200" dirty="0">
                <a:latin typeface="Times New Roman"/>
                <a:cs typeface="Times New Roman"/>
              </a:rPr>
              <a:t>y</a:t>
            </a:r>
            <a:endParaRPr sz="1200">
              <a:latin typeface="Times New Roman"/>
              <a:cs typeface="Times New Roman"/>
            </a:endParaRPr>
          </a:p>
        </p:txBody>
      </p:sp>
      <p:sp>
        <p:nvSpPr>
          <p:cNvPr id="14" name="object 14"/>
          <p:cNvSpPr txBox="1"/>
          <p:nvPr/>
        </p:nvSpPr>
        <p:spPr>
          <a:xfrm>
            <a:off x="2105660" y="6127750"/>
            <a:ext cx="2007870" cy="1100455"/>
          </a:xfrm>
          <a:prstGeom prst="rect">
            <a:avLst/>
          </a:prstGeom>
        </p:spPr>
        <p:txBody>
          <a:bodyPr vert="horz" wrap="square" lIns="0" tIns="12700" rIns="0" bIns="0" rtlCol="0">
            <a:spAutoFit/>
          </a:bodyPr>
          <a:lstStyle/>
          <a:p>
            <a:pPr marL="41275">
              <a:lnSpc>
                <a:spcPct val="100000"/>
              </a:lnSpc>
              <a:spcBef>
                <a:spcPts val="100"/>
              </a:spcBef>
            </a:pPr>
            <a:r>
              <a:rPr sz="1200" spc="-15" dirty="0">
                <a:latin typeface="Times New Roman"/>
                <a:cs typeface="Times New Roman"/>
              </a:rPr>
              <a:t>:payments_tbl</a:t>
            </a:r>
            <a:endParaRPr sz="1200">
              <a:latin typeface="Times New Roman"/>
              <a:cs typeface="Times New Roman"/>
            </a:endParaRPr>
          </a:p>
          <a:p>
            <a:pPr marL="12700">
              <a:lnSpc>
                <a:spcPct val="100000"/>
              </a:lnSpc>
              <a:spcBef>
                <a:spcPts val="900"/>
              </a:spcBef>
            </a:pPr>
            <a:r>
              <a:rPr sz="1200" dirty="0">
                <a:latin typeface="Times New Roman"/>
                <a:cs typeface="Times New Roman"/>
              </a:rPr>
              <a:t>:this</a:t>
            </a:r>
            <a:r>
              <a:rPr sz="1200" spc="-55" dirty="0">
                <a:latin typeface="Times New Roman"/>
                <a:cs typeface="Times New Roman"/>
              </a:rPr>
              <a:t> </a:t>
            </a:r>
            <a:r>
              <a:rPr sz="1200" dirty="0">
                <a:latin typeface="Times New Roman"/>
                <a:cs typeface="Times New Roman"/>
              </a:rPr>
              <a:t>table</a:t>
            </a:r>
            <a:r>
              <a:rPr sz="1200" spc="-25" dirty="0">
                <a:latin typeface="Times New Roman"/>
                <a:cs typeface="Times New Roman"/>
              </a:rPr>
              <a:t> </a:t>
            </a:r>
            <a:r>
              <a:rPr sz="1200" spc="-5" dirty="0">
                <a:latin typeface="Times New Roman"/>
                <a:cs typeface="Times New Roman"/>
              </a:rPr>
              <a:t>stores</a:t>
            </a:r>
            <a:r>
              <a:rPr sz="1200" spc="-30" dirty="0">
                <a:latin typeface="Times New Roman"/>
                <a:cs typeface="Times New Roman"/>
              </a:rPr>
              <a:t> </a:t>
            </a:r>
            <a:r>
              <a:rPr sz="1200" spc="-10" dirty="0">
                <a:latin typeface="Times New Roman"/>
                <a:cs typeface="Times New Roman"/>
              </a:rPr>
              <a:t>payment</a:t>
            </a:r>
            <a:r>
              <a:rPr sz="1200" spc="5" dirty="0">
                <a:latin typeface="Times New Roman"/>
                <a:cs typeface="Times New Roman"/>
              </a:rPr>
              <a:t> </a:t>
            </a:r>
            <a:r>
              <a:rPr sz="1200" spc="-15" dirty="0">
                <a:latin typeface="Times New Roman"/>
                <a:cs typeface="Times New Roman"/>
              </a:rPr>
              <a:t>details</a:t>
            </a:r>
            <a:endParaRPr sz="1200">
              <a:latin typeface="Times New Roman"/>
              <a:cs typeface="Times New Roman"/>
            </a:endParaRPr>
          </a:p>
          <a:p>
            <a:pPr marL="13970">
              <a:lnSpc>
                <a:spcPct val="100000"/>
              </a:lnSpc>
              <a:spcBef>
                <a:spcPts val="900"/>
              </a:spcBef>
            </a:pPr>
            <a:r>
              <a:rPr sz="1200" spc="-15" dirty="0">
                <a:latin typeface="Times New Roman"/>
                <a:cs typeface="Times New Roman"/>
              </a:rPr>
              <a:t>:id(payment_id1)</a:t>
            </a:r>
            <a:endParaRPr sz="1200">
              <a:latin typeface="Times New Roman"/>
              <a:cs typeface="Times New Roman"/>
            </a:endParaRPr>
          </a:p>
          <a:p>
            <a:pPr marL="34925">
              <a:lnSpc>
                <a:spcPct val="100000"/>
              </a:lnSpc>
              <a:spcBef>
                <a:spcPts val="900"/>
              </a:spcBef>
            </a:pPr>
            <a:r>
              <a:rPr sz="1200" spc="-15" dirty="0">
                <a:latin typeface="Times New Roman"/>
                <a:cs typeface="Times New Roman"/>
              </a:rPr>
              <a:t>:order_id(references</a:t>
            </a:r>
            <a:r>
              <a:rPr sz="1200" spc="60" dirty="0">
                <a:latin typeface="Times New Roman"/>
                <a:cs typeface="Times New Roman"/>
              </a:rPr>
              <a:t> </a:t>
            </a:r>
            <a:r>
              <a:rPr sz="1200" spc="-5" dirty="0">
                <a:latin typeface="Times New Roman"/>
                <a:cs typeface="Times New Roman"/>
              </a:rPr>
              <a:t>order</a:t>
            </a:r>
            <a:r>
              <a:rPr sz="1200" spc="30" dirty="0">
                <a:latin typeface="Times New Roman"/>
                <a:cs typeface="Times New Roman"/>
              </a:rPr>
              <a:t> </a:t>
            </a:r>
            <a:r>
              <a:rPr sz="1200" spc="-15" dirty="0">
                <a:latin typeface="Times New Roman"/>
                <a:cs typeface="Times New Roman"/>
              </a:rPr>
              <a:t>table)</a:t>
            </a:r>
            <a:endParaRPr sz="1200">
              <a:latin typeface="Times New Roman"/>
              <a:cs typeface="Times New Roman"/>
            </a:endParaRPr>
          </a:p>
        </p:txBody>
      </p:sp>
      <p:graphicFrame>
        <p:nvGraphicFramePr>
          <p:cNvPr id="15" name="object 15"/>
          <p:cNvGraphicFramePr>
            <a:graphicFrameLocks noGrp="1"/>
          </p:cNvGraphicFramePr>
          <p:nvPr/>
        </p:nvGraphicFramePr>
        <p:xfrm>
          <a:off x="911225" y="7380732"/>
          <a:ext cx="5080000" cy="2190176"/>
        </p:xfrm>
        <a:graphic>
          <a:graphicData uri="http://schemas.openxmlformats.org/drawingml/2006/table">
            <a:tbl>
              <a:tblPr firstRow="1" bandRow="1">
                <a:tableStyleId>{2D5ABB26-0587-4C30-8999-92F81FD0307C}</a:tableStyleId>
              </a:tblPr>
              <a:tblGrid>
                <a:gridCol w="1144270">
                  <a:extLst>
                    <a:ext uri="{9D8B030D-6E8A-4147-A177-3AD203B41FA5}">
                      <a16:colId xmlns:a16="http://schemas.microsoft.com/office/drawing/2014/main" val="20000"/>
                    </a:ext>
                  </a:extLst>
                </a:gridCol>
                <a:gridCol w="917575">
                  <a:extLst>
                    <a:ext uri="{9D8B030D-6E8A-4147-A177-3AD203B41FA5}">
                      <a16:colId xmlns:a16="http://schemas.microsoft.com/office/drawing/2014/main" val="20001"/>
                    </a:ext>
                  </a:extLst>
                </a:gridCol>
                <a:gridCol w="989330">
                  <a:extLst>
                    <a:ext uri="{9D8B030D-6E8A-4147-A177-3AD203B41FA5}">
                      <a16:colId xmlns:a16="http://schemas.microsoft.com/office/drawing/2014/main" val="20002"/>
                    </a:ext>
                  </a:extLst>
                </a:gridCol>
                <a:gridCol w="1108075">
                  <a:extLst>
                    <a:ext uri="{9D8B030D-6E8A-4147-A177-3AD203B41FA5}">
                      <a16:colId xmlns:a16="http://schemas.microsoft.com/office/drawing/2014/main" val="20003"/>
                    </a:ext>
                  </a:extLst>
                </a:gridCol>
                <a:gridCol w="920750">
                  <a:extLst>
                    <a:ext uri="{9D8B030D-6E8A-4147-A177-3AD203B41FA5}">
                      <a16:colId xmlns:a16="http://schemas.microsoft.com/office/drawing/2014/main" val="20004"/>
                    </a:ext>
                  </a:extLst>
                </a:gridCol>
              </a:tblGrid>
              <a:tr h="494030">
                <a:tc>
                  <a:txBody>
                    <a:bodyPr/>
                    <a:lstStyle/>
                    <a:p>
                      <a:pPr marL="68580">
                        <a:lnSpc>
                          <a:spcPts val="1565"/>
                        </a:lnSpc>
                      </a:pPr>
                      <a:r>
                        <a:rPr sz="1400" b="1" spc="-15" dirty="0">
                          <a:latin typeface="Times New Roman"/>
                          <a:cs typeface="Times New Roman"/>
                        </a:rPr>
                        <a:t>Sl.No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65"/>
                        </a:lnSpc>
                      </a:pPr>
                      <a:r>
                        <a:rPr sz="1200" b="1" spc="-5" dirty="0">
                          <a:latin typeface="Times New Roman"/>
                          <a:cs typeface="Times New Roman"/>
                        </a:rPr>
                        <a:t>Field</a:t>
                      </a:r>
                      <a:r>
                        <a:rPr sz="1200" b="1" spc="-30" dirty="0">
                          <a:latin typeface="Times New Roman"/>
                          <a:cs typeface="Times New Roman"/>
                        </a:rPr>
                        <a:t> </a:t>
                      </a:r>
                      <a:r>
                        <a:rPr sz="1200" b="1" spc="-25"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b="1" spc="-5" dirty="0">
                          <a:latin typeface="Times New Roman"/>
                          <a:cs typeface="Times New Roman"/>
                        </a:rPr>
                        <a:t>Field</a:t>
                      </a:r>
                      <a:r>
                        <a:rPr sz="1200" b="1" spc="-35"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b="1" spc="-15" dirty="0">
                          <a:latin typeface="Times New Roman"/>
                          <a:cs typeface="Times New Roman"/>
                        </a:rPr>
                        <a:t>Field</a:t>
                      </a:r>
                      <a:endParaRPr sz="1200">
                        <a:latin typeface="Times New Roman"/>
                        <a:cs typeface="Times New Roman"/>
                      </a:endParaRPr>
                    </a:p>
                    <a:p>
                      <a:pPr marL="69215">
                        <a:lnSpc>
                          <a:spcPct val="100000"/>
                        </a:lnSpc>
                        <a:spcBef>
                          <a:spcPts val="105"/>
                        </a:spcBef>
                      </a:pPr>
                      <a:r>
                        <a:rPr sz="1200" b="1" spc="-15"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b="1" spc="-5" dirty="0">
                          <a:latin typeface="Times New Roman"/>
                          <a:cs typeface="Times New Roman"/>
                        </a:rPr>
                        <a:t>Field</a:t>
                      </a:r>
                      <a:r>
                        <a:rPr sz="1200" b="1" spc="-40" dirty="0">
                          <a:latin typeface="Times New Roman"/>
                          <a:cs typeface="Times New Roman"/>
                        </a:rPr>
                        <a:t> </a:t>
                      </a:r>
                      <a:r>
                        <a:rPr sz="1200" b="1" spc="-20" dirty="0">
                          <a:latin typeface="Times New Roman"/>
                          <a:cs typeface="Times New Roman"/>
                        </a:rPr>
                        <a:t>size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99719">
                <a:tc>
                  <a:txBody>
                    <a:bodyPr/>
                    <a:lstStyle/>
                    <a:p>
                      <a:pPr marL="68580">
                        <a:lnSpc>
                          <a:spcPts val="1365"/>
                        </a:lnSpc>
                      </a:pPr>
                      <a:r>
                        <a:rPr sz="1200"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65"/>
                        </a:lnSpc>
                      </a:pPr>
                      <a:r>
                        <a:rPr sz="1200" spc="-25" dirty="0">
                          <a:latin typeface="Times New Roman"/>
                          <a:cs typeface="Times New Roman"/>
                        </a:rPr>
                        <a:t>id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spc="-20" dirty="0">
                          <a:latin typeface="Times New Roman"/>
                          <a:cs typeface="Times New Roman"/>
                        </a:rPr>
                        <a:t>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spc="-10" dirty="0">
                          <a:latin typeface="Times New Roman"/>
                          <a:cs typeface="Times New Roman"/>
                        </a:rPr>
                        <a:t>Payment</a:t>
                      </a:r>
                      <a:r>
                        <a:rPr sz="1200" spc="-3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01625">
                <a:tc>
                  <a:txBody>
                    <a:bodyPr/>
                    <a:lstStyle/>
                    <a:p>
                      <a:pPr marL="68580">
                        <a:lnSpc>
                          <a:spcPts val="1365"/>
                        </a:lnSpc>
                      </a:pPr>
                      <a:r>
                        <a:rPr sz="1200" dirty="0">
                          <a:latin typeface="Times New Roman"/>
                          <a:cs typeface="Times New Roman"/>
                        </a:rPr>
                        <a:t>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65"/>
                        </a:lnSpc>
                      </a:pPr>
                      <a:r>
                        <a:rPr sz="1200" spc="-15" dirty="0">
                          <a:latin typeface="Times New Roman"/>
                          <a:cs typeface="Times New Roman"/>
                        </a:rPr>
                        <a:t>Order_id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spc="-20" dirty="0">
                          <a:latin typeface="Times New Roman"/>
                          <a:cs typeface="Times New Roman"/>
                        </a:rPr>
                        <a:t>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spc="-5" dirty="0">
                          <a:latin typeface="Times New Roman"/>
                          <a:cs typeface="Times New Roman"/>
                        </a:rPr>
                        <a:t>Order</a:t>
                      </a:r>
                      <a:r>
                        <a:rPr sz="1200" spc="-65" dirty="0">
                          <a:latin typeface="Times New Roman"/>
                          <a:cs typeface="Times New Roman"/>
                        </a:rPr>
                        <a:t> </a:t>
                      </a:r>
                      <a:r>
                        <a:rPr sz="1200" spc="-25" dirty="0">
                          <a:latin typeface="Times New Roman"/>
                          <a:cs typeface="Times New Roman"/>
                        </a:rPr>
                        <a:t>id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65"/>
                        </a:lnSpc>
                      </a:pPr>
                      <a:r>
                        <a:rPr sz="1200"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3395">
                <a:tc>
                  <a:txBody>
                    <a:bodyPr/>
                    <a:lstStyle/>
                    <a:p>
                      <a:pPr marL="68580">
                        <a:lnSpc>
                          <a:spcPts val="1370"/>
                        </a:lnSpc>
                      </a:pPr>
                      <a:r>
                        <a:rPr sz="1200" dirty="0">
                          <a:latin typeface="Times New Roman"/>
                          <a:cs typeface="Times New Roman"/>
                        </a:rPr>
                        <a:t>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70"/>
                        </a:lnSpc>
                      </a:pPr>
                      <a:r>
                        <a:rPr sz="1200" spc="-15" dirty="0">
                          <a:latin typeface="Times New Roman"/>
                          <a:cs typeface="Times New Roman"/>
                        </a:rPr>
                        <a:t>amount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0" dirty="0">
                          <a:latin typeface="Times New Roman"/>
                          <a:cs typeface="Times New Roman"/>
                        </a:rPr>
                        <a:t>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15" dirty="0">
                          <a:latin typeface="Times New Roman"/>
                          <a:cs typeface="Times New Roman"/>
                        </a:rPr>
                        <a:t>Total</a:t>
                      </a:r>
                      <a:endParaRPr sz="1200">
                        <a:latin typeface="Times New Roman"/>
                        <a:cs typeface="Times New Roman"/>
                      </a:endParaRPr>
                    </a:p>
                    <a:p>
                      <a:pPr marL="69215">
                        <a:lnSpc>
                          <a:spcPct val="100000"/>
                        </a:lnSpc>
                        <a:spcBef>
                          <a:spcPts val="105"/>
                        </a:spcBef>
                      </a:pPr>
                      <a:r>
                        <a:rPr sz="1200" spc="-15" dirty="0">
                          <a:latin typeface="Times New Roman"/>
                          <a:cs typeface="Times New Roman"/>
                        </a:rPr>
                        <a:t>amount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5" dirty="0">
                          <a:latin typeface="Times New Roman"/>
                          <a:cs typeface="Times New Roman"/>
                        </a:rPr>
                        <a:t>20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01624">
                <a:tc>
                  <a:txBody>
                    <a:bodyPr/>
                    <a:lstStyle/>
                    <a:p>
                      <a:pPr marL="68580">
                        <a:lnSpc>
                          <a:spcPts val="1370"/>
                        </a:lnSpc>
                      </a:pPr>
                      <a:r>
                        <a:rPr sz="1200"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70"/>
                        </a:lnSpc>
                      </a:pPr>
                      <a:r>
                        <a:rPr sz="1200" spc="-15" dirty="0">
                          <a:latin typeface="Times New Roman"/>
                          <a:cs typeface="Times New Roman"/>
                        </a:rPr>
                        <a:t>currency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0" dirty="0">
                          <a:latin typeface="Times New Roman"/>
                          <a:cs typeface="Times New Roman"/>
                        </a:rPr>
                        <a:t>varchar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15" dirty="0">
                          <a:latin typeface="Times New Roman"/>
                          <a:cs typeface="Times New Roman"/>
                        </a:rPr>
                        <a:t>Currency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5" dirty="0">
                          <a:latin typeface="Times New Roman"/>
                          <a:cs typeface="Times New Roman"/>
                        </a:rPr>
                        <a:t>10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99783">
                <a:tc>
                  <a:txBody>
                    <a:bodyPr/>
                    <a:lstStyle/>
                    <a:p>
                      <a:pPr marL="68580">
                        <a:lnSpc>
                          <a:spcPts val="1370"/>
                        </a:lnSpc>
                      </a:pPr>
                      <a:r>
                        <a:rPr sz="1200"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70"/>
                        </a:lnSpc>
                      </a:pPr>
                      <a:r>
                        <a:rPr sz="1200" spc="-15" dirty="0">
                          <a:latin typeface="Times New Roman"/>
                          <a:cs typeface="Times New Roman"/>
                        </a:rPr>
                        <a:t>status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0" dirty="0">
                          <a:latin typeface="Times New Roman"/>
                          <a:cs typeface="Times New Roman"/>
                        </a:rPr>
                        <a:t>varchar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0" dirty="0">
                          <a:latin typeface="Times New Roman"/>
                          <a:cs typeface="Times New Roman"/>
                        </a:rPr>
                        <a:t>success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370"/>
                        </a:lnSpc>
                      </a:pPr>
                      <a:r>
                        <a:rPr sz="1200" spc="-25" dirty="0">
                          <a:latin typeface="Times New Roman"/>
                          <a:cs typeface="Times New Roman"/>
                        </a:rPr>
                        <a:t>10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16" name="object 1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17" name="object 1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7865" cy="8321040"/>
          </a:xfrm>
          <a:prstGeom prst="rect">
            <a:avLst/>
          </a:prstGeom>
        </p:spPr>
        <p:txBody>
          <a:bodyPr vert="horz" wrap="square" lIns="0" tIns="12700" rIns="0" bIns="0" rtlCol="0">
            <a:spAutoFit/>
          </a:bodyPr>
          <a:lstStyle/>
          <a:p>
            <a:pPr marL="21590" algn="just">
              <a:lnSpc>
                <a:spcPct val="100000"/>
              </a:lnSpc>
              <a:spcBef>
                <a:spcPts val="100"/>
              </a:spcBef>
            </a:pPr>
            <a:r>
              <a:rPr sz="1400" b="1" dirty="0">
                <a:latin typeface="Times New Roman"/>
                <a:cs typeface="Times New Roman"/>
              </a:rPr>
              <a:t>6.6</a:t>
            </a:r>
            <a:r>
              <a:rPr sz="1400" b="1" spc="-85" dirty="0">
                <a:latin typeface="Times New Roman"/>
                <a:cs typeface="Times New Roman"/>
              </a:rPr>
              <a:t> </a:t>
            </a:r>
            <a:r>
              <a:rPr sz="1400" b="1" dirty="0">
                <a:latin typeface="Times New Roman"/>
                <a:cs typeface="Times New Roman"/>
              </a:rPr>
              <a:t>Process</a:t>
            </a:r>
            <a:r>
              <a:rPr sz="1400" b="1" spc="-60"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marR="5080" indent="457200" algn="just">
              <a:lnSpc>
                <a:spcPct val="155000"/>
              </a:lnSpc>
              <a:spcBef>
                <a:spcPts val="434"/>
              </a:spcBef>
            </a:pPr>
            <a:r>
              <a:rPr sz="1200" dirty="0">
                <a:latin typeface="Times New Roman"/>
                <a:cs typeface="Times New Roman"/>
              </a:rPr>
              <a:t>The process model generally starts with a context </a:t>
            </a:r>
            <a:r>
              <a:rPr sz="1200" spc="-5" dirty="0">
                <a:latin typeface="Times New Roman"/>
                <a:cs typeface="Times New Roman"/>
              </a:rPr>
              <a:t>diagram </a:t>
            </a:r>
            <a:r>
              <a:rPr sz="1200" dirty="0">
                <a:latin typeface="Times New Roman"/>
                <a:cs typeface="Times New Roman"/>
              </a:rPr>
              <a:t>showing the </a:t>
            </a:r>
            <a:r>
              <a:rPr sz="1200" spc="-5" dirty="0">
                <a:latin typeface="Times New Roman"/>
                <a:cs typeface="Times New Roman"/>
              </a:rPr>
              <a:t>system as </a:t>
            </a:r>
            <a:r>
              <a:rPr sz="1200" dirty="0">
                <a:latin typeface="Times New Roman"/>
                <a:cs typeface="Times New Roman"/>
              </a:rPr>
              <a:t>a </a:t>
            </a:r>
            <a:r>
              <a:rPr sz="1200" spc="5" dirty="0">
                <a:latin typeface="Times New Roman"/>
                <a:cs typeface="Times New Roman"/>
              </a:rPr>
              <a:t> </a:t>
            </a:r>
            <a:r>
              <a:rPr sz="1200" dirty="0">
                <a:latin typeface="Times New Roman"/>
                <a:cs typeface="Times New Roman"/>
              </a:rPr>
              <a:t>single process connected to </a:t>
            </a:r>
            <a:r>
              <a:rPr sz="1200" spc="-5" dirty="0">
                <a:latin typeface="Times New Roman"/>
                <a:cs typeface="Times New Roman"/>
              </a:rPr>
              <a:t>external </a:t>
            </a:r>
            <a:r>
              <a:rPr sz="1200" dirty="0">
                <a:latin typeface="Times New Roman"/>
                <a:cs typeface="Times New Roman"/>
              </a:rPr>
              <a:t>entities outside of the </a:t>
            </a:r>
            <a:r>
              <a:rPr sz="1200" spc="-5" dirty="0">
                <a:latin typeface="Times New Roman"/>
                <a:cs typeface="Times New Roman"/>
              </a:rPr>
              <a:t>system boundary. </a:t>
            </a:r>
            <a:r>
              <a:rPr sz="1200" dirty="0">
                <a:latin typeface="Times New Roman"/>
                <a:cs typeface="Times New Roman"/>
              </a:rPr>
              <a:t>This </a:t>
            </a:r>
            <a:r>
              <a:rPr sz="1200" spc="-15" dirty="0">
                <a:latin typeface="Times New Roman"/>
                <a:cs typeface="Times New Roman"/>
              </a:rPr>
              <a:t>process </a:t>
            </a:r>
            <a:r>
              <a:rPr sz="1200" spc="-10" dirty="0">
                <a:latin typeface="Times New Roman"/>
                <a:cs typeface="Times New Roman"/>
              </a:rPr>
              <a:t> explodes </a:t>
            </a:r>
            <a:r>
              <a:rPr sz="1200" dirty="0">
                <a:latin typeface="Times New Roman"/>
                <a:cs typeface="Times New Roman"/>
              </a:rPr>
              <a:t>to a lower level </a:t>
            </a:r>
            <a:r>
              <a:rPr sz="1200" spc="-5" dirty="0">
                <a:latin typeface="Times New Roman"/>
                <a:cs typeface="Times New Roman"/>
              </a:rPr>
              <a:t>DFD </a:t>
            </a:r>
            <a:r>
              <a:rPr sz="1200" dirty="0">
                <a:latin typeface="Times New Roman"/>
                <a:cs typeface="Times New Roman"/>
              </a:rPr>
              <a:t>that </a:t>
            </a:r>
            <a:r>
              <a:rPr sz="1200" spc="-5" dirty="0">
                <a:latin typeface="Times New Roman"/>
                <a:cs typeface="Times New Roman"/>
              </a:rPr>
              <a:t>divides </a:t>
            </a: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into smaller parts </a:t>
            </a:r>
            <a:r>
              <a:rPr sz="1200" spc="-5" dirty="0">
                <a:latin typeface="Times New Roman"/>
                <a:cs typeface="Times New Roman"/>
              </a:rPr>
              <a:t>and </a:t>
            </a:r>
            <a:r>
              <a:rPr sz="1200" dirty="0">
                <a:latin typeface="Times New Roman"/>
                <a:cs typeface="Times New Roman"/>
              </a:rPr>
              <a:t>balances the </a:t>
            </a:r>
            <a:r>
              <a:rPr sz="1200" spc="-20" dirty="0">
                <a:latin typeface="Times New Roman"/>
                <a:cs typeface="Times New Roman"/>
              </a:rPr>
              <a:t>flow </a:t>
            </a:r>
            <a:r>
              <a:rPr sz="1200" spc="-285" dirty="0">
                <a:latin typeface="Times New Roman"/>
                <a:cs typeface="Times New Roman"/>
              </a:rPr>
              <a:t> </a:t>
            </a:r>
            <a:r>
              <a:rPr sz="1200" dirty="0">
                <a:latin typeface="Times New Roman"/>
                <a:cs typeface="Times New Roman"/>
              </a:rPr>
              <a:t>of information between </a:t>
            </a:r>
            <a:r>
              <a:rPr sz="1200" spc="-5" dirty="0">
                <a:latin typeface="Times New Roman"/>
                <a:cs typeface="Times New Roman"/>
              </a:rPr>
              <a:t>parent </a:t>
            </a:r>
            <a:r>
              <a:rPr sz="1200" dirty="0">
                <a:latin typeface="Times New Roman"/>
                <a:cs typeface="Times New Roman"/>
              </a:rPr>
              <a:t>and </a:t>
            </a:r>
            <a:r>
              <a:rPr sz="1200" spc="-5" dirty="0">
                <a:latin typeface="Times New Roman"/>
                <a:cs typeface="Times New Roman"/>
              </a:rPr>
              <a:t>child </a:t>
            </a:r>
            <a:r>
              <a:rPr sz="1200" dirty="0">
                <a:latin typeface="Times New Roman"/>
                <a:cs typeface="Times New Roman"/>
              </a:rPr>
              <a:t>diagrams. Many diagram levels </a:t>
            </a:r>
            <a:r>
              <a:rPr sz="1200" spc="5" dirty="0">
                <a:latin typeface="Times New Roman"/>
                <a:cs typeface="Times New Roman"/>
              </a:rPr>
              <a:t>may be </a:t>
            </a:r>
            <a:r>
              <a:rPr sz="1200" dirty="0">
                <a:latin typeface="Times New Roman"/>
                <a:cs typeface="Times New Roman"/>
              </a:rPr>
              <a:t>needed </a:t>
            </a:r>
            <a:r>
              <a:rPr sz="1200" spc="-10" dirty="0">
                <a:latin typeface="Times New Roman"/>
                <a:cs typeface="Times New Roman"/>
              </a:rPr>
              <a:t>to </a:t>
            </a:r>
            <a:r>
              <a:rPr sz="1200" spc="-5" dirty="0">
                <a:latin typeface="Times New Roman"/>
                <a:cs typeface="Times New Roman"/>
              </a:rPr>
              <a:t> express</a:t>
            </a:r>
            <a:r>
              <a:rPr sz="1200" spc="-4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complex</a:t>
            </a:r>
            <a:r>
              <a:rPr sz="1200" spc="-25"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marL="12700" marR="6350" indent="457200" algn="just">
              <a:lnSpc>
                <a:spcPct val="155100"/>
              </a:lnSpc>
              <a:spcBef>
                <a:spcPts val="800"/>
              </a:spcBef>
            </a:pPr>
            <a:r>
              <a:rPr sz="1200" dirty="0">
                <a:latin typeface="Times New Roman"/>
                <a:cs typeface="Times New Roman"/>
              </a:rPr>
              <a:t>My project entitled </a:t>
            </a:r>
            <a:r>
              <a:rPr sz="1200" spc="-5" dirty="0">
                <a:latin typeface="Times New Roman"/>
                <a:cs typeface="Times New Roman"/>
              </a:rPr>
              <a:t>as MEDCARE, is </a:t>
            </a:r>
            <a:r>
              <a:rPr sz="1200" dirty="0">
                <a:latin typeface="Times New Roman"/>
                <a:cs typeface="Times New Roman"/>
              </a:rPr>
              <a:t>a </a:t>
            </a:r>
            <a:r>
              <a:rPr sz="1200" spc="-10" dirty="0">
                <a:latin typeface="Times New Roman"/>
                <a:cs typeface="Times New Roman"/>
              </a:rPr>
              <a:t>multi-user </a:t>
            </a:r>
            <a:r>
              <a:rPr sz="1200" dirty="0">
                <a:latin typeface="Times New Roman"/>
                <a:cs typeface="Times New Roman"/>
              </a:rPr>
              <a:t>application </a:t>
            </a:r>
            <a:r>
              <a:rPr sz="1200" spc="-5" dirty="0">
                <a:latin typeface="Times New Roman"/>
                <a:cs typeface="Times New Roman"/>
              </a:rPr>
              <a:t>system </a:t>
            </a:r>
            <a:r>
              <a:rPr sz="1200" dirty="0">
                <a:latin typeface="Times New Roman"/>
                <a:cs typeface="Times New Roman"/>
              </a:rPr>
              <a:t>where the </a:t>
            </a:r>
            <a:r>
              <a:rPr sz="1200" spc="-15" dirty="0">
                <a:latin typeface="Times New Roman"/>
                <a:cs typeface="Times New Roman"/>
              </a:rPr>
              <a:t>user </a:t>
            </a:r>
            <a:r>
              <a:rPr sz="1200" spc="-10"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15" dirty="0">
                <a:latin typeface="Times New Roman"/>
                <a:cs typeface="Times New Roman"/>
              </a:rPr>
              <a:t>log-in</a:t>
            </a:r>
            <a:r>
              <a:rPr sz="1200" spc="25" dirty="0">
                <a:latin typeface="Times New Roman"/>
                <a:cs typeface="Times New Roman"/>
              </a:rPr>
              <a:t> </a:t>
            </a:r>
            <a:r>
              <a:rPr sz="1200" dirty="0">
                <a:latin typeface="Times New Roman"/>
                <a:cs typeface="Times New Roman"/>
              </a:rPr>
              <a:t>into</a:t>
            </a:r>
            <a:r>
              <a:rPr sz="1200" spc="-15" dirty="0">
                <a:latin typeface="Times New Roman"/>
                <a:cs typeface="Times New Roman"/>
              </a:rPr>
              <a:t> </a:t>
            </a:r>
            <a:r>
              <a:rPr sz="1200" spc="-10" dirty="0">
                <a:latin typeface="Times New Roman"/>
                <a:cs typeface="Times New Roman"/>
              </a:rPr>
              <a:t>the</a:t>
            </a:r>
            <a:r>
              <a:rPr sz="1200" spc="-80" dirty="0">
                <a:latin typeface="Times New Roman"/>
                <a:cs typeface="Times New Roman"/>
              </a:rPr>
              <a:t> </a:t>
            </a:r>
            <a:r>
              <a:rPr sz="1200" spc="-10" dirty="0">
                <a:latin typeface="Times New Roman"/>
                <a:cs typeface="Times New Roman"/>
              </a:rPr>
              <a:t>ADMIN,</a:t>
            </a:r>
            <a:r>
              <a:rPr sz="1200" spc="5" dirty="0">
                <a:latin typeface="Times New Roman"/>
                <a:cs typeface="Times New Roman"/>
              </a:rPr>
              <a:t> </a:t>
            </a:r>
            <a:r>
              <a:rPr sz="1200" spc="-5" dirty="0">
                <a:latin typeface="Times New Roman"/>
                <a:cs typeface="Times New Roman"/>
              </a:rPr>
              <a:t>PHARMACIST</a:t>
            </a:r>
            <a:r>
              <a:rPr sz="1200" spc="-3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5" dirty="0">
                <a:latin typeface="Times New Roman"/>
                <a:cs typeface="Times New Roman"/>
              </a:rPr>
              <a:t>DOCTOR</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40" dirty="0">
                <a:latin typeface="Times New Roman"/>
                <a:cs typeface="Times New Roman"/>
              </a:rPr>
              <a:t>PATIENT</a:t>
            </a:r>
            <a:r>
              <a:rPr sz="1200" spc="-65" dirty="0">
                <a:latin typeface="Times New Roman"/>
                <a:cs typeface="Times New Roman"/>
              </a:rPr>
              <a:t> </a:t>
            </a:r>
            <a:r>
              <a:rPr sz="1200" spc="-15" dirty="0">
                <a:latin typeface="Times New Roman"/>
                <a:cs typeface="Times New Roman"/>
              </a:rPr>
              <a:t>account.</a:t>
            </a:r>
            <a:endParaRPr sz="1200">
              <a:latin typeface="Times New Roman"/>
              <a:cs typeface="Times New Roman"/>
            </a:endParaRPr>
          </a:p>
          <a:p>
            <a:pPr>
              <a:lnSpc>
                <a:spcPct val="100000"/>
              </a:lnSpc>
              <a:spcBef>
                <a:spcPts val="10"/>
              </a:spcBef>
            </a:pPr>
            <a:endParaRPr sz="1650">
              <a:latin typeface="Times New Roman"/>
              <a:cs typeface="Times New Roman"/>
            </a:endParaRPr>
          </a:p>
          <a:p>
            <a:pPr marL="12700" algn="just">
              <a:lnSpc>
                <a:spcPct val="100000"/>
              </a:lnSpc>
            </a:pPr>
            <a:r>
              <a:rPr sz="1200" spc="-5" dirty="0">
                <a:latin typeface="Times New Roman"/>
                <a:cs typeface="Times New Roman"/>
              </a:rPr>
              <a:t>On</a:t>
            </a:r>
            <a:r>
              <a:rPr sz="1200" spc="-15" dirty="0">
                <a:latin typeface="Times New Roman"/>
                <a:cs typeface="Times New Roman"/>
              </a:rPr>
              <a:t>c</a:t>
            </a:r>
            <a:r>
              <a:rPr sz="1200" dirty="0">
                <a:latin typeface="Times New Roman"/>
                <a:cs typeface="Times New Roman"/>
              </a:rPr>
              <a:t>e</a:t>
            </a:r>
            <a:r>
              <a:rPr sz="1200" spc="-45" dirty="0">
                <a:latin typeface="Times New Roman"/>
                <a:cs typeface="Times New Roman"/>
              </a:rPr>
              <a:t> </a:t>
            </a:r>
            <a:r>
              <a:rPr sz="1200" spc="-10" dirty="0">
                <a:latin typeface="Times New Roman"/>
                <a:cs typeface="Times New Roman"/>
              </a:rPr>
              <a:t>t</a:t>
            </a:r>
            <a:r>
              <a:rPr sz="1200" spc="-15" dirty="0">
                <a:latin typeface="Times New Roman"/>
                <a:cs typeface="Times New Roman"/>
              </a:rPr>
              <a:t>h</a:t>
            </a:r>
            <a:r>
              <a:rPr sz="1200" dirty="0">
                <a:latin typeface="Times New Roman"/>
                <a:cs typeface="Times New Roman"/>
              </a:rPr>
              <a:t>e</a:t>
            </a:r>
            <a:r>
              <a:rPr sz="1200" spc="-65" dirty="0">
                <a:latin typeface="Times New Roman"/>
                <a:cs typeface="Times New Roman"/>
              </a:rPr>
              <a:t> </a:t>
            </a:r>
            <a:r>
              <a:rPr sz="1200" dirty="0">
                <a:latin typeface="Times New Roman"/>
                <a:cs typeface="Times New Roman"/>
              </a:rPr>
              <a:t>Ad</a:t>
            </a:r>
            <a:r>
              <a:rPr sz="1200" spc="5" dirty="0">
                <a:latin typeface="Times New Roman"/>
                <a:cs typeface="Times New Roman"/>
              </a:rPr>
              <a:t>m</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h</a:t>
            </a:r>
            <a:r>
              <a:rPr sz="1200" spc="-5" dirty="0">
                <a:latin typeface="Times New Roman"/>
                <a:cs typeface="Times New Roman"/>
              </a:rPr>
              <a:t>as</a:t>
            </a:r>
            <a:r>
              <a:rPr sz="1200" spc="-15" dirty="0">
                <a:latin typeface="Times New Roman"/>
                <a:cs typeface="Times New Roman"/>
              </a:rPr>
              <a:t> </a:t>
            </a:r>
            <a:r>
              <a:rPr sz="1200" dirty="0">
                <a:latin typeface="Times New Roman"/>
                <a:cs typeface="Times New Roman"/>
              </a:rPr>
              <a:t>lo</a:t>
            </a:r>
            <a:r>
              <a:rPr sz="1200" spc="-10" dirty="0">
                <a:latin typeface="Times New Roman"/>
                <a:cs typeface="Times New Roman"/>
              </a:rPr>
              <a:t>g</a:t>
            </a:r>
            <a:r>
              <a:rPr sz="1200" spc="-15" dirty="0">
                <a:latin typeface="Times New Roman"/>
                <a:cs typeface="Times New Roman"/>
              </a:rPr>
              <a:t>g</a:t>
            </a:r>
            <a:r>
              <a:rPr sz="1200" spc="-5" dirty="0">
                <a:latin typeface="Times New Roman"/>
                <a:cs typeface="Times New Roman"/>
              </a:rPr>
              <a:t>e</a:t>
            </a:r>
            <a:r>
              <a:rPr sz="1200" dirty="0">
                <a:latin typeface="Times New Roman"/>
                <a:cs typeface="Times New Roman"/>
              </a:rPr>
              <a:t>d</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to</a:t>
            </a:r>
            <a:r>
              <a:rPr sz="1200" spc="-10" dirty="0">
                <a:latin typeface="Times New Roman"/>
                <a:cs typeface="Times New Roman"/>
              </a:rPr>
              <a:t> t</a:t>
            </a:r>
            <a:r>
              <a:rPr sz="1200" spc="-15" dirty="0">
                <a:latin typeface="Times New Roman"/>
                <a:cs typeface="Times New Roman"/>
              </a:rPr>
              <a:t>h</a:t>
            </a:r>
            <a:r>
              <a:rPr sz="1200" dirty="0">
                <a:latin typeface="Times New Roman"/>
                <a:cs typeface="Times New Roman"/>
              </a:rPr>
              <a:t>e</a:t>
            </a:r>
            <a:r>
              <a:rPr sz="1200" spc="-80" dirty="0">
                <a:latin typeface="Times New Roman"/>
                <a:cs typeface="Times New Roman"/>
              </a:rPr>
              <a:t> </a:t>
            </a:r>
            <a:r>
              <a:rPr sz="1200" dirty="0">
                <a:latin typeface="Times New Roman"/>
                <a:cs typeface="Times New Roman"/>
              </a:rPr>
              <a:t>Admin</a:t>
            </a:r>
            <a:r>
              <a:rPr sz="1200" spc="-10" dirty="0">
                <a:latin typeface="Times New Roman"/>
                <a:cs typeface="Times New Roman"/>
              </a:rPr>
              <a:t> </a:t>
            </a:r>
            <a:r>
              <a:rPr sz="1200" spc="-20" dirty="0">
                <a:latin typeface="Times New Roman"/>
                <a:cs typeface="Times New Roman"/>
              </a:rPr>
              <a:t>acc</a:t>
            </a:r>
            <a:r>
              <a:rPr sz="1200" spc="-15" dirty="0">
                <a:latin typeface="Times New Roman"/>
                <a:cs typeface="Times New Roman"/>
              </a:rPr>
              <a:t>oun</a:t>
            </a:r>
            <a:r>
              <a:rPr sz="1200" spc="-10" dirty="0">
                <a:latin typeface="Times New Roman"/>
                <a:cs typeface="Times New Roman"/>
              </a:rPr>
              <a:t>t</a:t>
            </a:r>
            <a:r>
              <a:rPr sz="1200" dirty="0">
                <a:latin typeface="Times New Roman"/>
                <a:cs typeface="Times New Roman"/>
              </a:rPr>
              <a:t>,</a:t>
            </a:r>
            <a:endParaRPr sz="1200">
              <a:latin typeface="Times New Roman"/>
              <a:cs typeface="Times New Roman"/>
            </a:endParaRPr>
          </a:p>
          <a:p>
            <a:pPr marL="12700" marR="5080" indent="457200" algn="just">
              <a:lnSpc>
                <a:spcPct val="155100"/>
              </a:lnSpc>
              <a:spcBef>
                <a:spcPts val="530"/>
              </a:spcBef>
            </a:pPr>
            <a:r>
              <a:rPr sz="1200" dirty="0">
                <a:latin typeface="Times New Roman"/>
                <a:cs typeface="Times New Roman"/>
              </a:rPr>
              <a:t>Admin </a:t>
            </a:r>
            <a:r>
              <a:rPr sz="1200" spc="-10" dirty="0">
                <a:latin typeface="Times New Roman"/>
                <a:cs typeface="Times New Roman"/>
              </a:rPr>
              <a:t>administrates </a:t>
            </a:r>
            <a:r>
              <a:rPr sz="1200" dirty="0">
                <a:latin typeface="Times New Roman"/>
                <a:cs typeface="Times New Roman"/>
              </a:rPr>
              <a:t>over the entire </a:t>
            </a:r>
            <a:r>
              <a:rPr sz="1200" spc="-10" dirty="0">
                <a:latin typeface="Times New Roman"/>
                <a:cs typeface="Times New Roman"/>
              </a:rPr>
              <a:t>activities </a:t>
            </a:r>
            <a:r>
              <a:rPr sz="1200" dirty="0">
                <a:latin typeface="Times New Roman"/>
                <a:cs typeface="Times New Roman"/>
              </a:rPr>
              <a:t>of the </a:t>
            </a:r>
            <a:r>
              <a:rPr sz="1200" spc="-5" dirty="0">
                <a:latin typeface="Times New Roman"/>
                <a:cs typeface="Times New Roman"/>
              </a:rPr>
              <a:t>System and </a:t>
            </a:r>
            <a:r>
              <a:rPr sz="1200" spc="5" dirty="0">
                <a:latin typeface="Times New Roman"/>
                <a:cs typeface="Times New Roman"/>
              </a:rPr>
              <a:t>he </a:t>
            </a:r>
            <a:r>
              <a:rPr sz="1200" spc="-5" dirty="0">
                <a:latin typeface="Times New Roman"/>
                <a:cs typeface="Times New Roman"/>
              </a:rPr>
              <a:t>has </a:t>
            </a:r>
            <a:r>
              <a:rPr sz="1200" dirty="0">
                <a:latin typeface="Times New Roman"/>
                <a:cs typeface="Times New Roman"/>
              </a:rPr>
              <a:t>the full </a:t>
            </a:r>
            <a:r>
              <a:rPr sz="1200" spc="-10" dirty="0">
                <a:latin typeface="Times New Roman"/>
                <a:cs typeface="Times New Roman"/>
              </a:rPr>
              <a:t>control </a:t>
            </a:r>
            <a:r>
              <a:rPr sz="1200" spc="-5" dirty="0">
                <a:latin typeface="Times New Roman"/>
                <a:cs typeface="Times New Roman"/>
              </a:rPr>
              <a:t> over what all </a:t>
            </a:r>
            <a:r>
              <a:rPr sz="1200" dirty="0">
                <a:latin typeface="Times New Roman"/>
                <a:cs typeface="Times New Roman"/>
              </a:rPr>
              <a:t>happens in the pharmacy management </a:t>
            </a:r>
            <a:r>
              <a:rPr sz="1200" spc="-5" dirty="0">
                <a:latin typeface="Times New Roman"/>
                <a:cs typeface="Times New Roman"/>
              </a:rPr>
              <a:t>system. </a:t>
            </a:r>
            <a:r>
              <a:rPr sz="1200" dirty="0">
                <a:latin typeface="Times New Roman"/>
                <a:cs typeface="Times New Roman"/>
              </a:rPr>
              <a:t>The admin can </a:t>
            </a:r>
            <a:r>
              <a:rPr sz="1200" spc="-5" dirty="0">
                <a:latin typeface="Times New Roman"/>
                <a:cs typeface="Times New Roman"/>
              </a:rPr>
              <a:t>add </a:t>
            </a:r>
            <a:r>
              <a:rPr sz="1200" dirty="0">
                <a:latin typeface="Times New Roman"/>
                <a:cs typeface="Times New Roman"/>
              </a:rPr>
              <a:t>doctors </a:t>
            </a:r>
            <a:r>
              <a:rPr sz="1200" spc="-15" dirty="0">
                <a:latin typeface="Times New Roman"/>
                <a:cs typeface="Times New Roman"/>
              </a:rPr>
              <a:t>and </a:t>
            </a:r>
            <a:r>
              <a:rPr sz="1200" spc="-10" dirty="0">
                <a:latin typeface="Times New Roman"/>
                <a:cs typeface="Times New Roman"/>
              </a:rPr>
              <a:t> </a:t>
            </a:r>
            <a:r>
              <a:rPr sz="1200" dirty="0">
                <a:latin typeface="Times New Roman"/>
                <a:cs typeface="Times New Roman"/>
              </a:rPr>
              <a:t>pharmacists who </a:t>
            </a:r>
            <a:r>
              <a:rPr sz="1200" spc="-5" dirty="0">
                <a:latin typeface="Times New Roman"/>
                <a:cs typeface="Times New Roman"/>
              </a:rPr>
              <a:t>use </a:t>
            </a: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Admin </a:t>
            </a:r>
            <a:r>
              <a:rPr sz="1200" spc="-5" dirty="0">
                <a:latin typeface="Times New Roman"/>
                <a:cs typeface="Times New Roman"/>
              </a:rPr>
              <a:t>is </a:t>
            </a:r>
            <a:r>
              <a:rPr sz="1200" dirty="0">
                <a:latin typeface="Times New Roman"/>
                <a:cs typeface="Times New Roman"/>
              </a:rPr>
              <a:t>able view the stocks available </a:t>
            </a:r>
            <a:r>
              <a:rPr sz="1200" spc="5" dirty="0">
                <a:latin typeface="Times New Roman"/>
                <a:cs typeface="Times New Roman"/>
              </a:rPr>
              <a:t>in </a:t>
            </a:r>
            <a:r>
              <a:rPr sz="1200" dirty="0">
                <a:latin typeface="Times New Roman"/>
                <a:cs typeface="Times New Roman"/>
              </a:rPr>
              <a:t>the pharmacy </a:t>
            </a:r>
            <a:r>
              <a:rPr sz="1200" spc="-20" dirty="0">
                <a:latin typeface="Times New Roman"/>
                <a:cs typeface="Times New Roman"/>
              </a:rPr>
              <a:t>and </a:t>
            </a:r>
            <a:r>
              <a:rPr sz="1200" spc="-28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orders</a:t>
            </a:r>
            <a:r>
              <a:rPr sz="1200" spc="-2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placed</a:t>
            </a:r>
            <a:r>
              <a:rPr sz="1200" spc="-10" dirty="0">
                <a:latin typeface="Times New Roman"/>
                <a:cs typeface="Times New Roman"/>
              </a:rPr>
              <a:t> </a:t>
            </a:r>
            <a:r>
              <a:rPr sz="1200" spc="1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patients</a:t>
            </a:r>
            <a:r>
              <a:rPr sz="1200" spc="-2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he</a:t>
            </a:r>
            <a:r>
              <a:rPr sz="1200" spc="-2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dirty="0">
                <a:latin typeface="Times New Roman"/>
                <a:cs typeface="Times New Roman"/>
              </a:rPr>
              <a:t>view</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transactions</a:t>
            </a:r>
            <a:r>
              <a:rPr sz="1200" spc="-2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administrator</a:t>
            </a:r>
            <a:r>
              <a:rPr sz="1200" spc="-25"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spc="-20" dirty="0">
                <a:latin typeface="Times New Roman"/>
                <a:cs typeface="Times New Roman"/>
              </a:rPr>
              <a:t>the </a:t>
            </a:r>
            <a:r>
              <a:rPr sz="1200" spc="-285" dirty="0">
                <a:latin typeface="Times New Roman"/>
                <a:cs typeface="Times New Roman"/>
              </a:rPr>
              <a:t> </a:t>
            </a:r>
            <a:r>
              <a:rPr sz="1200" spc="-5" dirty="0">
                <a:latin typeface="Times New Roman"/>
                <a:cs typeface="Times New Roman"/>
              </a:rPr>
              <a:t>master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hence</a:t>
            </a:r>
            <a:r>
              <a:rPr sz="1200" spc="5" dirty="0">
                <a:latin typeface="Times New Roman"/>
                <a:cs typeface="Times New Roman"/>
              </a:rPr>
              <a:t> </a:t>
            </a:r>
            <a:r>
              <a:rPr sz="1200" spc="-5" dirty="0">
                <a:latin typeface="Times New Roman"/>
                <a:cs typeface="Times New Roman"/>
              </a:rPr>
              <a:t>can</a:t>
            </a:r>
            <a:r>
              <a:rPr sz="1200" dirty="0">
                <a:latin typeface="Times New Roman"/>
                <a:cs typeface="Times New Roman"/>
              </a:rPr>
              <a:t> be</a:t>
            </a:r>
            <a:r>
              <a:rPr sz="1200" spc="-20" dirty="0">
                <a:latin typeface="Times New Roman"/>
                <a:cs typeface="Times New Roman"/>
              </a:rPr>
              <a:t> </a:t>
            </a:r>
            <a:r>
              <a:rPr sz="1200" spc="-5" dirty="0">
                <a:latin typeface="Times New Roman"/>
                <a:cs typeface="Times New Roman"/>
              </a:rPr>
              <a:t>said</a:t>
            </a:r>
            <a:r>
              <a:rPr sz="1200" spc="-10" dirty="0">
                <a:latin typeface="Times New Roman"/>
                <a:cs typeface="Times New Roman"/>
              </a:rPr>
              <a:t> </a:t>
            </a:r>
            <a:r>
              <a:rPr sz="1200" spc="-5" dirty="0">
                <a:latin typeface="Times New Roman"/>
                <a:cs typeface="Times New Roman"/>
              </a:rPr>
              <a:t>as</a:t>
            </a:r>
            <a:r>
              <a:rPr sz="1200" spc="-25" dirty="0">
                <a:latin typeface="Times New Roman"/>
                <a:cs typeface="Times New Roman"/>
              </a:rPr>
              <a:t> </a:t>
            </a:r>
            <a:r>
              <a:rPr sz="1200" dirty="0">
                <a:latin typeface="Times New Roman"/>
                <a:cs typeface="Times New Roman"/>
              </a:rPr>
              <a:t>the </a:t>
            </a:r>
            <a:r>
              <a:rPr sz="1200" spc="-5" dirty="0">
                <a:latin typeface="Times New Roman"/>
                <a:cs typeface="Times New Roman"/>
              </a:rPr>
              <a:t>primary user</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a:lnSpc>
                <a:spcPct val="100000"/>
              </a:lnSpc>
              <a:spcBef>
                <a:spcPts val="20"/>
              </a:spcBef>
            </a:pPr>
            <a:endParaRPr sz="1650">
              <a:latin typeface="Times New Roman"/>
              <a:cs typeface="Times New Roman"/>
            </a:endParaRPr>
          </a:p>
          <a:p>
            <a:pPr marL="12700" algn="just">
              <a:lnSpc>
                <a:spcPct val="100000"/>
              </a:lnSpc>
            </a:pPr>
            <a:r>
              <a:rPr sz="1200" spc="-5"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pharmacists</a:t>
            </a:r>
            <a:r>
              <a:rPr sz="1200" spc="-15" dirty="0">
                <a:latin typeface="Times New Roman"/>
                <a:cs typeface="Times New Roman"/>
              </a:rPr>
              <a:t> </a:t>
            </a:r>
            <a:r>
              <a:rPr sz="1200" spc="-5" dirty="0">
                <a:latin typeface="Times New Roman"/>
                <a:cs typeface="Times New Roman"/>
              </a:rPr>
              <a:t>has</a:t>
            </a:r>
            <a:r>
              <a:rPr sz="1200" spc="-15" dirty="0">
                <a:latin typeface="Times New Roman"/>
                <a:cs typeface="Times New Roman"/>
              </a:rPr>
              <a:t> </a:t>
            </a:r>
            <a:r>
              <a:rPr sz="1200" spc="-5" dirty="0">
                <a:latin typeface="Times New Roman"/>
                <a:cs typeface="Times New Roman"/>
              </a:rPr>
              <a:t>logged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pharmacists</a:t>
            </a:r>
            <a:r>
              <a:rPr sz="1200" spc="5" dirty="0">
                <a:latin typeface="Times New Roman"/>
                <a:cs typeface="Times New Roman"/>
              </a:rPr>
              <a:t> </a:t>
            </a:r>
            <a:r>
              <a:rPr sz="1200" spc="-15" dirty="0">
                <a:latin typeface="Times New Roman"/>
                <a:cs typeface="Times New Roman"/>
              </a:rPr>
              <a:t>account,</a:t>
            </a:r>
            <a:endParaRPr sz="1200">
              <a:latin typeface="Times New Roman"/>
              <a:cs typeface="Times New Roman"/>
            </a:endParaRPr>
          </a:p>
          <a:p>
            <a:pPr marL="12700" marR="5715" indent="457200" algn="just">
              <a:lnSpc>
                <a:spcPct val="155000"/>
              </a:lnSpc>
              <a:spcBef>
                <a:spcPts val="515"/>
              </a:spcBef>
            </a:pPr>
            <a:r>
              <a:rPr sz="1200" spc="-5" dirty="0">
                <a:latin typeface="Times New Roman"/>
                <a:cs typeface="Times New Roman"/>
              </a:rPr>
              <a:t>The </a:t>
            </a:r>
            <a:r>
              <a:rPr sz="1200" spc="-10" dirty="0">
                <a:latin typeface="Times New Roman"/>
                <a:cs typeface="Times New Roman"/>
              </a:rPr>
              <a:t>pharmacists </a:t>
            </a:r>
            <a:r>
              <a:rPr sz="1200" spc="-5" dirty="0">
                <a:latin typeface="Times New Roman"/>
                <a:cs typeface="Times New Roman"/>
              </a:rPr>
              <a:t>will </a:t>
            </a:r>
            <a:r>
              <a:rPr sz="1200" spc="-10" dirty="0">
                <a:latin typeface="Times New Roman"/>
                <a:cs typeface="Times New Roman"/>
              </a:rPr>
              <a:t>have more </a:t>
            </a:r>
            <a:r>
              <a:rPr sz="1200" spc="-5" dirty="0">
                <a:latin typeface="Times New Roman"/>
                <a:cs typeface="Times New Roman"/>
              </a:rPr>
              <a:t>duties </a:t>
            </a:r>
            <a:r>
              <a:rPr sz="1200" spc="-15" dirty="0">
                <a:latin typeface="Times New Roman"/>
                <a:cs typeface="Times New Roman"/>
              </a:rPr>
              <a:t>when </a:t>
            </a:r>
            <a:r>
              <a:rPr sz="1200" spc="-10" dirty="0">
                <a:latin typeface="Times New Roman"/>
                <a:cs typeface="Times New Roman"/>
              </a:rPr>
              <a:t>compared </a:t>
            </a:r>
            <a:r>
              <a:rPr sz="1200" dirty="0">
                <a:latin typeface="Times New Roman"/>
                <a:cs typeface="Times New Roman"/>
              </a:rPr>
              <a:t>to the </a:t>
            </a:r>
            <a:r>
              <a:rPr sz="1200" spc="-10" dirty="0">
                <a:latin typeface="Times New Roman"/>
                <a:cs typeface="Times New Roman"/>
              </a:rPr>
              <a:t>administrator. </a:t>
            </a:r>
            <a:r>
              <a:rPr sz="1200" spc="-15" dirty="0">
                <a:latin typeface="Times New Roman"/>
                <a:cs typeface="Times New Roman"/>
              </a:rPr>
              <a:t>Pharmacist </a:t>
            </a:r>
            <a:r>
              <a:rPr sz="1200" spc="-285"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spc="-5" dirty="0">
                <a:latin typeface="Times New Roman"/>
                <a:cs typeface="Times New Roman"/>
              </a:rPr>
              <a:t>responsible</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adding</a:t>
            </a:r>
            <a:r>
              <a:rPr sz="1200" spc="-40" dirty="0">
                <a:latin typeface="Times New Roman"/>
                <a:cs typeface="Times New Roman"/>
              </a:rPr>
              <a:t> </a:t>
            </a:r>
            <a:r>
              <a:rPr sz="1200" spc="-10" dirty="0">
                <a:latin typeface="Times New Roman"/>
                <a:cs typeface="Times New Roman"/>
              </a:rPr>
              <a:t>medicines,</a:t>
            </a:r>
            <a:r>
              <a:rPr sz="1200" spc="-25" dirty="0">
                <a:latin typeface="Times New Roman"/>
                <a:cs typeface="Times New Roman"/>
              </a:rPr>
              <a:t> </a:t>
            </a:r>
            <a:r>
              <a:rPr sz="1200" spc="-10" dirty="0">
                <a:latin typeface="Times New Roman"/>
                <a:cs typeface="Times New Roman"/>
              </a:rPr>
              <a:t>re-stocking</a:t>
            </a:r>
            <a:r>
              <a:rPr sz="1200" spc="-40" dirty="0">
                <a:latin typeface="Times New Roman"/>
                <a:cs typeface="Times New Roman"/>
              </a:rPr>
              <a:t> </a:t>
            </a:r>
            <a:r>
              <a:rPr sz="1200" spc="-5" dirty="0">
                <a:latin typeface="Times New Roman"/>
                <a:cs typeface="Times New Roman"/>
              </a:rPr>
              <a:t>it</a:t>
            </a:r>
            <a:r>
              <a:rPr sz="1200" spc="-3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10" dirty="0">
                <a:latin typeface="Times New Roman"/>
                <a:cs typeface="Times New Roman"/>
              </a:rPr>
              <a:t>he</a:t>
            </a:r>
            <a:r>
              <a:rPr sz="1200" spc="-30" dirty="0">
                <a:latin typeface="Times New Roman"/>
                <a:cs typeface="Times New Roman"/>
              </a:rPr>
              <a:t> </a:t>
            </a:r>
            <a:r>
              <a:rPr sz="1200" spc="-10" dirty="0">
                <a:latin typeface="Times New Roman"/>
                <a:cs typeface="Times New Roman"/>
              </a:rPr>
              <a:t>can</a:t>
            </a:r>
            <a:r>
              <a:rPr sz="1200" spc="-15" dirty="0">
                <a:latin typeface="Times New Roman"/>
                <a:cs typeface="Times New Roman"/>
              </a:rPr>
              <a:t> </a:t>
            </a:r>
            <a:r>
              <a:rPr sz="1200" spc="-10" dirty="0">
                <a:latin typeface="Times New Roman"/>
                <a:cs typeface="Times New Roman"/>
              </a:rPr>
              <a:t>access</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prescriptions.</a:t>
            </a:r>
            <a:r>
              <a:rPr sz="1200" spc="-30" dirty="0">
                <a:latin typeface="Times New Roman"/>
                <a:cs typeface="Times New Roman"/>
              </a:rPr>
              <a:t> </a:t>
            </a:r>
            <a:r>
              <a:rPr sz="1200" spc="-5" dirty="0">
                <a:latin typeface="Times New Roman"/>
                <a:cs typeface="Times New Roman"/>
              </a:rPr>
              <a:t>A</a:t>
            </a:r>
            <a:r>
              <a:rPr sz="1200" spc="-15" dirty="0">
                <a:latin typeface="Times New Roman"/>
                <a:cs typeface="Times New Roman"/>
              </a:rPr>
              <a:t> </a:t>
            </a:r>
            <a:r>
              <a:rPr sz="1200" spc="-10" dirty="0">
                <a:latin typeface="Times New Roman"/>
                <a:cs typeface="Times New Roman"/>
              </a:rPr>
              <a:t>patient </a:t>
            </a:r>
            <a:r>
              <a:rPr sz="1200" spc="-285" dirty="0">
                <a:latin typeface="Times New Roman"/>
                <a:cs typeface="Times New Roman"/>
              </a:rPr>
              <a:t> </a:t>
            </a:r>
            <a:r>
              <a:rPr sz="1200" spc="-10" dirty="0">
                <a:latin typeface="Times New Roman"/>
                <a:cs typeface="Times New Roman"/>
              </a:rPr>
              <a:t>can</a:t>
            </a:r>
            <a:r>
              <a:rPr sz="1200" spc="-15" dirty="0">
                <a:latin typeface="Times New Roman"/>
                <a:cs typeface="Times New Roman"/>
              </a:rPr>
              <a:t> </a:t>
            </a:r>
            <a:r>
              <a:rPr sz="1200" spc="-5" dirty="0">
                <a:latin typeface="Times New Roman"/>
                <a:cs typeface="Times New Roman"/>
              </a:rPr>
              <a:t>only</a:t>
            </a:r>
            <a:r>
              <a:rPr sz="1200" spc="-35" dirty="0">
                <a:latin typeface="Times New Roman"/>
                <a:cs typeface="Times New Roman"/>
              </a:rPr>
              <a:t> </a:t>
            </a:r>
            <a:r>
              <a:rPr sz="1200" spc="-5" dirty="0">
                <a:latin typeface="Times New Roman"/>
                <a:cs typeface="Times New Roman"/>
              </a:rPr>
              <a:t>place</a:t>
            </a:r>
            <a:r>
              <a:rPr sz="1200" spc="-25" dirty="0">
                <a:latin typeface="Times New Roman"/>
                <a:cs typeface="Times New Roman"/>
              </a:rPr>
              <a:t> </a:t>
            </a:r>
            <a:r>
              <a:rPr sz="1200" spc="-5" dirty="0">
                <a:latin typeface="Times New Roman"/>
                <a:cs typeface="Times New Roman"/>
              </a:rPr>
              <a:t>delivery</a:t>
            </a:r>
            <a:r>
              <a:rPr sz="1200" spc="-50" dirty="0">
                <a:latin typeface="Times New Roman"/>
                <a:cs typeface="Times New Roman"/>
              </a:rPr>
              <a:t> </a:t>
            </a:r>
            <a:r>
              <a:rPr sz="1200" dirty="0">
                <a:latin typeface="Times New Roman"/>
                <a:cs typeface="Times New Roman"/>
              </a:rPr>
              <a:t>orders</a:t>
            </a:r>
            <a:r>
              <a:rPr sz="1200" spc="-15" dirty="0">
                <a:latin typeface="Times New Roman"/>
                <a:cs typeface="Times New Roman"/>
              </a:rPr>
              <a:t> </a:t>
            </a:r>
            <a:r>
              <a:rPr sz="1200" spc="-10" dirty="0">
                <a:latin typeface="Times New Roman"/>
                <a:cs typeface="Times New Roman"/>
              </a:rPr>
              <a:t>only</a:t>
            </a:r>
            <a:r>
              <a:rPr sz="1200" spc="-30" dirty="0">
                <a:latin typeface="Times New Roman"/>
                <a:cs typeface="Times New Roman"/>
              </a:rPr>
              <a:t> </a:t>
            </a:r>
            <a:r>
              <a:rPr sz="1200" dirty="0">
                <a:latin typeface="Times New Roman"/>
                <a:cs typeface="Times New Roman"/>
              </a:rPr>
              <a:t>if</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pharmacists </a:t>
            </a:r>
            <a:r>
              <a:rPr sz="1200" spc="-15" dirty="0">
                <a:latin typeface="Times New Roman"/>
                <a:cs typeface="Times New Roman"/>
              </a:rPr>
              <a:t>accepts</a:t>
            </a:r>
            <a:r>
              <a:rPr sz="1200" spc="-10"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spc="-5" dirty="0">
                <a:latin typeface="Times New Roman"/>
                <a:cs typeface="Times New Roman"/>
              </a:rPr>
              <a:t>prescriptions.</a:t>
            </a:r>
            <a:r>
              <a:rPr sz="1200" spc="-10" dirty="0">
                <a:latin typeface="Times New Roman"/>
                <a:cs typeface="Times New Roman"/>
              </a:rPr>
              <a:t> The</a:t>
            </a:r>
            <a:r>
              <a:rPr sz="1200" spc="-30" dirty="0">
                <a:latin typeface="Times New Roman"/>
                <a:cs typeface="Times New Roman"/>
              </a:rPr>
              <a:t> </a:t>
            </a:r>
            <a:r>
              <a:rPr sz="1200" spc="-15" dirty="0">
                <a:latin typeface="Times New Roman"/>
                <a:cs typeface="Times New Roman"/>
              </a:rPr>
              <a:t>payments </a:t>
            </a:r>
            <a:r>
              <a:rPr sz="1200" spc="-290" dirty="0">
                <a:latin typeface="Times New Roman"/>
                <a:cs typeface="Times New Roman"/>
              </a:rPr>
              <a:t> </a:t>
            </a:r>
            <a:r>
              <a:rPr sz="1200" spc="-15" dirty="0">
                <a:latin typeface="Times New Roman"/>
                <a:cs typeface="Times New Roman"/>
              </a:rPr>
              <a:t>are</a:t>
            </a:r>
            <a:r>
              <a:rPr sz="1200" dirty="0">
                <a:latin typeface="Times New Roman"/>
                <a:cs typeface="Times New Roman"/>
              </a:rPr>
              <a:t> </a:t>
            </a:r>
            <a:r>
              <a:rPr sz="1200" spc="-5" dirty="0">
                <a:latin typeface="Times New Roman"/>
                <a:cs typeface="Times New Roman"/>
              </a:rPr>
              <a:t>also</a:t>
            </a:r>
            <a:r>
              <a:rPr sz="1200" spc="-25" dirty="0">
                <a:latin typeface="Times New Roman"/>
                <a:cs typeface="Times New Roman"/>
              </a:rPr>
              <a:t> </a:t>
            </a:r>
            <a:r>
              <a:rPr sz="1200" spc="-5" dirty="0">
                <a:latin typeface="Times New Roman"/>
                <a:cs typeface="Times New Roman"/>
              </a:rPr>
              <a:t>managed</a:t>
            </a:r>
            <a:r>
              <a:rPr sz="1200" spc="10" dirty="0">
                <a:latin typeface="Times New Roman"/>
                <a:cs typeface="Times New Roman"/>
              </a:rPr>
              <a:t> </a:t>
            </a:r>
            <a:r>
              <a:rPr sz="1200" dirty="0">
                <a:latin typeface="Times New Roman"/>
                <a:cs typeface="Times New Roman"/>
              </a:rPr>
              <a:t>by </a:t>
            </a:r>
            <a:r>
              <a:rPr sz="1200" spc="-5" dirty="0">
                <a:latin typeface="Times New Roman"/>
                <a:cs typeface="Times New Roman"/>
              </a:rPr>
              <a:t>pharmacist</a:t>
            </a:r>
            <a:r>
              <a:rPr sz="1200" spc="-10" dirty="0">
                <a:latin typeface="Times New Roman"/>
                <a:cs typeface="Times New Roman"/>
              </a:rPr>
              <a:t> </a:t>
            </a:r>
            <a:r>
              <a:rPr sz="1200" spc="-15" dirty="0">
                <a:latin typeface="Times New Roman"/>
                <a:cs typeface="Times New Roman"/>
              </a:rPr>
              <a:t>module.</a:t>
            </a:r>
            <a:endParaRPr sz="1200">
              <a:latin typeface="Times New Roman"/>
              <a:cs typeface="Times New Roman"/>
            </a:endParaRPr>
          </a:p>
          <a:p>
            <a:pPr>
              <a:lnSpc>
                <a:spcPct val="100000"/>
              </a:lnSpc>
              <a:spcBef>
                <a:spcPts val="25"/>
              </a:spcBef>
            </a:pPr>
            <a:endParaRPr sz="1650">
              <a:latin typeface="Times New Roman"/>
              <a:cs typeface="Times New Roman"/>
            </a:endParaRPr>
          </a:p>
          <a:p>
            <a:pPr marL="12700" algn="just">
              <a:lnSpc>
                <a:spcPct val="100000"/>
              </a:lnSpc>
            </a:pPr>
            <a:r>
              <a:rPr sz="1200" spc="-5" dirty="0">
                <a:latin typeface="Times New Roman"/>
                <a:cs typeface="Times New Roman"/>
              </a:rPr>
              <a:t>Once</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patient</a:t>
            </a:r>
            <a:r>
              <a:rPr sz="1200" spc="-15" dirty="0">
                <a:latin typeface="Times New Roman"/>
                <a:cs typeface="Times New Roman"/>
              </a:rPr>
              <a:t> </a:t>
            </a:r>
            <a:r>
              <a:rPr sz="1200" spc="-5" dirty="0">
                <a:latin typeface="Times New Roman"/>
                <a:cs typeface="Times New Roman"/>
              </a:rPr>
              <a:t>has</a:t>
            </a:r>
            <a:r>
              <a:rPr sz="1200" spc="-30" dirty="0">
                <a:latin typeface="Times New Roman"/>
                <a:cs typeface="Times New Roman"/>
              </a:rPr>
              <a:t> </a:t>
            </a:r>
            <a:r>
              <a:rPr sz="1200" spc="-5" dirty="0">
                <a:latin typeface="Times New Roman"/>
                <a:cs typeface="Times New Roman"/>
              </a:rPr>
              <a:t>logged</a:t>
            </a:r>
            <a:r>
              <a:rPr sz="1200" spc="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patient </a:t>
            </a:r>
            <a:r>
              <a:rPr sz="1200" spc="-15" dirty="0">
                <a:latin typeface="Times New Roman"/>
                <a:cs typeface="Times New Roman"/>
              </a:rPr>
              <a:t>account,</a:t>
            </a:r>
            <a:endParaRPr sz="1200">
              <a:latin typeface="Times New Roman"/>
              <a:cs typeface="Times New Roman"/>
            </a:endParaRPr>
          </a:p>
          <a:p>
            <a:pPr marL="12700" marR="6985" indent="457200" algn="just">
              <a:lnSpc>
                <a:spcPct val="155000"/>
              </a:lnSpc>
              <a:spcBef>
                <a:spcPts val="530"/>
              </a:spcBef>
            </a:pPr>
            <a:r>
              <a:rPr sz="1200" spc="-5" dirty="0">
                <a:latin typeface="Times New Roman"/>
                <a:cs typeface="Times New Roman"/>
              </a:rPr>
              <a:t>Patient</a:t>
            </a:r>
            <a:r>
              <a:rPr sz="1200" dirty="0">
                <a:latin typeface="Times New Roman"/>
                <a:cs typeface="Times New Roman"/>
              </a:rPr>
              <a:t> has to </a:t>
            </a:r>
            <a:r>
              <a:rPr sz="1200" spc="-5" dirty="0">
                <a:latin typeface="Times New Roman"/>
                <a:cs typeface="Times New Roman"/>
              </a:rPr>
              <a:t>register</a:t>
            </a:r>
            <a:r>
              <a:rPr sz="1200" dirty="0">
                <a:latin typeface="Times New Roman"/>
                <a:cs typeface="Times New Roman"/>
              </a:rPr>
              <a:t> </a:t>
            </a:r>
            <a:r>
              <a:rPr sz="1200" spc="-5" dirty="0">
                <a:latin typeface="Times New Roman"/>
                <a:cs typeface="Times New Roman"/>
              </a:rPr>
              <a:t>first </a:t>
            </a:r>
            <a:r>
              <a:rPr sz="1200" dirty="0">
                <a:latin typeface="Times New Roman"/>
                <a:cs typeface="Times New Roman"/>
              </a:rPr>
              <a:t>to enter into the </a:t>
            </a:r>
            <a:r>
              <a:rPr sz="1200" spc="-5" dirty="0">
                <a:latin typeface="Times New Roman"/>
                <a:cs typeface="Times New Roman"/>
              </a:rPr>
              <a:t>system. After </a:t>
            </a:r>
            <a:r>
              <a:rPr sz="1200" dirty="0">
                <a:latin typeface="Times New Roman"/>
                <a:cs typeface="Times New Roman"/>
              </a:rPr>
              <a:t>that patient can </a:t>
            </a:r>
            <a:r>
              <a:rPr sz="1200" spc="-20" dirty="0">
                <a:latin typeface="Times New Roman"/>
                <a:cs typeface="Times New Roman"/>
              </a:rPr>
              <a:t>book </a:t>
            </a:r>
            <a:r>
              <a:rPr sz="1200" spc="-15" dirty="0">
                <a:latin typeface="Times New Roman"/>
                <a:cs typeface="Times New Roman"/>
              </a:rPr>
              <a:t> </a:t>
            </a:r>
            <a:r>
              <a:rPr sz="1200" dirty="0">
                <a:latin typeface="Times New Roman"/>
                <a:cs typeface="Times New Roman"/>
              </a:rPr>
              <a:t>appointments to the doctors </a:t>
            </a:r>
            <a:r>
              <a:rPr sz="1200" spc="-5" dirty="0">
                <a:latin typeface="Times New Roman"/>
                <a:cs typeface="Times New Roman"/>
              </a:rPr>
              <a:t>also </a:t>
            </a:r>
            <a:r>
              <a:rPr sz="1200" dirty="0">
                <a:latin typeface="Times New Roman"/>
                <a:cs typeface="Times New Roman"/>
              </a:rPr>
              <a:t>patients can request for the delivery of the medicines </a:t>
            </a:r>
            <a:r>
              <a:rPr sz="1200" spc="-20" dirty="0">
                <a:latin typeface="Times New Roman"/>
                <a:cs typeface="Times New Roman"/>
              </a:rPr>
              <a:t>from </a:t>
            </a:r>
            <a:r>
              <a:rPr sz="1200" spc="-15" dirty="0">
                <a:latin typeface="Times New Roman"/>
                <a:cs typeface="Times New Roman"/>
              </a:rPr>
              <a:t> </a:t>
            </a:r>
            <a:r>
              <a:rPr sz="1200" spc="-5" dirty="0">
                <a:latin typeface="Times New Roman"/>
                <a:cs typeface="Times New Roman"/>
              </a:rPr>
              <a:t>pharmacy as</a:t>
            </a:r>
            <a:r>
              <a:rPr sz="1200" spc="-25" dirty="0">
                <a:latin typeface="Times New Roman"/>
                <a:cs typeface="Times New Roman"/>
              </a:rPr>
              <a:t> </a:t>
            </a:r>
            <a:r>
              <a:rPr sz="1200" spc="-5" dirty="0">
                <a:latin typeface="Times New Roman"/>
                <a:cs typeface="Times New Roman"/>
              </a:rPr>
              <a:t>per</a:t>
            </a:r>
            <a:r>
              <a:rPr sz="1200" spc="-30"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spc="-15" dirty="0">
                <a:latin typeface="Times New Roman"/>
                <a:cs typeface="Times New Roman"/>
              </a:rPr>
              <a:t>prescriptions.</a:t>
            </a:r>
            <a:endParaRPr sz="1200">
              <a:latin typeface="Times New Roman"/>
              <a:cs typeface="Times New Roman"/>
            </a:endParaRPr>
          </a:p>
          <a:p>
            <a:pPr>
              <a:lnSpc>
                <a:spcPct val="100000"/>
              </a:lnSpc>
              <a:spcBef>
                <a:spcPts val="10"/>
              </a:spcBef>
            </a:pPr>
            <a:endParaRPr sz="1650">
              <a:latin typeface="Times New Roman"/>
              <a:cs typeface="Times New Roman"/>
            </a:endParaRPr>
          </a:p>
          <a:p>
            <a:pPr marL="21590" algn="just">
              <a:lnSpc>
                <a:spcPct val="100000"/>
              </a:lnSpc>
            </a:pPr>
            <a:r>
              <a:rPr sz="1200" spc="-5" dirty="0">
                <a:latin typeface="Times New Roman"/>
                <a:cs typeface="Times New Roman"/>
              </a:rPr>
              <a:t>Once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doctor</a:t>
            </a:r>
            <a:r>
              <a:rPr sz="1200" spc="-20" dirty="0">
                <a:latin typeface="Times New Roman"/>
                <a:cs typeface="Times New Roman"/>
              </a:rPr>
              <a:t> </a:t>
            </a:r>
            <a:r>
              <a:rPr sz="1200" spc="-5" dirty="0">
                <a:latin typeface="Times New Roman"/>
                <a:cs typeface="Times New Roman"/>
              </a:rPr>
              <a:t>has</a:t>
            </a:r>
            <a:r>
              <a:rPr sz="1200" spc="-30" dirty="0">
                <a:latin typeface="Times New Roman"/>
                <a:cs typeface="Times New Roman"/>
              </a:rPr>
              <a:t> </a:t>
            </a:r>
            <a:r>
              <a:rPr sz="1200" spc="-5" dirty="0">
                <a:latin typeface="Times New Roman"/>
                <a:cs typeface="Times New Roman"/>
              </a:rPr>
              <a:t>logged</a:t>
            </a:r>
            <a:r>
              <a:rPr sz="1200" spc="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5" dirty="0">
                <a:latin typeface="Times New Roman"/>
                <a:cs typeface="Times New Roman"/>
              </a:rPr>
              <a:t>doctor</a:t>
            </a:r>
            <a:r>
              <a:rPr sz="1200" spc="-10" dirty="0">
                <a:latin typeface="Times New Roman"/>
                <a:cs typeface="Times New Roman"/>
              </a:rPr>
              <a:t> </a:t>
            </a:r>
            <a:r>
              <a:rPr sz="1200" spc="-15" dirty="0">
                <a:latin typeface="Times New Roman"/>
                <a:cs typeface="Times New Roman"/>
              </a:rPr>
              <a:t>account</a:t>
            </a:r>
            <a:endParaRPr sz="1200">
              <a:latin typeface="Times New Roman"/>
              <a:cs typeface="Times New Roman"/>
            </a:endParaRPr>
          </a:p>
          <a:p>
            <a:pPr>
              <a:lnSpc>
                <a:spcPct val="100000"/>
              </a:lnSpc>
              <a:spcBef>
                <a:spcPts val="55"/>
              </a:spcBef>
            </a:pPr>
            <a:endParaRPr sz="1100">
              <a:latin typeface="Times New Roman"/>
              <a:cs typeface="Times New Roman"/>
            </a:endParaRPr>
          </a:p>
          <a:p>
            <a:pPr marL="554990">
              <a:lnSpc>
                <a:spcPct val="100000"/>
              </a:lnSpc>
            </a:pPr>
            <a:r>
              <a:rPr sz="1200" spc="-15" dirty="0">
                <a:latin typeface="Times New Roman"/>
                <a:cs typeface="Times New Roman"/>
              </a:rPr>
              <a:t>Doctor</a:t>
            </a:r>
            <a:r>
              <a:rPr sz="1200" spc="-40" dirty="0">
                <a:latin typeface="Times New Roman"/>
                <a:cs typeface="Times New Roman"/>
              </a:rPr>
              <a:t> </a:t>
            </a:r>
            <a:r>
              <a:rPr sz="1200" spc="-10" dirty="0">
                <a:latin typeface="Times New Roman"/>
                <a:cs typeface="Times New Roman"/>
              </a:rPr>
              <a:t>can </a:t>
            </a:r>
            <a:r>
              <a:rPr sz="1200" spc="-15" dirty="0">
                <a:latin typeface="Times New Roman"/>
                <a:cs typeface="Times New Roman"/>
              </a:rPr>
              <a:t>approve</a:t>
            </a:r>
            <a:r>
              <a:rPr sz="1200" spc="-40" dirty="0">
                <a:latin typeface="Times New Roman"/>
                <a:cs typeface="Times New Roman"/>
              </a:rPr>
              <a:t> </a:t>
            </a:r>
            <a:r>
              <a:rPr sz="1200" spc="-5" dirty="0">
                <a:latin typeface="Times New Roman"/>
                <a:cs typeface="Times New Roman"/>
              </a:rPr>
              <a:t>or</a:t>
            </a:r>
            <a:r>
              <a:rPr sz="1200" spc="-50" dirty="0">
                <a:latin typeface="Times New Roman"/>
                <a:cs typeface="Times New Roman"/>
              </a:rPr>
              <a:t> </a:t>
            </a:r>
            <a:r>
              <a:rPr sz="1200" spc="-15" dirty="0">
                <a:latin typeface="Times New Roman"/>
                <a:cs typeface="Times New Roman"/>
              </a:rPr>
              <a:t>reject</a:t>
            </a:r>
            <a:r>
              <a:rPr sz="1200" spc="-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5" dirty="0">
                <a:latin typeface="Times New Roman"/>
                <a:cs typeface="Times New Roman"/>
              </a:rPr>
              <a:t>appointments</a:t>
            </a:r>
            <a:r>
              <a:rPr sz="1200" spc="-20" dirty="0">
                <a:latin typeface="Times New Roman"/>
                <a:cs typeface="Times New Roman"/>
              </a:rPr>
              <a:t> </a:t>
            </a:r>
            <a:r>
              <a:rPr sz="1200" spc="-15" dirty="0">
                <a:latin typeface="Times New Roman"/>
                <a:cs typeface="Times New Roman"/>
              </a:rPr>
              <a:t>from</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5" dirty="0">
                <a:latin typeface="Times New Roman"/>
                <a:cs typeface="Times New Roman"/>
              </a:rPr>
              <a:t>patients</a:t>
            </a:r>
            <a:r>
              <a:rPr sz="1200" spc="-20" dirty="0">
                <a:latin typeface="Times New Roman"/>
                <a:cs typeface="Times New Roman"/>
              </a:rPr>
              <a:t> </a:t>
            </a:r>
            <a:r>
              <a:rPr sz="1200" spc="-5" dirty="0">
                <a:latin typeface="Times New Roman"/>
                <a:cs typeface="Times New Roman"/>
              </a:rPr>
              <a:t>and</a:t>
            </a:r>
            <a:r>
              <a:rPr sz="1200" spc="-35" dirty="0">
                <a:latin typeface="Times New Roman"/>
                <a:cs typeface="Times New Roman"/>
              </a:rPr>
              <a:t> </a:t>
            </a:r>
            <a:r>
              <a:rPr sz="1200" spc="-10" dirty="0">
                <a:latin typeface="Times New Roman"/>
                <a:cs typeface="Times New Roman"/>
              </a:rPr>
              <a:t>can</a:t>
            </a:r>
            <a:r>
              <a:rPr sz="1200" spc="-30" dirty="0">
                <a:latin typeface="Times New Roman"/>
                <a:cs typeface="Times New Roman"/>
              </a:rPr>
              <a:t> </a:t>
            </a:r>
            <a:r>
              <a:rPr sz="1200" spc="-15" dirty="0">
                <a:latin typeface="Times New Roman"/>
                <a:cs typeface="Times New Roman"/>
              </a:rPr>
              <a:t>electronically</a:t>
            </a:r>
            <a:endParaRPr sz="1200">
              <a:latin typeface="Times New Roman"/>
              <a:cs typeface="Times New Roman"/>
            </a:endParaRPr>
          </a:p>
          <a:p>
            <a:pPr marL="27940" algn="just">
              <a:lnSpc>
                <a:spcPct val="100000"/>
              </a:lnSpc>
              <a:spcBef>
                <a:spcPts val="795"/>
              </a:spcBef>
            </a:pPr>
            <a:r>
              <a:rPr sz="1200" spc="-5" dirty="0">
                <a:latin typeface="Times New Roman"/>
                <a:cs typeface="Times New Roman"/>
              </a:rPr>
              <a:t>write</a:t>
            </a:r>
            <a:r>
              <a:rPr sz="1200" spc="-25" dirty="0">
                <a:latin typeface="Times New Roman"/>
                <a:cs typeface="Times New Roman"/>
              </a:rPr>
              <a:t> </a:t>
            </a:r>
            <a:r>
              <a:rPr sz="1200" spc="-5" dirty="0">
                <a:latin typeface="Times New Roman"/>
                <a:cs typeface="Times New Roman"/>
              </a:rPr>
              <a:t>prescriptions and</a:t>
            </a:r>
            <a:r>
              <a:rPr sz="1200" spc="-10" dirty="0">
                <a:latin typeface="Times New Roman"/>
                <a:cs typeface="Times New Roman"/>
              </a:rPr>
              <a:t> </a:t>
            </a:r>
            <a:r>
              <a:rPr sz="1200" spc="-5" dirty="0">
                <a:latin typeface="Times New Roman"/>
                <a:cs typeface="Times New Roman"/>
              </a:rPr>
              <a:t>send</a:t>
            </a:r>
            <a:r>
              <a:rPr sz="1200" spc="-20" dirty="0">
                <a:latin typeface="Times New Roman"/>
                <a:cs typeface="Times New Roman"/>
              </a:rPr>
              <a:t> </a:t>
            </a:r>
            <a:r>
              <a:rPr sz="1200" spc="-5" dirty="0">
                <a:latin typeface="Times New Roman"/>
                <a:cs typeface="Times New Roman"/>
              </a:rPr>
              <a:t>directly</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pharmacy.</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886836" y="5221986"/>
            <a:ext cx="200025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7.</a:t>
            </a:r>
            <a:r>
              <a:rPr sz="1600" b="1" spc="-65" dirty="0">
                <a:latin typeface="Times New Roman"/>
                <a:cs typeface="Times New Roman"/>
              </a:rPr>
              <a:t> </a:t>
            </a:r>
            <a:r>
              <a:rPr sz="1600" b="1" spc="-5" dirty="0">
                <a:latin typeface="Times New Roman"/>
                <a:cs typeface="Times New Roman"/>
              </a:rPr>
              <a:t>SYSTEM</a:t>
            </a:r>
            <a:r>
              <a:rPr sz="1600" b="1" spc="-60" dirty="0">
                <a:latin typeface="Times New Roman"/>
                <a:cs typeface="Times New Roman"/>
              </a:rPr>
              <a:t> </a:t>
            </a:r>
            <a:r>
              <a:rPr sz="1600" b="1" spc="-15" dirty="0">
                <a:latin typeface="Times New Roman"/>
                <a:cs typeface="Times New Roman"/>
              </a:rPr>
              <a:t>TESTING</a:t>
            </a:r>
            <a:endParaRPr sz="1600">
              <a:latin typeface="Times New Roman"/>
              <a:cs typeface="Times New Roman"/>
            </a:endParaRPr>
          </a:p>
        </p:txBody>
      </p:sp>
      <p:sp>
        <p:nvSpPr>
          <p:cNvPr id="6" name="object 6"/>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9770" cy="8252459"/>
          </a:xfrm>
          <a:prstGeom prst="rect">
            <a:avLst/>
          </a:prstGeom>
        </p:spPr>
        <p:txBody>
          <a:bodyPr vert="horz" wrap="square" lIns="0" tIns="12700" rIns="0" bIns="0" rtlCol="0">
            <a:spAutoFit/>
          </a:bodyPr>
          <a:lstStyle/>
          <a:p>
            <a:pPr marL="12700" algn="just">
              <a:lnSpc>
                <a:spcPct val="100000"/>
              </a:lnSpc>
              <a:spcBef>
                <a:spcPts val="100"/>
              </a:spcBef>
            </a:pPr>
            <a:r>
              <a:rPr sz="1400" b="1" dirty="0">
                <a:latin typeface="Times New Roman"/>
                <a:cs typeface="Times New Roman"/>
              </a:rPr>
              <a:t>7.1</a:t>
            </a:r>
            <a:r>
              <a:rPr sz="1400" b="1" spc="-60" dirty="0">
                <a:latin typeface="Times New Roman"/>
                <a:cs typeface="Times New Roman"/>
              </a:rPr>
              <a:t> </a:t>
            </a:r>
            <a:r>
              <a:rPr sz="1400" b="1" dirty="0">
                <a:latin typeface="Times New Roman"/>
                <a:cs typeface="Times New Roman"/>
              </a:rPr>
              <a:t>Introduction</a:t>
            </a:r>
            <a:r>
              <a:rPr sz="1400" b="1" spc="-65" dirty="0">
                <a:latin typeface="Times New Roman"/>
                <a:cs typeface="Times New Roman"/>
              </a:rPr>
              <a:t> </a:t>
            </a:r>
            <a:r>
              <a:rPr sz="1400" b="1" dirty="0">
                <a:latin typeface="Times New Roman"/>
                <a:cs typeface="Times New Roman"/>
              </a:rPr>
              <a:t>to</a:t>
            </a:r>
            <a:r>
              <a:rPr sz="1400" b="1" spc="-55" dirty="0">
                <a:latin typeface="Times New Roman"/>
                <a:cs typeface="Times New Roman"/>
              </a:rPr>
              <a:t> </a:t>
            </a:r>
            <a:r>
              <a:rPr sz="1400" b="1" dirty="0">
                <a:latin typeface="Times New Roman"/>
                <a:cs typeface="Times New Roman"/>
              </a:rPr>
              <a:t>System</a:t>
            </a:r>
            <a:r>
              <a:rPr sz="1400" b="1" spc="-90" dirty="0">
                <a:latin typeface="Times New Roman"/>
                <a:cs typeface="Times New Roman"/>
              </a:rPr>
              <a:t> </a:t>
            </a:r>
            <a:r>
              <a:rPr sz="1400" b="1" spc="-10" dirty="0">
                <a:latin typeface="Times New Roman"/>
                <a:cs typeface="Times New Roman"/>
              </a:rPr>
              <a:t>Testing</a:t>
            </a:r>
            <a:endParaRPr sz="1400">
              <a:latin typeface="Times New Roman"/>
              <a:cs typeface="Times New Roman"/>
            </a:endParaRPr>
          </a:p>
          <a:p>
            <a:pPr marL="12700" marR="5715" indent="457200" algn="just">
              <a:lnSpc>
                <a:spcPct val="155000"/>
              </a:lnSpc>
              <a:spcBef>
                <a:spcPts val="434"/>
              </a:spcBef>
            </a:pPr>
            <a:r>
              <a:rPr sz="1200" spc="-5" dirty="0">
                <a:latin typeface="Times New Roman"/>
                <a:cs typeface="Times New Roman"/>
              </a:rPr>
              <a:t>System </a:t>
            </a:r>
            <a:r>
              <a:rPr sz="1200" dirty="0">
                <a:latin typeface="Times New Roman"/>
                <a:cs typeface="Times New Roman"/>
              </a:rPr>
              <a:t>testing includes verification </a:t>
            </a:r>
            <a:r>
              <a:rPr sz="1200" spc="-5" dirty="0">
                <a:latin typeface="Times New Roman"/>
                <a:cs typeface="Times New Roman"/>
              </a:rPr>
              <a:t>and </a:t>
            </a:r>
            <a:r>
              <a:rPr sz="1200" dirty="0">
                <a:latin typeface="Times New Roman"/>
                <a:cs typeface="Times New Roman"/>
              </a:rPr>
              <a:t>validation .it </a:t>
            </a:r>
            <a:r>
              <a:rPr sz="1200" spc="-5" dirty="0">
                <a:latin typeface="Times New Roman"/>
                <a:cs typeface="Times New Roman"/>
              </a:rPr>
              <a:t>is </a:t>
            </a:r>
            <a:r>
              <a:rPr sz="1200" dirty="0">
                <a:latin typeface="Times New Roman"/>
                <a:cs typeface="Times New Roman"/>
              </a:rPr>
              <a:t>the major quality </a:t>
            </a:r>
            <a:r>
              <a:rPr sz="1200" spc="-10" dirty="0">
                <a:latin typeface="Times New Roman"/>
                <a:cs typeface="Times New Roman"/>
              </a:rPr>
              <a:t>control </a:t>
            </a:r>
            <a:r>
              <a:rPr sz="1200" spc="-5" dirty="0">
                <a:latin typeface="Times New Roman"/>
                <a:cs typeface="Times New Roman"/>
              </a:rPr>
              <a:t> </a:t>
            </a:r>
            <a:r>
              <a:rPr sz="1200" dirty="0">
                <a:latin typeface="Times New Roman"/>
                <a:cs typeface="Times New Roman"/>
              </a:rPr>
              <a:t>measure employed during the software development .testing a large system </a:t>
            </a:r>
            <a:r>
              <a:rPr sz="1200" spc="-5" dirty="0">
                <a:latin typeface="Times New Roman"/>
                <a:cs typeface="Times New Roman"/>
              </a:rPr>
              <a:t>is </a:t>
            </a:r>
            <a:r>
              <a:rPr sz="1200" dirty="0">
                <a:latin typeface="Times New Roman"/>
                <a:cs typeface="Times New Roman"/>
              </a:rPr>
              <a:t>a </a:t>
            </a:r>
            <a:r>
              <a:rPr sz="1200" spc="-15" dirty="0">
                <a:latin typeface="Times New Roman"/>
                <a:cs typeface="Times New Roman"/>
              </a:rPr>
              <a:t>complex </a:t>
            </a:r>
            <a:r>
              <a:rPr sz="1200" spc="-10" dirty="0">
                <a:latin typeface="Times New Roman"/>
                <a:cs typeface="Times New Roman"/>
              </a:rPr>
              <a:t> </a:t>
            </a:r>
            <a:r>
              <a:rPr sz="1200" dirty="0">
                <a:latin typeface="Times New Roman"/>
                <a:cs typeface="Times New Roman"/>
              </a:rPr>
              <a:t>activity ,and </a:t>
            </a:r>
            <a:r>
              <a:rPr sz="1200" spc="-5" dirty="0">
                <a:latin typeface="Times New Roman"/>
                <a:cs typeface="Times New Roman"/>
              </a:rPr>
              <a:t>so </a:t>
            </a:r>
            <a:r>
              <a:rPr sz="1200" dirty="0">
                <a:latin typeface="Times New Roman"/>
                <a:cs typeface="Times New Roman"/>
              </a:rPr>
              <a:t>it </a:t>
            </a:r>
            <a:r>
              <a:rPr sz="1200" spc="-5" dirty="0">
                <a:latin typeface="Times New Roman"/>
                <a:cs typeface="Times New Roman"/>
              </a:rPr>
              <a:t>is broken </a:t>
            </a:r>
            <a:r>
              <a:rPr sz="1200" dirty="0">
                <a:latin typeface="Times New Roman"/>
                <a:cs typeface="Times New Roman"/>
              </a:rPr>
              <a:t>down into smaller activities </a:t>
            </a:r>
            <a:r>
              <a:rPr sz="1200" spc="-5" dirty="0">
                <a:latin typeface="Times New Roman"/>
                <a:cs typeface="Times New Roman"/>
              </a:rPr>
              <a:t>.we </a:t>
            </a:r>
            <a:r>
              <a:rPr sz="1200" dirty="0">
                <a:latin typeface="Times New Roman"/>
                <a:cs typeface="Times New Roman"/>
              </a:rPr>
              <a:t>have tested all the modules in </a:t>
            </a:r>
            <a:r>
              <a:rPr sz="1200" spc="-25" dirty="0">
                <a:latin typeface="Times New Roman"/>
                <a:cs typeface="Times New Roman"/>
              </a:rPr>
              <a:t>our </a:t>
            </a:r>
            <a:r>
              <a:rPr sz="1200" spc="-20" dirty="0">
                <a:latin typeface="Times New Roman"/>
                <a:cs typeface="Times New Roman"/>
              </a:rPr>
              <a:t> </a:t>
            </a:r>
            <a:r>
              <a:rPr sz="1200" spc="-5" dirty="0">
                <a:latin typeface="Times New Roman"/>
                <a:cs typeface="Times New Roman"/>
              </a:rPr>
              <a:t>project </a:t>
            </a:r>
            <a:r>
              <a:rPr sz="1200" dirty="0">
                <a:latin typeface="Times New Roman"/>
                <a:cs typeface="Times New Roman"/>
              </a:rPr>
              <a:t>separately .and run separately to detect coding </a:t>
            </a:r>
            <a:r>
              <a:rPr sz="1200" spc="-5" dirty="0">
                <a:latin typeface="Times New Roman"/>
                <a:cs typeface="Times New Roman"/>
              </a:rPr>
              <a:t>errors </a:t>
            </a:r>
            <a:r>
              <a:rPr sz="1200" dirty="0">
                <a:latin typeface="Times New Roman"/>
                <a:cs typeface="Times New Roman"/>
              </a:rPr>
              <a:t>if </a:t>
            </a:r>
            <a:r>
              <a:rPr sz="1200" spc="-5" dirty="0">
                <a:latin typeface="Times New Roman"/>
                <a:cs typeface="Times New Roman"/>
              </a:rPr>
              <a:t>any. For </a:t>
            </a:r>
            <a:r>
              <a:rPr sz="1200" dirty="0">
                <a:latin typeface="Times New Roman"/>
                <a:cs typeface="Times New Roman"/>
              </a:rPr>
              <a:t>this </a:t>
            </a:r>
            <a:r>
              <a:rPr sz="1200" spc="-5" dirty="0">
                <a:latin typeface="Times New Roman"/>
                <a:cs typeface="Times New Roman"/>
              </a:rPr>
              <a:t>special </a:t>
            </a:r>
            <a:r>
              <a:rPr sz="1200" dirty="0">
                <a:latin typeface="Times New Roman"/>
                <a:cs typeface="Times New Roman"/>
              </a:rPr>
              <a:t>test </a:t>
            </a:r>
            <a:r>
              <a:rPr sz="1200" spc="-15" dirty="0">
                <a:latin typeface="Times New Roman"/>
                <a:cs typeface="Times New Roman"/>
              </a:rPr>
              <a:t>data </a:t>
            </a:r>
            <a:r>
              <a:rPr sz="1200" spc="-10" dirty="0">
                <a:latin typeface="Times New Roman"/>
                <a:cs typeface="Times New Roman"/>
              </a:rPr>
              <a:t> </a:t>
            </a:r>
            <a:r>
              <a:rPr sz="1200" spc="-5" dirty="0">
                <a:latin typeface="Times New Roman"/>
                <a:cs typeface="Times New Roman"/>
              </a:rPr>
              <a:t>are</a:t>
            </a:r>
            <a:r>
              <a:rPr sz="1200" spc="40" dirty="0">
                <a:latin typeface="Times New Roman"/>
                <a:cs typeface="Times New Roman"/>
              </a:rPr>
              <a:t> </a:t>
            </a:r>
            <a:r>
              <a:rPr sz="1200" dirty="0">
                <a:latin typeface="Times New Roman"/>
                <a:cs typeface="Times New Roman"/>
              </a:rPr>
              <a:t>input</a:t>
            </a:r>
            <a:r>
              <a:rPr sz="1200" spc="3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5" dirty="0">
                <a:latin typeface="Times New Roman"/>
                <a:cs typeface="Times New Roman"/>
              </a:rPr>
              <a:t>processing</a:t>
            </a:r>
            <a:r>
              <a:rPr sz="1200" spc="6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result</a:t>
            </a:r>
            <a:r>
              <a:rPr sz="1200" spc="35" dirty="0">
                <a:latin typeface="Times New Roman"/>
                <a:cs typeface="Times New Roman"/>
              </a:rPr>
              <a:t> </a:t>
            </a:r>
            <a:r>
              <a:rPr sz="1200" spc="-5" dirty="0">
                <a:latin typeface="Times New Roman"/>
                <a:cs typeface="Times New Roman"/>
              </a:rPr>
              <a:t>are</a:t>
            </a:r>
            <a:r>
              <a:rPr sz="1200" spc="40" dirty="0">
                <a:latin typeface="Times New Roman"/>
                <a:cs typeface="Times New Roman"/>
              </a:rPr>
              <a:t> </a:t>
            </a:r>
            <a:r>
              <a:rPr sz="1200" spc="-5" dirty="0">
                <a:latin typeface="Times New Roman"/>
                <a:cs typeface="Times New Roman"/>
              </a:rPr>
              <a:t>examined</a:t>
            </a:r>
            <a:r>
              <a:rPr sz="1200" spc="5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5" dirty="0">
                <a:latin typeface="Times New Roman"/>
                <a:cs typeface="Times New Roman"/>
              </a:rPr>
              <a:t>ensure</a:t>
            </a:r>
            <a:r>
              <a:rPr sz="1200" spc="30"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5" dirty="0">
                <a:latin typeface="Times New Roman"/>
                <a:cs typeface="Times New Roman"/>
              </a:rPr>
              <a:t>software</a:t>
            </a:r>
            <a:r>
              <a:rPr sz="1200" spc="35" dirty="0">
                <a:latin typeface="Times New Roman"/>
                <a:cs typeface="Times New Roman"/>
              </a:rPr>
              <a:t> </a:t>
            </a:r>
            <a:r>
              <a:rPr sz="1200" spc="-5" dirty="0">
                <a:latin typeface="Times New Roman"/>
                <a:cs typeface="Times New Roman"/>
              </a:rPr>
              <a:t>does</a:t>
            </a:r>
            <a:r>
              <a:rPr sz="1200" spc="40" dirty="0">
                <a:latin typeface="Times New Roman"/>
                <a:cs typeface="Times New Roman"/>
              </a:rPr>
              <a:t> </a:t>
            </a:r>
            <a:r>
              <a:rPr sz="1200" dirty="0">
                <a:latin typeface="Times New Roman"/>
                <a:cs typeface="Times New Roman"/>
              </a:rPr>
              <a:t>not</a:t>
            </a:r>
            <a:r>
              <a:rPr sz="1200" spc="40" dirty="0">
                <a:latin typeface="Times New Roman"/>
                <a:cs typeface="Times New Roman"/>
              </a:rPr>
              <a:t> </a:t>
            </a:r>
            <a:r>
              <a:rPr sz="1200" spc="-15" dirty="0">
                <a:latin typeface="Times New Roman"/>
                <a:cs typeface="Times New Roman"/>
              </a:rPr>
              <a:t>fail.</a:t>
            </a:r>
            <a:endParaRPr sz="1200">
              <a:latin typeface="Times New Roman"/>
              <a:cs typeface="Times New Roman"/>
            </a:endParaRPr>
          </a:p>
          <a:p>
            <a:pPr marL="12700" marR="6985" algn="just">
              <a:lnSpc>
                <a:spcPct val="155000"/>
              </a:lnSpc>
            </a:pPr>
            <a:r>
              <a:rPr sz="1200" spc="-5" dirty="0">
                <a:latin typeface="Times New Roman"/>
                <a:cs typeface="Times New Roman"/>
              </a:rPr>
              <a:t>I.e. </a:t>
            </a:r>
            <a:r>
              <a:rPr sz="1200" dirty="0">
                <a:latin typeface="Times New Roman"/>
                <a:cs typeface="Times New Roman"/>
              </a:rPr>
              <a:t>will run according to </a:t>
            </a:r>
            <a:r>
              <a:rPr sz="1200" spc="-5" dirty="0">
                <a:latin typeface="Times New Roman"/>
                <a:cs typeface="Times New Roman"/>
              </a:rPr>
              <a:t>its </a:t>
            </a:r>
            <a:r>
              <a:rPr sz="1200" spc="-10" dirty="0">
                <a:latin typeface="Times New Roman"/>
                <a:cs typeface="Times New Roman"/>
              </a:rPr>
              <a:t>specification </a:t>
            </a:r>
            <a:r>
              <a:rPr sz="1200" spc="-5" dirty="0">
                <a:latin typeface="Times New Roman"/>
                <a:cs typeface="Times New Roman"/>
              </a:rPr>
              <a:t>and </a:t>
            </a:r>
            <a:r>
              <a:rPr sz="1200" dirty="0">
                <a:latin typeface="Times New Roman"/>
                <a:cs typeface="Times New Roman"/>
              </a:rPr>
              <a:t>in </a:t>
            </a:r>
            <a:r>
              <a:rPr sz="1200" spc="5" dirty="0">
                <a:latin typeface="Times New Roman"/>
                <a:cs typeface="Times New Roman"/>
              </a:rPr>
              <a:t>away </a:t>
            </a:r>
            <a:r>
              <a:rPr sz="1200" dirty="0">
                <a:latin typeface="Times New Roman"/>
                <a:cs typeface="Times New Roman"/>
              </a:rPr>
              <a:t>users expect. This </a:t>
            </a:r>
            <a:r>
              <a:rPr sz="1200" spc="-5" dirty="0">
                <a:latin typeface="Times New Roman"/>
                <a:cs typeface="Times New Roman"/>
              </a:rPr>
              <a:t>is </a:t>
            </a:r>
            <a:r>
              <a:rPr sz="1200" dirty="0">
                <a:latin typeface="Times New Roman"/>
                <a:cs typeface="Times New Roman"/>
              </a:rPr>
              <a:t>how </a:t>
            </a:r>
            <a:r>
              <a:rPr sz="1200" spc="-5" dirty="0">
                <a:latin typeface="Times New Roman"/>
                <a:cs typeface="Times New Roman"/>
              </a:rPr>
              <a:t>we </a:t>
            </a:r>
            <a:r>
              <a:rPr sz="1200" spc="-10" dirty="0">
                <a:latin typeface="Times New Roman"/>
                <a:cs typeface="Times New Roman"/>
              </a:rPr>
              <a:t>performed </a:t>
            </a:r>
            <a:r>
              <a:rPr sz="1200" spc="-285" dirty="0">
                <a:latin typeface="Times New Roman"/>
                <a:cs typeface="Times New Roman"/>
              </a:rPr>
              <a:t> </a:t>
            </a:r>
            <a:r>
              <a:rPr sz="1200" dirty="0">
                <a:latin typeface="Times New Roman"/>
                <a:cs typeface="Times New Roman"/>
              </a:rPr>
              <a:t>unit</a:t>
            </a:r>
            <a:r>
              <a:rPr sz="1200" spc="-15"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.due</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its</a:t>
            </a:r>
            <a:r>
              <a:rPr sz="1200" spc="-15" dirty="0">
                <a:latin typeface="Times New Roman"/>
                <a:cs typeface="Times New Roman"/>
              </a:rPr>
              <a:t> </a:t>
            </a:r>
            <a:r>
              <a:rPr sz="1200" spc="-10" dirty="0">
                <a:latin typeface="Times New Roman"/>
                <a:cs typeface="Times New Roman"/>
              </a:rPr>
              <a:t>approach</a:t>
            </a:r>
            <a:r>
              <a:rPr sz="1200" spc="-20" dirty="0">
                <a:latin typeface="Times New Roman"/>
                <a:cs typeface="Times New Roman"/>
              </a:rPr>
              <a:t> </a:t>
            </a:r>
            <a:r>
              <a:rPr sz="1200" spc="-5" dirty="0">
                <a:latin typeface="Times New Roman"/>
                <a:cs typeface="Times New Roman"/>
              </a:rPr>
              <a:t>dynamic</a:t>
            </a:r>
            <a:r>
              <a:rPr sz="1200" spc="-40"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spc="-5" dirty="0">
                <a:latin typeface="Times New Roman"/>
                <a:cs typeface="Times New Roman"/>
              </a:rPr>
              <a:t>can</a:t>
            </a:r>
            <a:r>
              <a:rPr sz="1200" spc="-15" dirty="0">
                <a:latin typeface="Times New Roman"/>
                <a:cs typeface="Times New Roman"/>
              </a:rPr>
              <a:t> </a:t>
            </a:r>
            <a:r>
              <a:rPr sz="1200" spc="5" dirty="0">
                <a:latin typeface="Times New Roman"/>
                <a:cs typeface="Times New Roman"/>
              </a:rPr>
              <a:t>only</a:t>
            </a:r>
            <a:r>
              <a:rPr sz="1200" spc="-25" dirty="0">
                <a:latin typeface="Times New Roman"/>
                <a:cs typeface="Times New Roman"/>
              </a:rPr>
              <a:t> </a:t>
            </a:r>
            <a:r>
              <a:rPr sz="1200" spc="-10" dirty="0">
                <a:latin typeface="Times New Roman"/>
                <a:cs typeface="Times New Roman"/>
              </a:rPr>
              <a:t>ascertain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presence</a:t>
            </a:r>
            <a:r>
              <a:rPr sz="1200" spc="-10"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spc="-5" dirty="0">
                <a:latin typeface="Times New Roman"/>
                <a:cs typeface="Times New Roman"/>
              </a:rPr>
              <a:t>errors</a:t>
            </a:r>
            <a:r>
              <a:rPr sz="1200" spc="-1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the </a:t>
            </a:r>
            <a:r>
              <a:rPr sz="1200" spc="-285" dirty="0">
                <a:latin typeface="Times New Roman"/>
                <a:cs typeface="Times New Roman"/>
              </a:rPr>
              <a:t> </a:t>
            </a:r>
            <a:r>
              <a:rPr sz="1200" spc="-5" dirty="0">
                <a:latin typeface="Times New Roman"/>
                <a:cs typeface="Times New Roman"/>
              </a:rPr>
              <a:t>program;</a:t>
            </a:r>
            <a:r>
              <a:rPr sz="1200" dirty="0">
                <a:latin typeface="Times New Roman"/>
                <a:cs typeface="Times New Roman"/>
              </a:rPr>
              <a:t> the</a:t>
            </a:r>
            <a:r>
              <a:rPr sz="1200" spc="5" dirty="0">
                <a:latin typeface="Times New Roman"/>
                <a:cs typeface="Times New Roman"/>
              </a:rPr>
              <a:t> </a:t>
            </a:r>
            <a:r>
              <a:rPr sz="1200" dirty="0">
                <a:latin typeface="Times New Roman"/>
                <a:cs typeface="Times New Roman"/>
              </a:rPr>
              <a:t>exact</a:t>
            </a:r>
            <a:r>
              <a:rPr sz="1200" spc="5" dirty="0">
                <a:latin typeface="Times New Roman"/>
                <a:cs typeface="Times New Roman"/>
              </a:rPr>
              <a:t> </a:t>
            </a:r>
            <a:r>
              <a:rPr sz="1200" dirty="0">
                <a:latin typeface="Times New Roman"/>
                <a:cs typeface="Times New Roman"/>
              </a:rPr>
              <a:t>nature</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error</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not</a:t>
            </a:r>
            <a:r>
              <a:rPr sz="1200" spc="5" dirty="0">
                <a:latin typeface="Times New Roman"/>
                <a:cs typeface="Times New Roman"/>
              </a:rPr>
              <a:t> </a:t>
            </a:r>
            <a:r>
              <a:rPr sz="1200" dirty="0">
                <a:latin typeface="Times New Roman"/>
                <a:cs typeface="Times New Roman"/>
              </a:rPr>
              <a:t>usually decided</a:t>
            </a:r>
            <a:r>
              <a:rPr sz="1200" spc="5" dirty="0">
                <a:latin typeface="Times New Roman"/>
                <a:cs typeface="Times New Roman"/>
              </a:rPr>
              <a:t> by </a:t>
            </a:r>
            <a:r>
              <a:rPr sz="1200" dirty="0">
                <a:latin typeface="Times New Roman"/>
                <a:cs typeface="Times New Roman"/>
              </a:rPr>
              <a:t>testing.</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reference </a:t>
            </a:r>
            <a:r>
              <a:rPr sz="1200" spc="-5" dirty="0">
                <a:latin typeface="Times New Roman"/>
                <a:cs typeface="Times New Roman"/>
              </a:rPr>
              <a:t> </a:t>
            </a:r>
            <a:r>
              <a:rPr sz="1200" spc="-10" dirty="0">
                <a:latin typeface="Times New Roman"/>
                <a:cs typeface="Times New Roman"/>
              </a:rPr>
              <a:t>documents </a:t>
            </a:r>
            <a:r>
              <a:rPr sz="1200" dirty="0">
                <a:latin typeface="Times New Roman"/>
                <a:cs typeface="Times New Roman"/>
              </a:rPr>
              <a:t>for this process </a:t>
            </a:r>
            <a:r>
              <a:rPr sz="1200" spc="-5" dirty="0">
                <a:latin typeface="Times New Roman"/>
                <a:cs typeface="Times New Roman"/>
              </a:rPr>
              <a:t>are </a:t>
            </a:r>
            <a:r>
              <a:rPr sz="1200" dirty="0">
                <a:latin typeface="Times New Roman"/>
                <a:cs typeface="Times New Roman"/>
              </a:rPr>
              <a:t>the </a:t>
            </a:r>
            <a:r>
              <a:rPr sz="1200" spc="-10" dirty="0">
                <a:latin typeface="Times New Roman"/>
                <a:cs typeface="Times New Roman"/>
              </a:rPr>
              <a:t>requirement </a:t>
            </a:r>
            <a:r>
              <a:rPr sz="1200" dirty="0">
                <a:latin typeface="Times New Roman"/>
                <a:cs typeface="Times New Roman"/>
              </a:rPr>
              <a:t>document, </a:t>
            </a:r>
            <a:r>
              <a:rPr sz="1200" spc="-5" dirty="0">
                <a:latin typeface="Times New Roman"/>
                <a:cs typeface="Times New Roman"/>
              </a:rPr>
              <a:t>and </a:t>
            </a:r>
            <a:r>
              <a:rPr sz="1200" dirty="0">
                <a:latin typeface="Times New Roman"/>
                <a:cs typeface="Times New Roman"/>
              </a:rPr>
              <a:t>the </a:t>
            </a:r>
            <a:r>
              <a:rPr sz="1200" spc="-5" dirty="0">
                <a:latin typeface="Times New Roman"/>
                <a:cs typeface="Times New Roman"/>
              </a:rPr>
              <a:t>goal is </a:t>
            </a:r>
            <a:r>
              <a:rPr sz="1200" dirty="0">
                <a:latin typeface="Times New Roman"/>
                <a:cs typeface="Times New Roman"/>
              </a:rPr>
              <a:t>to </a:t>
            </a:r>
            <a:r>
              <a:rPr sz="1200" spc="-5" dirty="0">
                <a:latin typeface="Times New Roman"/>
                <a:cs typeface="Times New Roman"/>
              </a:rPr>
              <a:t>see </a:t>
            </a:r>
            <a:r>
              <a:rPr sz="1200" dirty="0">
                <a:latin typeface="Times New Roman"/>
                <a:cs typeface="Times New Roman"/>
              </a:rPr>
              <a:t>if the </a:t>
            </a:r>
            <a:r>
              <a:rPr sz="1200" spc="-10" dirty="0">
                <a:latin typeface="Times New Roman"/>
                <a:cs typeface="Times New Roman"/>
              </a:rPr>
              <a:t>software </a:t>
            </a:r>
            <a:r>
              <a:rPr sz="1200" spc="-285" dirty="0">
                <a:latin typeface="Times New Roman"/>
                <a:cs typeface="Times New Roman"/>
              </a:rPr>
              <a:t> </a:t>
            </a:r>
            <a:r>
              <a:rPr sz="1200" dirty="0">
                <a:latin typeface="Times New Roman"/>
                <a:cs typeface="Times New Roman"/>
              </a:rPr>
              <a:t>meets the </a:t>
            </a:r>
            <a:r>
              <a:rPr sz="1200" spc="-10" dirty="0">
                <a:latin typeface="Times New Roman"/>
                <a:cs typeface="Times New Roman"/>
              </a:rPr>
              <a:t>requirement documents. Testing </a:t>
            </a:r>
            <a:r>
              <a:rPr sz="1200" dirty="0">
                <a:latin typeface="Times New Roman"/>
                <a:cs typeface="Times New Roman"/>
              </a:rPr>
              <a:t>here focuses on the </a:t>
            </a:r>
            <a:r>
              <a:rPr sz="1200" spc="-10" dirty="0">
                <a:latin typeface="Times New Roman"/>
                <a:cs typeface="Times New Roman"/>
              </a:rPr>
              <a:t>external </a:t>
            </a:r>
            <a:r>
              <a:rPr sz="1200" dirty="0">
                <a:latin typeface="Times New Roman"/>
                <a:cs typeface="Times New Roman"/>
              </a:rPr>
              <a:t>behavior of the </a:t>
            </a:r>
            <a:r>
              <a:rPr sz="1200" spc="-10" dirty="0">
                <a:latin typeface="Times New Roman"/>
                <a:cs typeface="Times New Roman"/>
              </a:rPr>
              <a:t>system; </a:t>
            </a:r>
            <a:r>
              <a:rPr sz="1200" spc="-28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internal</a:t>
            </a:r>
            <a:r>
              <a:rPr sz="1200" spc="5" dirty="0">
                <a:latin typeface="Times New Roman"/>
                <a:cs typeface="Times New Roman"/>
              </a:rPr>
              <a:t> </a:t>
            </a:r>
            <a:r>
              <a:rPr sz="1200" spc="-5" dirty="0">
                <a:latin typeface="Times New Roman"/>
                <a:cs typeface="Times New Roman"/>
              </a:rPr>
              <a:t>logic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program</a:t>
            </a:r>
            <a:r>
              <a:rPr sz="1200" dirty="0">
                <a:latin typeface="Times New Roman"/>
                <a:cs typeface="Times New Roman"/>
              </a:rPr>
              <a:t> </a:t>
            </a:r>
            <a:r>
              <a:rPr sz="1200" spc="-5" dirty="0">
                <a:latin typeface="Times New Roman"/>
                <a:cs typeface="Times New Roman"/>
              </a:rPr>
              <a:t>is</a:t>
            </a:r>
            <a:r>
              <a:rPr sz="1200" spc="-35" dirty="0">
                <a:latin typeface="Times New Roman"/>
                <a:cs typeface="Times New Roman"/>
              </a:rPr>
              <a:t> </a:t>
            </a:r>
            <a:r>
              <a:rPr sz="1200" dirty="0">
                <a:latin typeface="Times New Roman"/>
                <a:cs typeface="Times New Roman"/>
              </a:rPr>
              <a:t>not</a:t>
            </a:r>
            <a:r>
              <a:rPr sz="1200" spc="-10" dirty="0">
                <a:latin typeface="Times New Roman"/>
                <a:cs typeface="Times New Roman"/>
              </a:rPr>
              <a:t> </a:t>
            </a:r>
            <a:r>
              <a:rPr sz="1200" spc="-15" dirty="0">
                <a:latin typeface="Times New Roman"/>
                <a:cs typeface="Times New Roman"/>
              </a:rPr>
              <a:t>emphasized.</a:t>
            </a:r>
            <a:endParaRPr sz="1200">
              <a:latin typeface="Times New Roman"/>
              <a:cs typeface="Times New Roman"/>
            </a:endParaRPr>
          </a:p>
          <a:p>
            <a:pPr>
              <a:lnSpc>
                <a:spcPct val="100000"/>
              </a:lnSpc>
              <a:spcBef>
                <a:spcPts val="20"/>
              </a:spcBef>
            </a:pPr>
            <a:endParaRPr sz="1650">
              <a:latin typeface="Times New Roman"/>
              <a:cs typeface="Times New Roman"/>
            </a:endParaRPr>
          </a:p>
          <a:p>
            <a:pPr marL="536575">
              <a:lnSpc>
                <a:spcPct val="100000"/>
              </a:lnSpc>
            </a:pPr>
            <a:r>
              <a:rPr sz="1200" spc="-15" dirty="0">
                <a:latin typeface="Times New Roman"/>
                <a:cs typeface="Times New Roman"/>
              </a:rPr>
              <a:t>In</a:t>
            </a:r>
            <a:r>
              <a:rPr sz="1200" spc="-25" dirty="0">
                <a:latin typeface="Times New Roman"/>
                <a:cs typeface="Times New Roman"/>
              </a:rPr>
              <a:t> </a:t>
            </a:r>
            <a:r>
              <a:rPr sz="1200" spc="-15" dirty="0">
                <a:latin typeface="Times New Roman"/>
                <a:cs typeface="Times New Roman"/>
              </a:rPr>
              <a:t>“MEDCARE”</a:t>
            </a:r>
            <a:r>
              <a:rPr sz="1200" spc="-3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5" dirty="0">
                <a:latin typeface="Times New Roman"/>
                <a:cs typeface="Times New Roman"/>
              </a:rPr>
              <a:t>entire</a:t>
            </a:r>
            <a:r>
              <a:rPr sz="1200" spc="-30" dirty="0">
                <a:latin typeface="Times New Roman"/>
                <a:cs typeface="Times New Roman"/>
              </a:rPr>
              <a:t> </a:t>
            </a:r>
            <a:r>
              <a:rPr sz="1200" spc="-20" dirty="0">
                <a:latin typeface="Times New Roman"/>
                <a:cs typeface="Times New Roman"/>
              </a:rPr>
              <a:t>system</a:t>
            </a:r>
            <a:r>
              <a:rPr sz="1200" spc="-5" dirty="0">
                <a:latin typeface="Times New Roman"/>
                <a:cs typeface="Times New Roman"/>
              </a:rPr>
              <a:t> was</a:t>
            </a:r>
            <a:r>
              <a:rPr sz="1200" spc="-35" dirty="0">
                <a:latin typeface="Times New Roman"/>
                <a:cs typeface="Times New Roman"/>
              </a:rPr>
              <a:t> </a:t>
            </a:r>
            <a:r>
              <a:rPr sz="1200" spc="-15" dirty="0">
                <a:latin typeface="Times New Roman"/>
                <a:cs typeface="Times New Roman"/>
              </a:rPr>
              <a:t>divided</a:t>
            </a:r>
            <a:r>
              <a:rPr sz="1200" spc="-25"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spc="-15" dirty="0">
                <a:latin typeface="Times New Roman"/>
                <a:cs typeface="Times New Roman"/>
              </a:rPr>
              <a:t>small</a:t>
            </a:r>
            <a:r>
              <a:rPr sz="1200" spc="-35" dirty="0">
                <a:latin typeface="Times New Roman"/>
                <a:cs typeface="Times New Roman"/>
              </a:rPr>
              <a:t> </a:t>
            </a:r>
            <a:r>
              <a:rPr sz="1200" spc="-15" dirty="0">
                <a:latin typeface="Times New Roman"/>
                <a:cs typeface="Times New Roman"/>
              </a:rPr>
              <a:t>modules</a:t>
            </a:r>
            <a:r>
              <a:rPr sz="1200" spc="-3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dirty="0">
                <a:latin typeface="Times New Roman"/>
                <a:cs typeface="Times New Roman"/>
              </a:rPr>
              <a:t>test</a:t>
            </a:r>
            <a:r>
              <a:rPr sz="1200" spc="-30" dirty="0">
                <a:latin typeface="Times New Roman"/>
                <a:cs typeface="Times New Roman"/>
              </a:rPr>
              <a:t> </a:t>
            </a:r>
            <a:r>
              <a:rPr sz="1200" spc="-15" dirty="0">
                <a:latin typeface="Times New Roman"/>
                <a:cs typeface="Times New Roman"/>
              </a:rPr>
              <a:t>separately</a:t>
            </a:r>
            <a:endParaRPr sz="1200">
              <a:latin typeface="Times New Roman"/>
              <a:cs typeface="Times New Roman"/>
            </a:endParaRPr>
          </a:p>
          <a:p>
            <a:pPr marL="12700" algn="just">
              <a:lnSpc>
                <a:spcPct val="100000"/>
              </a:lnSpc>
              <a:spcBef>
                <a:spcPts val="515"/>
              </a:spcBef>
            </a:pPr>
            <a:r>
              <a:rPr sz="1200" spc="-5" dirty="0">
                <a:latin typeface="Times New Roman"/>
                <a:cs typeface="Times New Roman"/>
              </a:rPr>
              <a:t>i.e.</a:t>
            </a:r>
            <a:r>
              <a:rPr sz="1200" spc="60" dirty="0">
                <a:latin typeface="Times New Roman"/>
                <a:cs typeface="Times New Roman"/>
              </a:rPr>
              <a:t> </a:t>
            </a:r>
            <a:r>
              <a:rPr sz="1200" dirty="0">
                <a:latin typeface="Times New Roman"/>
                <a:cs typeface="Times New Roman"/>
              </a:rPr>
              <a:t>each</a:t>
            </a:r>
            <a:r>
              <a:rPr sz="1200" spc="65" dirty="0">
                <a:latin typeface="Times New Roman"/>
                <a:cs typeface="Times New Roman"/>
              </a:rPr>
              <a:t> </a:t>
            </a:r>
            <a:r>
              <a:rPr sz="1200" dirty="0">
                <a:latin typeface="Times New Roman"/>
                <a:cs typeface="Times New Roman"/>
              </a:rPr>
              <a:t>modules</a:t>
            </a:r>
            <a:r>
              <a:rPr sz="1200" spc="65" dirty="0">
                <a:latin typeface="Times New Roman"/>
                <a:cs typeface="Times New Roman"/>
              </a:rPr>
              <a:t> </a:t>
            </a:r>
            <a:r>
              <a:rPr sz="1200" spc="-5" dirty="0">
                <a:latin typeface="Times New Roman"/>
                <a:cs typeface="Times New Roman"/>
              </a:rPr>
              <a:t>were</a:t>
            </a:r>
            <a:r>
              <a:rPr sz="1200" spc="55" dirty="0">
                <a:latin typeface="Times New Roman"/>
                <a:cs typeface="Times New Roman"/>
              </a:rPr>
              <a:t> </a:t>
            </a:r>
            <a:r>
              <a:rPr sz="1200" dirty="0">
                <a:latin typeface="Times New Roman"/>
                <a:cs typeface="Times New Roman"/>
              </a:rPr>
              <a:t>tested</a:t>
            </a:r>
            <a:r>
              <a:rPr sz="1200" spc="65" dirty="0">
                <a:latin typeface="Times New Roman"/>
                <a:cs typeface="Times New Roman"/>
              </a:rPr>
              <a:t> </a:t>
            </a:r>
            <a:r>
              <a:rPr sz="1200" dirty="0">
                <a:latin typeface="Times New Roman"/>
                <a:cs typeface="Times New Roman"/>
              </a:rPr>
              <a:t>separately</a:t>
            </a:r>
            <a:r>
              <a:rPr sz="1200" spc="60" dirty="0">
                <a:latin typeface="Times New Roman"/>
                <a:cs typeface="Times New Roman"/>
              </a:rPr>
              <a:t> </a:t>
            </a:r>
            <a:r>
              <a:rPr sz="1200" spc="-5" dirty="0">
                <a:latin typeface="Times New Roman"/>
                <a:cs typeface="Times New Roman"/>
              </a:rPr>
              <a:t>and</a:t>
            </a:r>
            <a:r>
              <a:rPr sz="1200" spc="60" dirty="0">
                <a:latin typeface="Times New Roman"/>
                <a:cs typeface="Times New Roman"/>
              </a:rPr>
              <a:t> </a:t>
            </a:r>
            <a:r>
              <a:rPr sz="1200" dirty="0">
                <a:latin typeface="Times New Roman"/>
                <a:cs typeface="Times New Roman"/>
              </a:rPr>
              <a:t>then</a:t>
            </a:r>
            <a:r>
              <a:rPr sz="1200" spc="65" dirty="0">
                <a:latin typeface="Times New Roman"/>
                <a:cs typeface="Times New Roman"/>
              </a:rPr>
              <a:t> </a:t>
            </a:r>
            <a:r>
              <a:rPr sz="1200" spc="5" dirty="0">
                <a:latin typeface="Times New Roman"/>
                <a:cs typeface="Times New Roman"/>
              </a:rPr>
              <a:t>they</a:t>
            </a:r>
            <a:r>
              <a:rPr sz="1200" spc="40" dirty="0">
                <a:latin typeface="Times New Roman"/>
                <a:cs typeface="Times New Roman"/>
              </a:rPr>
              <a:t> </a:t>
            </a:r>
            <a:r>
              <a:rPr sz="1200" spc="-5" dirty="0">
                <a:latin typeface="Times New Roman"/>
                <a:cs typeface="Times New Roman"/>
              </a:rPr>
              <a:t>were</a:t>
            </a:r>
            <a:r>
              <a:rPr sz="1200" spc="55" dirty="0">
                <a:latin typeface="Times New Roman"/>
                <a:cs typeface="Times New Roman"/>
              </a:rPr>
              <a:t> </a:t>
            </a:r>
            <a:r>
              <a:rPr sz="1200" dirty="0">
                <a:latin typeface="Times New Roman"/>
                <a:cs typeface="Times New Roman"/>
              </a:rPr>
              <a:t>integrated</a:t>
            </a:r>
            <a:r>
              <a:rPr sz="1200" spc="80"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tested</a:t>
            </a:r>
            <a:r>
              <a:rPr sz="1200" spc="60" dirty="0">
                <a:latin typeface="Times New Roman"/>
                <a:cs typeface="Times New Roman"/>
              </a:rPr>
              <a:t> </a:t>
            </a:r>
            <a:r>
              <a:rPr sz="1200" spc="-5" dirty="0">
                <a:latin typeface="Times New Roman"/>
                <a:cs typeface="Times New Roman"/>
              </a:rPr>
              <a:t>and</a:t>
            </a:r>
            <a:r>
              <a:rPr sz="1200" spc="65" dirty="0">
                <a:latin typeface="Times New Roman"/>
                <a:cs typeface="Times New Roman"/>
              </a:rPr>
              <a:t> </a:t>
            </a:r>
            <a:r>
              <a:rPr sz="1200" spc="-5" dirty="0">
                <a:latin typeface="Times New Roman"/>
                <a:cs typeface="Times New Roman"/>
              </a:rPr>
              <a:t>finally</a:t>
            </a:r>
            <a:endParaRPr sz="1200">
              <a:latin typeface="Times New Roman"/>
              <a:cs typeface="Times New Roman"/>
            </a:endParaRPr>
          </a:p>
          <a:p>
            <a:pPr marL="12700">
              <a:lnSpc>
                <a:spcPct val="100000"/>
              </a:lnSpc>
              <a:spcBef>
                <a:spcPts val="795"/>
              </a:spcBef>
            </a:pP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entire </a:t>
            </a:r>
            <a:r>
              <a:rPr sz="1200" spc="-10" dirty="0">
                <a:latin typeface="Times New Roman"/>
                <a:cs typeface="Times New Roman"/>
              </a:rPr>
              <a:t>system</a:t>
            </a:r>
            <a:r>
              <a:rPr sz="1200" spc="15" dirty="0">
                <a:latin typeface="Times New Roman"/>
                <a:cs typeface="Times New Roman"/>
              </a:rPr>
              <a:t> </a:t>
            </a:r>
            <a:r>
              <a:rPr sz="1200" spc="-5" dirty="0">
                <a:latin typeface="Times New Roman"/>
                <a:cs typeface="Times New Roman"/>
              </a:rPr>
              <a:t>was</a:t>
            </a:r>
            <a:r>
              <a:rPr sz="1200" spc="-20" dirty="0">
                <a:latin typeface="Times New Roman"/>
                <a:cs typeface="Times New Roman"/>
              </a:rPr>
              <a:t> </a:t>
            </a:r>
            <a:r>
              <a:rPr sz="1200" spc="-5" dirty="0">
                <a:latin typeface="Times New Roman"/>
                <a:cs typeface="Times New Roman"/>
              </a:rPr>
              <a:t>tested</a:t>
            </a:r>
            <a:r>
              <a:rPr sz="1200" dirty="0">
                <a:latin typeface="Times New Roman"/>
                <a:cs typeface="Times New Roman"/>
              </a:rPr>
              <a:t> with</a:t>
            </a:r>
            <a:r>
              <a:rPr sz="1200" spc="-5" dirty="0">
                <a:latin typeface="Times New Roman"/>
                <a:cs typeface="Times New Roman"/>
              </a:rPr>
              <a:t> </a:t>
            </a:r>
            <a:r>
              <a:rPr sz="1200" dirty="0">
                <a:latin typeface="Times New Roman"/>
                <a:cs typeface="Times New Roman"/>
              </a:rPr>
              <a:t>live</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data</a:t>
            </a:r>
            <a:r>
              <a:rPr sz="1200" spc="10" dirty="0">
                <a:latin typeface="Times New Roman"/>
                <a:cs typeface="Times New Roman"/>
              </a:rPr>
              <a:t> </a:t>
            </a:r>
            <a:r>
              <a:rPr sz="1200" spc="-5" dirty="0">
                <a:latin typeface="Times New Roman"/>
                <a:cs typeface="Times New Roman"/>
              </a:rPr>
              <a:t>so</a:t>
            </a:r>
            <a:r>
              <a:rPr sz="1200" spc="-3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find</a:t>
            </a:r>
            <a:r>
              <a:rPr sz="1200" spc="-20" dirty="0">
                <a:latin typeface="Times New Roman"/>
                <a:cs typeface="Times New Roman"/>
              </a:rPr>
              <a:t> errors.</a:t>
            </a:r>
            <a:endParaRPr sz="1200">
              <a:latin typeface="Times New Roman"/>
              <a:cs typeface="Times New Roman"/>
            </a:endParaRPr>
          </a:p>
          <a:p>
            <a:pPr>
              <a:lnSpc>
                <a:spcPct val="100000"/>
              </a:lnSpc>
              <a:spcBef>
                <a:spcPts val="10"/>
              </a:spcBef>
            </a:pPr>
            <a:endParaRPr sz="1650">
              <a:latin typeface="Times New Roman"/>
              <a:cs typeface="Times New Roman"/>
            </a:endParaRPr>
          </a:p>
          <a:p>
            <a:pPr marL="12700">
              <a:lnSpc>
                <a:spcPct val="100000"/>
              </a:lnSpc>
              <a:spcBef>
                <a:spcPts val="5"/>
              </a:spcBef>
            </a:pPr>
            <a:r>
              <a:rPr sz="1200" dirty="0">
                <a:latin typeface="Times New Roman"/>
                <a:cs typeface="Times New Roman"/>
              </a:rPr>
              <a:t>The</a:t>
            </a:r>
            <a:r>
              <a:rPr sz="1200" spc="-35" dirty="0">
                <a:latin typeface="Times New Roman"/>
                <a:cs typeface="Times New Roman"/>
              </a:rPr>
              <a:t> </a:t>
            </a:r>
            <a:r>
              <a:rPr sz="1200" spc="-5" dirty="0">
                <a:latin typeface="Times New Roman"/>
                <a:cs typeface="Times New Roman"/>
              </a:rPr>
              <a:t>basic</a:t>
            </a:r>
            <a:r>
              <a:rPr sz="1200" spc="-20" dirty="0">
                <a:latin typeface="Times New Roman"/>
                <a:cs typeface="Times New Roman"/>
              </a:rPr>
              <a:t> </a:t>
            </a:r>
            <a:r>
              <a:rPr sz="1200" spc="-10" dirty="0">
                <a:latin typeface="Times New Roman"/>
                <a:cs typeface="Times New Roman"/>
              </a:rPr>
              <a:t>types</a:t>
            </a:r>
            <a:r>
              <a:rPr sz="1200" dirty="0">
                <a:latin typeface="Times New Roman"/>
                <a:cs typeface="Times New Roman"/>
              </a:rPr>
              <a:t> of</a:t>
            </a:r>
            <a:r>
              <a:rPr sz="1200" spc="-35" dirty="0">
                <a:latin typeface="Times New Roman"/>
                <a:cs typeface="Times New Roman"/>
              </a:rPr>
              <a:t> </a:t>
            </a:r>
            <a:r>
              <a:rPr sz="1200" dirty="0">
                <a:latin typeface="Times New Roman"/>
                <a:cs typeface="Times New Roman"/>
              </a:rPr>
              <a:t>testing</a:t>
            </a:r>
            <a:r>
              <a:rPr sz="1200" spc="-15" dirty="0">
                <a:latin typeface="Times New Roman"/>
                <a:cs typeface="Times New Roman"/>
              </a:rPr>
              <a:t> </a:t>
            </a:r>
            <a:r>
              <a:rPr sz="1200" spc="-5" dirty="0">
                <a:latin typeface="Times New Roman"/>
                <a:cs typeface="Times New Roman"/>
              </a:rPr>
              <a:t>procedures</a:t>
            </a:r>
            <a:r>
              <a:rPr sz="1200" spc="-10" dirty="0">
                <a:latin typeface="Times New Roman"/>
                <a:cs typeface="Times New Roman"/>
              </a:rPr>
              <a:t> </a:t>
            </a:r>
            <a:r>
              <a:rPr sz="1200" spc="-25" dirty="0">
                <a:latin typeface="Times New Roman"/>
                <a:cs typeface="Times New Roman"/>
              </a:rPr>
              <a:t>are:</a:t>
            </a:r>
            <a:endParaRPr sz="1200">
              <a:latin typeface="Times New Roman"/>
              <a:cs typeface="Times New Roman"/>
            </a:endParaRPr>
          </a:p>
          <a:p>
            <a:pPr>
              <a:lnSpc>
                <a:spcPct val="100000"/>
              </a:lnSpc>
              <a:spcBef>
                <a:spcPts val="30"/>
              </a:spcBef>
            </a:pPr>
            <a:endParaRPr sz="1400">
              <a:latin typeface="Times New Roman"/>
              <a:cs typeface="Times New Roman"/>
            </a:endParaRPr>
          </a:p>
          <a:p>
            <a:pPr marL="478790" lvl="1" indent="-229235">
              <a:lnSpc>
                <a:spcPct val="100000"/>
              </a:lnSpc>
              <a:buFont typeface="Arial MT"/>
              <a:buChar char="●"/>
              <a:tabLst>
                <a:tab pos="478790" algn="l"/>
                <a:tab pos="479425" algn="l"/>
              </a:tabLst>
            </a:pPr>
            <a:r>
              <a:rPr sz="1200" dirty="0">
                <a:latin typeface="Times New Roman"/>
                <a:cs typeface="Times New Roman"/>
              </a:rPr>
              <a:t>Unit</a:t>
            </a:r>
            <a:r>
              <a:rPr sz="1200" spc="-55" dirty="0">
                <a:latin typeface="Times New Roman"/>
                <a:cs typeface="Times New Roman"/>
              </a:rPr>
              <a:t> </a:t>
            </a:r>
            <a:r>
              <a:rPr sz="1200" spc="-15" dirty="0">
                <a:latin typeface="Times New Roman"/>
                <a:cs typeface="Times New Roman"/>
              </a:rPr>
              <a:t>testing</a:t>
            </a:r>
            <a:endParaRPr sz="1200">
              <a:latin typeface="Times New Roman"/>
              <a:cs typeface="Times New Roman"/>
            </a:endParaRPr>
          </a:p>
          <a:p>
            <a:pPr marL="478790" lvl="1" indent="-229235">
              <a:lnSpc>
                <a:spcPct val="100000"/>
              </a:lnSpc>
              <a:spcBef>
                <a:spcPts val="900"/>
              </a:spcBef>
              <a:buFont typeface="Arial MT"/>
              <a:buChar char="●"/>
              <a:tabLst>
                <a:tab pos="478790" algn="l"/>
                <a:tab pos="479425" algn="l"/>
              </a:tabLst>
            </a:pPr>
            <a:r>
              <a:rPr sz="1200" spc="-5" dirty="0">
                <a:latin typeface="Times New Roman"/>
                <a:cs typeface="Times New Roman"/>
              </a:rPr>
              <a:t>Integration</a:t>
            </a:r>
            <a:r>
              <a:rPr sz="1200" spc="-40" dirty="0">
                <a:latin typeface="Times New Roman"/>
                <a:cs typeface="Times New Roman"/>
              </a:rPr>
              <a:t> </a:t>
            </a:r>
            <a:r>
              <a:rPr sz="1200" spc="-15" dirty="0">
                <a:latin typeface="Times New Roman"/>
                <a:cs typeface="Times New Roman"/>
              </a:rPr>
              <a:t>testing</a:t>
            </a:r>
            <a:endParaRPr sz="1200">
              <a:latin typeface="Times New Roman"/>
              <a:cs typeface="Times New Roman"/>
            </a:endParaRPr>
          </a:p>
          <a:p>
            <a:pPr marL="478790" lvl="1" indent="-229235">
              <a:lnSpc>
                <a:spcPct val="100000"/>
              </a:lnSpc>
              <a:spcBef>
                <a:spcPts val="900"/>
              </a:spcBef>
              <a:buFont typeface="Arial MT"/>
              <a:buChar char="●"/>
              <a:tabLst>
                <a:tab pos="478790" algn="l"/>
                <a:tab pos="479425" algn="l"/>
              </a:tabLst>
            </a:pPr>
            <a:r>
              <a:rPr sz="1200" spc="-25" dirty="0">
                <a:latin typeface="Times New Roman"/>
                <a:cs typeface="Times New Roman"/>
              </a:rPr>
              <a:t>Validation</a:t>
            </a:r>
            <a:r>
              <a:rPr sz="1200" spc="15" dirty="0">
                <a:latin typeface="Times New Roman"/>
                <a:cs typeface="Times New Roman"/>
              </a:rPr>
              <a:t> </a:t>
            </a:r>
            <a:r>
              <a:rPr sz="1200" spc="-15" dirty="0">
                <a:latin typeface="Times New Roman"/>
                <a:cs typeface="Times New Roman"/>
              </a:rPr>
              <a:t>testing</a:t>
            </a:r>
            <a:endParaRPr sz="1200">
              <a:latin typeface="Times New Roman"/>
              <a:cs typeface="Times New Roman"/>
            </a:endParaRPr>
          </a:p>
          <a:p>
            <a:pPr marL="478790" lvl="1" indent="-229235">
              <a:lnSpc>
                <a:spcPct val="100000"/>
              </a:lnSpc>
              <a:spcBef>
                <a:spcPts val="900"/>
              </a:spcBef>
              <a:buFont typeface="Arial MT"/>
              <a:buChar char="●"/>
              <a:tabLst>
                <a:tab pos="478790" algn="l"/>
                <a:tab pos="479425" algn="l"/>
              </a:tabLst>
            </a:pPr>
            <a:r>
              <a:rPr sz="1200" dirty="0">
                <a:latin typeface="Times New Roman"/>
                <a:cs typeface="Times New Roman"/>
              </a:rPr>
              <a:t>Alpha</a:t>
            </a:r>
            <a:r>
              <a:rPr sz="1200" spc="-65" dirty="0">
                <a:latin typeface="Times New Roman"/>
                <a:cs typeface="Times New Roman"/>
              </a:rPr>
              <a:t> </a:t>
            </a:r>
            <a:r>
              <a:rPr sz="1200" spc="-15" dirty="0">
                <a:latin typeface="Times New Roman"/>
                <a:cs typeface="Times New Roman"/>
              </a:rPr>
              <a:t>testing</a:t>
            </a:r>
            <a:endParaRPr sz="1200">
              <a:latin typeface="Times New Roman"/>
              <a:cs typeface="Times New Roman"/>
            </a:endParaRPr>
          </a:p>
          <a:p>
            <a:pPr marL="478790" lvl="1" indent="-229235">
              <a:lnSpc>
                <a:spcPct val="100000"/>
              </a:lnSpc>
              <a:spcBef>
                <a:spcPts val="905"/>
              </a:spcBef>
              <a:buFont typeface="Arial MT"/>
              <a:buChar char="●"/>
              <a:tabLst>
                <a:tab pos="478790" algn="l"/>
                <a:tab pos="479425" algn="l"/>
              </a:tabLst>
            </a:pPr>
            <a:r>
              <a:rPr sz="1200" spc="-5" dirty="0">
                <a:latin typeface="Times New Roman"/>
                <a:cs typeface="Times New Roman"/>
              </a:rPr>
              <a:t>Beta</a:t>
            </a:r>
            <a:r>
              <a:rPr sz="1200" spc="-35" dirty="0">
                <a:latin typeface="Times New Roman"/>
                <a:cs typeface="Times New Roman"/>
              </a:rPr>
              <a:t> </a:t>
            </a:r>
            <a:r>
              <a:rPr sz="1200" spc="-15" dirty="0">
                <a:latin typeface="Times New Roman"/>
                <a:cs typeface="Times New Roman"/>
              </a:rPr>
              <a:t>testing</a:t>
            </a:r>
            <a:endParaRPr sz="1200">
              <a:latin typeface="Times New Roman"/>
              <a:cs typeface="Times New Roman"/>
            </a:endParaRPr>
          </a:p>
          <a:p>
            <a:pPr>
              <a:lnSpc>
                <a:spcPct val="100000"/>
              </a:lnSpc>
              <a:spcBef>
                <a:spcPts val="30"/>
              </a:spcBef>
            </a:pPr>
            <a:endParaRPr sz="1400">
              <a:latin typeface="Times New Roman"/>
              <a:cs typeface="Times New Roman"/>
            </a:endParaRPr>
          </a:p>
          <a:p>
            <a:pPr marL="12700" algn="just">
              <a:lnSpc>
                <a:spcPct val="100000"/>
              </a:lnSpc>
              <a:spcBef>
                <a:spcPts val="5"/>
              </a:spcBef>
            </a:pPr>
            <a:r>
              <a:rPr sz="1200" b="1" dirty="0">
                <a:latin typeface="Times New Roman"/>
                <a:cs typeface="Times New Roman"/>
              </a:rPr>
              <a:t>7.1.1  </a:t>
            </a:r>
            <a:r>
              <a:rPr sz="1200" b="1" spc="35" dirty="0">
                <a:latin typeface="Times New Roman"/>
                <a:cs typeface="Times New Roman"/>
              </a:rPr>
              <a:t> </a:t>
            </a:r>
            <a:r>
              <a:rPr sz="1200" b="1" spc="-5" dirty="0">
                <a:latin typeface="Times New Roman"/>
                <a:cs typeface="Times New Roman"/>
              </a:rPr>
              <a:t>Unit</a:t>
            </a:r>
            <a:r>
              <a:rPr sz="1200" b="1" spc="-50" dirty="0">
                <a:latin typeface="Times New Roman"/>
                <a:cs typeface="Times New Roman"/>
              </a:rPr>
              <a:t> </a:t>
            </a:r>
            <a:r>
              <a:rPr sz="1200" b="1" spc="-15" dirty="0">
                <a:latin typeface="Times New Roman"/>
                <a:cs typeface="Times New Roman"/>
              </a:rPr>
              <a:t>Testing</a:t>
            </a:r>
            <a:endParaRPr sz="1200">
              <a:latin typeface="Times New Roman"/>
              <a:cs typeface="Times New Roman"/>
            </a:endParaRPr>
          </a:p>
          <a:p>
            <a:pPr marL="12700" marR="5080" indent="457200" algn="just">
              <a:lnSpc>
                <a:spcPct val="155000"/>
              </a:lnSpc>
              <a:spcBef>
                <a:spcPts val="515"/>
              </a:spcBef>
            </a:pPr>
            <a:r>
              <a:rPr sz="1200" dirty="0">
                <a:latin typeface="Times New Roman"/>
                <a:cs typeface="Times New Roman"/>
              </a:rPr>
              <a:t>This </a:t>
            </a:r>
            <a:r>
              <a:rPr sz="1200" spc="-5" dirty="0">
                <a:latin typeface="Times New Roman"/>
                <a:cs typeface="Times New Roman"/>
              </a:rPr>
              <a:t>is </a:t>
            </a:r>
            <a:r>
              <a:rPr sz="1200" dirty="0">
                <a:latin typeface="Times New Roman"/>
                <a:cs typeface="Times New Roman"/>
              </a:rPr>
              <a:t>the first level of </a:t>
            </a:r>
            <a:r>
              <a:rPr sz="1200" spc="-10" dirty="0">
                <a:latin typeface="Times New Roman"/>
                <a:cs typeface="Times New Roman"/>
              </a:rPr>
              <a:t>testing. </a:t>
            </a:r>
            <a:r>
              <a:rPr sz="1200" spc="-5" dirty="0">
                <a:latin typeface="Times New Roman"/>
                <a:cs typeface="Times New Roman"/>
              </a:rPr>
              <a:t>A </a:t>
            </a:r>
            <a:r>
              <a:rPr sz="1200" dirty="0">
                <a:latin typeface="Times New Roman"/>
                <a:cs typeface="Times New Roman"/>
              </a:rPr>
              <a:t>unit testing </a:t>
            </a:r>
            <a:r>
              <a:rPr sz="1200" spc="-5" dirty="0">
                <a:latin typeface="Times New Roman"/>
                <a:cs typeface="Times New Roman"/>
              </a:rPr>
              <a:t>focuses </a:t>
            </a:r>
            <a:r>
              <a:rPr sz="1200" spc="-10" dirty="0">
                <a:latin typeface="Times New Roman"/>
                <a:cs typeface="Times New Roman"/>
              </a:rPr>
              <a:t>verification </a:t>
            </a:r>
            <a:r>
              <a:rPr sz="1200" spc="-15" dirty="0">
                <a:latin typeface="Times New Roman"/>
                <a:cs typeface="Times New Roman"/>
              </a:rPr>
              <a:t>effort </a:t>
            </a:r>
            <a:r>
              <a:rPr sz="1200" dirty="0">
                <a:latin typeface="Times New Roman"/>
                <a:cs typeface="Times New Roman"/>
              </a:rPr>
              <a:t>on the </a:t>
            </a:r>
            <a:r>
              <a:rPr sz="1200" spc="-10" dirty="0">
                <a:latin typeface="Times New Roman"/>
                <a:cs typeface="Times New Roman"/>
              </a:rPr>
              <a:t>smallest </a:t>
            </a:r>
            <a:r>
              <a:rPr sz="1200" spc="-285" dirty="0">
                <a:latin typeface="Times New Roman"/>
                <a:cs typeface="Times New Roman"/>
              </a:rPr>
              <a:t> </a:t>
            </a:r>
            <a:r>
              <a:rPr sz="1200" dirty="0">
                <a:latin typeface="Times New Roman"/>
                <a:cs typeface="Times New Roman"/>
              </a:rPr>
              <a:t>unit of software design. This testing </a:t>
            </a:r>
            <a:r>
              <a:rPr sz="1200" spc="-5" dirty="0">
                <a:latin typeface="Times New Roman"/>
                <a:cs typeface="Times New Roman"/>
              </a:rPr>
              <a:t>is </a:t>
            </a:r>
            <a:r>
              <a:rPr sz="1200" dirty="0">
                <a:latin typeface="Times New Roman"/>
                <a:cs typeface="Times New Roman"/>
              </a:rPr>
              <a:t>carried out during the coding itself. </a:t>
            </a:r>
            <a:r>
              <a:rPr sz="1200" spc="-15" dirty="0">
                <a:latin typeface="Times New Roman"/>
                <a:cs typeface="Times New Roman"/>
              </a:rPr>
              <a:t>In </a:t>
            </a:r>
            <a:r>
              <a:rPr sz="1200" dirty="0">
                <a:latin typeface="Times New Roman"/>
                <a:cs typeface="Times New Roman"/>
              </a:rPr>
              <a:t>this testing </a:t>
            </a:r>
            <a:r>
              <a:rPr sz="1200" spc="-10" dirty="0">
                <a:latin typeface="Times New Roman"/>
                <a:cs typeface="Times New Roman"/>
              </a:rPr>
              <a:t>step, </a:t>
            </a:r>
            <a:r>
              <a:rPr sz="1200" spc="-5" dirty="0">
                <a:latin typeface="Times New Roman"/>
                <a:cs typeface="Times New Roman"/>
              </a:rPr>
              <a:t> each </a:t>
            </a:r>
            <a:r>
              <a:rPr sz="1200" dirty="0">
                <a:latin typeface="Times New Roman"/>
                <a:cs typeface="Times New Roman"/>
              </a:rPr>
              <a:t>module </a:t>
            </a:r>
            <a:r>
              <a:rPr sz="1200" spc="-5" dirty="0">
                <a:latin typeface="Times New Roman"/>
                <a:cs typeface="Times New Roman"/>
              </a:rPr>
              <a:t>is </a:t>
            </a:r>
            <a:r>
              <a:rPr sz="1200" dirty="0">
                <a:latin typeface="Times New Roman"/>
                <a:cs typeface="Times New Roman"/>
              </a:rPr>
              <a:t>tested, for </a:t>
            </a:r>
            <a:r>
              <a:rPr sz="1200" spc="-5" dirty="0">
                <a:latin typeface="Times New Roman"/>
                <a:cs typeface="Times New Roman"/>
              </a:rPr>
              <a:t>eg. </a:t>
            </a:r>
            <a:r>
              <a:rPr sz="1200" dirty="0">
                <a:latin typeface="Times New Roman"/>
                <a:cs typeface="Times New Roman"/>
              </a:rPr>
              <a:t>in the </a:t>
            </a:r>
            <a:r>
              <a:rPr sz="1200" spc="-10" dirty="0">
                <a:latin typeface="Times New Roman"/>
                <a:cs typeface="Times New Roman"/>
              </a:rPr>
              <a:t>registration </a:t>
            </a:r>
            <a:r>
              <a:rPr sz="1200" dirty="0">
                <a:latin typeface="Times New Roman"/>
                <a:cs typeface="Times New Roman"/>
              </a:rPr>
              <a:t>password </a:t>
            </a:r>
            <a:r>
              <a:rPr sz="1200" spc="-5" dirty="0">
                <a:latin typeface="Times New Roman"/>
                <a:cs typeface="Times New Roman"/>
              </a:rPr>
              <a:t>and login. </a:t>
            </a:r>
            <a:r>
              <a:rPr sz="1200" dirty="0">
                <a:latin typeface="Times New Roman"/>
                <a:cs typeface="Times New Roman"/>
              </a:rPr>
              <a:t>Module </a:t>
            </a:r>
            <a:r>
              <a:rPr sz="1200" spc="-10" dirty="0">
                <a:latin typeface="Times New Roman"/>
                <a:cs typeface="Times New Roman"/>
              </a:rPr>
              <a:t>interface </a:t>
            </a:r>
            <a:r>
              <a:rPr sz="1200" spc="-5" dirty="0">
                <a:latin typeface="Times New Roman"/>
                <a:cs typeface="Times New Roman"/>
              </a:rPr>
              <a:t>is </a:t>
            </a:r>
            <a:r>
              <a:rPr sz="1200" spc="-10" dirty="0">
                <a:latin typeface="Times New Roman"/>
                <a:cs typeface="Times New Roman"/>
              </a:rPr>
              <a:t>tested </a:t>
            </a:r>
            <a:r>
              <a:rPr sz="1200" spc="-285" dirty="0">
                <a:latin typeface="Times New Roman"/>
                <a:cs typeface="Times New Roman"/>
              </a:rPr>
              <a:t> </a:t>
            </a:r>
            <a:r>
              <a:rPr sz="1200" dirty="0">
                <a:latin typeface="Times New Roman"/>
                <a:cs typeface="Times New Roman"/>
              </a:rPr>
              <a:t>to </a:t>
            </a:r>
            <a:r>
              <a:rPr sz="1200" spc="-10" dirty="0">
                <a:latin typeface="Times New Roman"/>
                <a:cs typeface="Times New Roman"/>
              </a:rPr>
              <a:t>ensure </a:t>
            </a:r>
            <a:r>
              <a:rPr sz="1200" dirty="0">
                <a:latin typeface="Times New Roman"/>
                <a:cs typeface="Times New Roman"/>
              </a:rPr>
              <a:t>that the </a:t>
            </a:r>
            <a:r>
              <a:rPr sz="1200" spc="-10" dirty="0">
                <a:latin typeface="Times New Roman"/>
                <a:cs typeface="Times New Roman"/>
              </a:rPr>
              <a:t>information properly </a:t>
            </a:r>
            <a:r>
              <a:rPr sz="1200" spc="-15" dirty="0">
                <a:latin typeface="Times New Roman"/>
                <a:cs typeface="Times New Roman"/>
              </a:rPr>
              <a:t>flow </a:t>
            </a:r>
            <a:r>
              <a:rPr sz="1200" spc="-5" dirty="0">
                <a:latin typeface="Times New Roman"/>
                <a:cs typeface="Times New Roman"/>
              </a:rPr>
              <a:t>and </a:t>
            </a:r>
            <a:r>
              <a:rPr sz="1200" dirty="0">
                <a:latin typeface="Times New Roman"/>
                <a:cs typeface="Times New Roman"/>
              </a:rPr>
              <a:t>out of the </a:t>
            </a:r>
            <a:r>
              <a:rPr sz="1200" spc="-10" dirty="0">
                <a:latin typeface="Times New Roman"/>
                <a:cs typeface="Times New Roman"/>
              </a:rPr>
              <a:t>program </a:t>
            </a:r>
            <a:r>
              <a:rPr sz="1200" spc="-5" dirty="0">
                <a:latin typeface="Times New Roman"/>
                <a:cs typeface="Times New Roman"/>
              </a:rPr>
              <a:t>under </a:t>
            </a:r>
            <a:r>
              <a:rPr sz="1200" spc="-10" dirty="0">
                <a:latin typeface="Times New Roman"/>
                <a:cs typeface="Times New Roman"/>
              </a:rPr>
              <a:t>test.Data consistency </a:t>
            </a:r>
            <a:r>
              <a:rPr sz="1200" spc="-285" dirty="0">
                <a:latin typeface="Times New Roman"/>
                <a:cs typeface="Times New Roman"/>
              </a:rPr>
              <a:t> </a:t>
            </a:r>
            <a:r>
              <a:rPr sz="1200" spc="-5" dirty="0">
                <a:latin typeface="Times New Roman"/>
                <a:cs typeface="Times New Roman"/>
              </a:rPr>
              <a:t>is</a:t>
            </a:r>
            <a:r>
              <a:rPr sz="1200" spc="145" dirty="0">
                <a:latin typeface="Times New Roman"/>
                <a:cs typeface="Times New Roman"/>
              </a:rPr>
              <a:t> </a:t>
            </a:r>
            <a:r>
              <a:rPr sz="1200" spc="-5" dirty="0">
                <a:latin typeface="Times New Roman"/>
                <a:cs typeface="Times New Roman"/>
              </a:rPr>
              <a:t>tested</a:t>
            </a:r>
            <a:r>
              <a:rPr sz="1200" spc="17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spc="-5" dirty="0">
                <a:latin typeface="Times New Roman"/>
                <a:cs typeface="Times New Roman"/>
              </a:rPr>
              <a:t>ensure</a:t>
            </a:r>
            <a:r>
              <a:rPr sz="1200" spc="150" dirty="0">
                <a:latin typeface="Times New Roman"/>
                <a:cs typeface="Times New Roman"/>
              </a:rPr>
              <a:t> </a:t>
            </a:r>
            <a:r>
              <a:rPr sz="1200" dirty="0">
                <a:latin typeface="Times New Roman"/>
                <a:cs typeface="Times New Roman"/>
              </a:rPr>
              <a:t>that</a:t>
            </a:r>
            <a:r>
              <a:rPr sz="1200" spc="16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spc="-5" dirty="0">
                <a:latin typeface="Times New Roman"/>
                <a:cs typeface="Times New Roman"/>
              </a:rPr>
              <a:t>data</a:t>
            </a:r>
            <a:r>
              <a:rPr sz="1200" spc="160" dirty="0">
                <a:latin typeface="Times New Roman"/>
                <a:cs typeface="Times New Roman"/>
              </a:rPr>
              <a:t> </a:t>
            </a:r>
            <a:r>
              <a:rPr sz="1200" spc="-5" dirty="0">
                <a:latin typeface="Times New Roman"/>
                <a:cs typeface="Times New Roman"/>
              </a:rPr>
              <a:t>stored</a:t>
            </a:r>
            <a:r>
              <a:rPr sz="1200" spc="160" dirty="0">
                <a:latin typeface="Times New Roman"/>
                <a:cs typeface="Times New Roman"/>
              </a:rPr>
              <a:t> </a:t>
            </a:r>
            <a:r>
              <a:rPr sz="1200" dirty="0">
                <a:latin typeface="Times New Roman"/>
                <a:cs typeface="Times New Roman"/>
              </a:rPr>
              <a:t>maintains</a:t>
            </a:r>
            <a:r>
              <a:rPr sz="1200" spc="170" dirty="0">
                <a:latin typeface="Times New Roman"/>
                <a:cs typeface="Times New Roman"/>
              </a:rPr>
              <a:t> </a:t>
            </a:r>
            <a:r>
              <a:rPr sz="1200" spc="-5" dirty="0">
                <a:latin typeface="Times New Roman"/>
                <a:cs typeface="Times New Roman"/>
              </a:rPr>
              <a:t>its</a:t>
            </a:r>
            <a:r>
              <a:rPr sz="1200" spc="145" dirty="0">
                <a:latin typeface="Times New Roman"/>
                <a:cs typeface="Times New Roman"/>
              </a:rPr>
              <a:t> </a:t>
            </a:r>
            <a:r>
              <a:rPr sz="1200" dirty="0">
                <a:latin typeface="Times New Roman"/>
                <a:cs typeface="Times New Roman"/>
              </a:rPr>
              <a:t>integrity</a:t>
            </a:r>
            <a:r>
              <a:rPr sz="1200" spc="160" dirty="0">
                <a:latin typeface="Times New Roman"/>
                <a:cs typeface="Times New Roman"/>
              </a:rPr>
              <a:t> </a:t>
            </a:r>
            <a:r>
              <a:rPr sz="1200" dirty="0">
                <a:latin typeface="Times New Roman"/>
                <a:cs typeface="Times New Roman"/>
              </a:rPr>
              <a:t>during</a:t>
            </a:r>
            <a:r>
              <a:rPr sz="1200" spc="145" dirty="0">
                <a:latin typeface="Times New Roman"/>
                <a:cs typeface="Times New Roman"/>
              </a:rPr>
              <a:t> </a:t>
            </a:r>
            <a:r>
              <a:rPr sz="1200" spc="-5" dirty="0">
                <a:latin typeface="Times New Roman"/>
                <a:cs typeface="Times New Roman"/>
              </a:rPr>
              <a:t>all</a:t>
            </a:r>
            <a:r>
              <a:rPr sz="1200" spc="175" dirty="0">
                <a:latin typeface="Times New Roman"/>
                <a:cs typeface="Times New Roman"/>
              </a:rPr>
              <a:t> </a:t>
            </a:r>
            <a:r>
              <a:rPr sz="1200" spc="-5" dirty="0">
                <a:latin typeface="Times New Roman"/>
                <a:cs typeface="Times New Roman"/>
              </a:rPr>
              <a:t>steps</a:t>
            </a:r>
            <a:r>
              <a:rPr sz="1200" spc="150" dirty="0">
                <a:latin typeface="Times New Roman"/>
                <a:cs typeface="Times New Roman"/>
              </a:rPr>
              <a:t> </a:t>
            </a:r>
            <a:r>
              <a:rPr sz="1200" dirty="0">
                <a:latin typeface="Times New Roman"/>
                <a:cs typeface="Times New Roman"/>
              </a:rPr>
              <a:t>in</a:t>
            </a:r>
            <a:r>
              <a:rPr sz="1200" spc="140" dirty="0">
                <a:latin typeface="Times New Roman"/>
                <a:cs typeface="Times New Roman"/>
              </a:rPr>
              <a:t> </a:t>
            </a:r>
            <a:r>
              <a:rPr sz="1200" spc="-15" dirty="0">
                <a:latin typeface="Times New Roman"/>
                <a:cs typeface="Times New Roman"/>
              </a:rPr>
              <a:t>algorithm</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27065" cy="849848"/>
          </a:xfrm>
          <a:prstGeom prst="rect">
            <a:avLst/>
          </a:prstGeom>
        </p:spPr>
        <p:txBody>
          <a:bodyPr vert="horz" wrap="square" lIns="0" tIns="12700" rIns="0" bIns="0" rtlCol="0">
            <a:spAutoFit/>
          </a:bodyPr>
          <a:lstStyle/>
          <a:p>
            <a:pPr marL="21590">
              <a:spcBef>
                <a:spcPts val="100"/>
              </a:spcBef>
              <a:tabLst>
                <a:tab pos="4954270"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44</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a:lnSpc>
                <a:spcPct val="155000"/>
              </a:lnSpc>
              <a:spcBef>
                <a:spcPts val="925"/>
              </a:spcBef>
            </a:pPr>
            <a:r>
              <a:rPr sz="1200" spc="-5" dirty="0">
                <a:latin typeface="Times New Roman"/>
                <a:cs typeface="Times New Roman"/>
              </a:rPr>
              <a:t>execution.All</a:t>
            </a:r>
            <a:r>
              <a:rPr sz="1200" spc="85" dirty="0">
                <a:latin typeface="Times New Roman"/>
                <a:cs typeface="Times New Roman"/>
              </a:rPr>
              <a:t> </a:t>
            </a:r>
            <a:r>
              <a:rPr sz="1200" spc="-5" dirty="0">
                <a:latin typeface="Times New Roman"/>
                <a:cs typeface="Times New Roman"/>
              </a:rPr>
              <a:t>independent</a:t>
            </a:r>
            <a:r>
              <a:rPr sz="1200" spc="110" dirty="0">
                <a:latin typeface="Times New Roman"/>
                <a:cs typeface="Times New Roman"/>
              </a:rPr>
              <a:t> </a:t>
            </a:r>
            <a:r>
              <a:rPr sz="1200" spc="-5" dirty="0">
                <a:latin typeface="Times New Roman"/>
                <a:cs typeface="Times New Roman"/>
              </a:rPr>
              <a:t>paths</a:t>
            </a:r>
            <a:r>
              <a:rPr sz="1200" spc="75" dirty="0">
                <a:latin typeface="Times New Roman"/>
                <a:cs typeface="Times New Roman"/>
              </a:rPr>
              <a:t> </a:t>
            </a:r>
            <a:r>
              <a:rPr sz="1200" spc="-5" dirty="0">
                <a:latin typeface="Times New Roman"/>
                <a:cs typeface="Times New Roman"/>
              </a:rPr>
              <a:t>are</a:t>
            </a:r>
            <a:r>
              <a:rPr sz="1200" spc="75" dirty="0">
                <a:latin typeface="Times New Roman"/>
                <a:cs typeface="Times New Roman"/>
              </a:rPr>
              <a:t> </a:t>
            </a:r>
            <a:r>
              <a:rPr sz="1200" spc="-5" dirty="0">
                <a:latin typeface="Times New Roman"/>
                <a:cs typeface="Times New Roman"/>
              </a:rPr>
              <a:t>examined</a:t>
            </a:r>
            <a:r>
              <a:rPr sz="1200" spc="85" dirty="0">
                <a:latin typeface="Times New Roman"/>
                <a:cs typeface="Times New Roman"/>
              </a:rPr>
              <a:t> </a:t>
            </a:r>
            <a:r>
              <a:rPr sz="1200" dirty="0">
                <a:latin typeface="Times New Roman"/>
                <a:cs typeface="Times New Roman"/>
              </a:rPr>
              <a:t>to</a:t>
            </a:r>
            <a:r>
              <a:rPr sz="1200" spc="75" dirty="0">
                <a:latin typeface="Times New Roman"/>
                <a:cs typeface="Times New Roman"/>
              </a:rPr>
              <a:t> </a:t>
            </a:r>
            <a:r>
              <a:rPr sz="1200" spc="-5" dirty="0">
                <a:latin typeface="Times New Roman"/>
                <a:cs typeface="Times New Roman"/>
              </a:rPr>
              <a:t>ensure</a:t>
            </a:r>
            <a:r>
              <a:rPr sz="1200" spc="75" dirty="0">
                <a:latin typeface="Times New Roman"/>
                <a:cs typeface="Times New Roman"/>
              </a:rPr>
              <a:t> </a:t>
            </a:r>
            <a:r>
              <a:rPr sz="1200" dirty="0">
                <a:latin typeface="Times New Roman"/>
                <a:cs typeface="Times New Roman"/>
              </a:rPr>
              <a:t>that</a:t>
            </a:r>
            <a:r>
              <a:rPr sz="1200" spc="85" dirty="0">
                <a:latin typeface="Times New Roman"/>
                <a:cs typeface="Times New Roman"/>
              </a:rPr>
              <a:t> </a:t>
            </a:r>
            <a:r>
              <a:rPr sz="1200" spc="-5" dirty="0">
                <a:latin typeface="Times New Roman"/>
                <a:cs typeface="Times New Roman"/>
              </a:rPr>
              <a:t>all</a:t>
            </a:r>
            <a:r>
              <a:rPr sz="1200" spc="8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spc="-5" dirty="0">
                <a:latin typeface="Times New Roman"/>
                <a:cs typeface="Times New Roman"/>
              </a:rPr>
              <a:t>statement</a:t>
            </a:r>
            <a:r>
              <a:rPr sz="1200" spc="85" dirty="0">
                <a:latin typeface="Times New Roman"/>
                <a:cs typeface="Times New Roman"/>
              </a:rPr>
              <a:t> </a:t>
            </a:r>
            <a:r>
              <a:rPr sz="1200" dirty="0">
                <a:latin typeface="Times New Roman"/>
                <a:cs typeface="Times New Roman"/>
              </a:rPr>
              <a:t>in</a:t>
            </a:r>
            <a:r>
              <a:rPr sz="1200" spc="8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spc="-15" dirty="0">
                <a:latin typeface="Times New Roman"/>
                <a:cs typeface="Times New Roman"/>
              </a:rPr>
              <a:t>module </a:t>
            </a:r>
            <a:r>
              <a:rPr sz="1200" spc="-285" dirty="0">
                <a:latin typeface="Times New Roman"/>
                <a:cs typeface="Times New Roman"/>
              </a:rPr>
              <a:t> </a:t>
            </a:r>
            <a:r>
              <a:rPr sz="1200" spc="-5" dirty="0">
                <a:latin typeface="Times New Roman"/>
                <a:cs typeface="Times New Roman"/>
              </a:rPr>
              <a:t>have</a:t>
            </a:r>
            <a:r>
              <a:rPr sz="1200" spc="-25" dirty="0">
                <a:latin typeface="Times New Roman"/>
                <a:cs typeface="Times New Roman"/>
              </a:rPr>
              <a:t> </a:t>
            </a:r>
            <a:r>
              <a:rPr sz="1200" spc="-5" dirty="0">
                <a:latin typeface="Times New Roman"/>
                <a:cs typeface="Times New Roman"/>
              </a:rPr>
              <a:t>been</a:t>
            </a:r>
            <a:r>
              <a:rPr sz="1200" dirty="0">
                <a:latin typeface="Times New Roman"/>
                <a:cs typeface="Times New Roman"/>
              </a:rPr>
              <a:t> </a:t>
            </a:r>
            <a:r>
              <a:rPr sz="1200" spc="-5" dirty="0">
                <a:latin typeface="Times New Roman"/>
                <a:cs typeface="Times New Roman"/>
              </a:rPr>
              <a:t>executed at</a:t>
            </a:r>
            <a:r>
              <a:rPr sz="1200" spc="-10" dirty="0">
                <a:latin typeface="Times New Roman"/>
                <a:cs typeface="Times New Roman"/>
              </a:rPr>
              <a:t> </a:t>
            </a:r>
            <a:r>
              <a:rPr sz="1200" spc="-5" dirty="0">
                <a:latin typeface="Times New Roman"/>
                <a:cs typeface="Times New Roman"/>
              </a:rPr>
              <a:t>least</a:t>
            </a:r>
            <a:r>
              <a:rPr sz="1200" spc="-10" dirty="0">
                <a:latin typeface="Times New Roman"/>
                <a:cs typeface="Times New Roman"/>
              </a:rPr>
              <a:t> </a:t>
            </a:r>
            <a:r>
              <a:rPr sz="1200" spc="-15" dirty="0">
                <a:latin typeface="Times New Roman"/>
                <a:cs typeface="Times New Roman"/>
              </a:rPr>
              <a:t>once.</a:t>
            </a:r>
            <a:endParaRPr sz="1200" dirty="0">
              <a:latin typeface="Times New Roman"/>
              <a:cs typeface="Times New Roman"/>
            </a:endParaRPr>
          </a:p>
        </p:txBody>
      </p:sp>
      <p:sp>
        <p:nvSpPr>
          <p:cNvPr id="4" name="object 4"/>
          <p:cNvSpPr txBox="1"/>
          <p:nvPr/>
        </p:nvSpPr>
        <p:spPr>
          <a:xfrm>
            <a:off x="892555" y="1927986"/>
            <a:ext cx="5778500" cy="7706359"/>
          </a:xfrm>
          <a:prstGeom prst="rect">
            <a:avLst/>
          </a:prstGeom>
        </p:spPr>
        <p:txBody>
          <a:bodyPr vert="horz" wrap="square" lIns="0" tIns="12700" rIns="0" bIns="0" rtlCol="0">
            <a:spAutoFit/>
          </a:bodyPr>
          <a:lstStyle/>
          <a:p>
            <a:pPr marL="480059" indent="-467995" algn="just">
              <a:lnSpc>
                <a:spcPct val="100000"/>
              </a:lnSpc>
              <a:spcBef>
                <a:spcPts val="100"/>
              </a:spcBef>
              <a:buAutoNum type="arabicPeriod" startAt="2"/>
              <a:tabLst>
                <a:tab pos="480695" algn="l"/>
              </a:tabLst>
            </a:pPr>
            <a:r>
              <a:rPr sz="1200" b="1" spc="-15" dirty="0">
                <a:latin typeface="Times New Roman"/>
                <a:cs typeface="Times New Roman"/>
              </a:rPr>
              <a:t>Integration</a:t>
            </a:r>
            <a:r>
              <a:rPr sz="1200" b="1" spc="5" dirty="0">
                <a:latin typeface="Times New Roman"/>
                <a:cs typeface="Times New Roman"/>
              </a:rPr>
              <a:t> </a:t>
            </a:r>
            <a:r>
              <a:rPr sz="1200" b="1" spc="-15" dirty="0">
                <a:latin typeface="Times New Roman"/>
                <a:cs typeface="Times New Roman"/>
              </a:rPr>
              <a:t>Testing</a:t>
            </a:r>
            <a:endParaRPr sz="1200">
              <a:latin typeface="Times New Roman"/>
              <a:cs typeface="Times New Roman"/>
            </a:endParaRPr>
          </a:p>
          <a:p>
            <a:pPr marL="12700" marR="6985" indent="457200" algn="just">
              <a:lnSpc>
                <a:spcPct val="155000"/>
              </a:lnSpc>
              <a:spcBef>
                <a:spcPts val="515"/>
              </a:spcBef>
            </a:pPr>
            <a:r>
              <a:rPr sz="1200" spc="-5" dirty="0">
                <a:latin typeface="Times New Roman"/>
                <a:cs typeface="Times New Roman"/>
              </a:rPr>
              <a:t>Integration </a:t>
            </a:r>
            <a:r>
              <a:rPr sz="1200" dirty="0">
                <a:latin typeface="Times New Roman"/>
                <a:cs typeface="Times New Roman"/>
              </a:rPr>
              <a:t>testing </a:t>
            </a:r>
            <a:r>
              <a:rPr sz="1200" spc="-5" dirty="0">
                <a:latin typeface="Times New Roman"/>
                <a:cs typeface="Times New Roman"/>
              </a:rPr>
              <a:t>is </a:t>
            </a:r>
            <a:r>
              <a:rPr sz="1200" dirty="0">
                <a:latin typeface="Times New Roman"/>
                <a:cs typeface="Times New Roman"/>
              </a:rPr>
              <a:t>a </a:t>
            </a:r>
            <a:r>
              <a:rPr sz="1200" spc="-5" dirty="0">
                <a:latin typeface="Times New Roman"/>
                <a:cs typeface="Times New Roman"/>
              </a:rPr>
              <a:t>systematic </a:t>
            </a:r>
            <a:r>
              <a:rPr sz="1200" dirty="0">
                <a:latin typeface="Times New Roman"/>
                <a:cs typeface="Times New Roman"/>
              </a:rPr>
              <a:t>test for constructing the </a:t>
            </a:r>
            <a:r>
              <a:rPr sz="1200" spc="-5" dirty="0">
                <a:latin typeface="Times New Roman"/>
                <a:cs typeface="Times New Roman"/>
              </a:rPr>
              <a:t>program </a:t>
            </a:r>
            <a:r>
              <a:rPr sz="1200" dirty="0">
                <a:latin typeface="Times New Roman"/>
                <a:cs typeface="Times New Roman"/>
              </a:rPr>
              <a:t>structure </a:t>
            </a:r>
            <a:r>
              <a:rPr sz="1200" spc="-5" dirty="0">
                <a:latin typeface="Times New Roman"/>
                <a:cs typeface="Times New Roman"/>
              </a:rPr>
              <a:t>while </a:t>
            </a:r>
            <a:r>
              <a:rPr sz="1200" dirty="0">
                <a:latin typeface="Times New Roman"/>
                <a:cs typeface="Times New Roman"/>
              </a:rPr>
              <a:t> conducting tests to uncover </a:t>
            </a:r>
            <a:r>
              <a:rPr sz="1200" spc="-5" dirty="0">
                <a:latin typeface="Times New Roman"/>
                <a:cs typeface="Times New Roman"/>
              </a:rPr>
              <a:t>errors </a:t>
            </a:r>
            <a:r>
              <a:rPr sz="1200" dirty="0">
                <a:latin typeface="Times New Roman"/>
                <a:cs typeface="Times New Roman"/>
              </a:rPr>
              <a:t>related to interfacing. The objective </a:t>
            </a:r>
            <a:r>
              <a:rPr sz="1200" spc="-5" dirty="0">
                <a:latin typeface="Times New Roman"/>
                <a:cs typeface="Times New Roman"/>
              </a:rPr>
              <a:t>is </a:t>
            </a:r>
            <a:r>
              <a:rPr sz="1200" dirty="0">
                <a:latin typeface="Times New Roman"/>
                <a:cs typeface="Times New Roman"/>
              </a:rPr>
              <a:t>to take unit </a:t>
            </a:r>
            <a:r>
              <a:rPr sz="1200" spc="-10" dirty="0">
                <a:latin typeface="Times New Roman"/>
                <a:cs typeface="Times New Roman"/>
              </a:rPr>
              <a:t>tested </a:t>
            </a:r>
            <a:r>
              <a:rPr sz="1200" spc="-5" dirty="0">
                <a:latin typeface="Times New Roman"/>
                <a:cs typeface="Times New Roman"/>
              </a:rPr>
              <a:t> </a:t>
            </a:r>
            <a:r>
              <a:rPr sz="1200" spc="-10" dirty="0">
                <a:latin typeface="Times New Roman"/>
                <a:cs typeface="Times New Roman"/>
              </a:rPr>
              <a:t>modules</a:t>
            </a:r>
            <a:r>
              <a:rPr sz="1200" spc="-25" dirty="0">
                <a:latin typeface="Times New Roman"/>
                <a:cs typeface="Times New Roman"/>
              </a:rPr>
              <a:t> </a:t>
            </a:r>
            <a:r>
              <a:rPr sz="1200" spc="-5" dirty="0">
                <a:latin typeface="Times New Roman"/>
                <a:cs typeface="Times New Roman"/>
              </a:rPr>
              <a:t>and </a:t>
            </a:r>
            <a:r>
              <a:rPr sz="1200" dirty="0">
                <a:latin typeface="Times New Roman"/>
                <a:cs typeface="Times New Roman"/>
              </a:rPr>
              <a:t>build</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program</a:t>
            </a:r>
            <a:r>
              <a:rPr sz="1200" spc="-25" dirty="0">
                <a:latin typeface="Times New Roman"/>
                <a:cs typeface="Times New Roman"/>
              </a:rPr>
              <a:t> </a:t>
            </a:r>
            <a:r>
              <a:rPr sz="1200" spc="-10" dirty="0">
                <a:latin typeface="Times New Roman"/>
                <a:cs typeface="Times New Roman"/>
              </a:rPr>
              <a:t>structure</a:t>
            </a:r>
            <a:r>
              <a:rPr sz="1200" spc="-25"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has</a:t>
            </a:r>
            <a:r>
              <a:rPr sz="1200" spc="-10" dirty="0">
                <a:latin typeface="Times New Roman"/>
                <a:cs typeface="Times New Roman"/>
              </a:rPr>
              <a:t> </a:t>
            </a:r>
            <a:r>
              <a:rPr sz="1200" dirty="0">
                <a:latin typeface="Times New Roman"/>
                <a:cs typeface="Times New Roman"/>
              </a:rPr>
              <a:t>been</a:t>
            </a:r>
            <a:r>
              <a:rPr sz="1200" spc="-5" dirty="0">
                <a:latin typeface="Times New Roman"/>
                <a:cs typeface="Times New Roman"/>
              </a:rPr>
              <a:t> </a:t>
            </a:r>
            <a:r>
              <a:rPr sz="1200" spc="-10" dirty="0">
                <a:latin typeface="Times New Roman"/>
                <a:cs typeface="Times New Roman"/>
              </a:rPr>
              <a:t>dictated</a:t>
            </a:r>
            <a:r>
              <a:rPr sz="1200" spc="-25" dirty="0">
                <a:latin typeface="Times New Roman"/>
                <a:cs typeface="Times New Roman"/>
              </a:rPr>
              <a:t> </a:t>
            </a:r>
            <a:r>
              <a:rPr sz="1200" spc="10" dirty="0">
                <a:latin typeface="Times New Roman"/>
                <a:cs typeface="Times New Roman"/>
              </a:rPr>
              <a:t>by</a:t>
            </a:r>
            <a:r>
              <a:rPr sz="1200" spc="-35" dirty="0">
                <a:latin typeface="Times New Roman"/>
                <a:cs typeface="Times New Roman"/>
              </a:rPr>
              <a:t> </a:t>
            </a:r>
            <a:r>
              <a:rPr sz="1200" spc="-5" dirty="0">
                <a:latin typeface="Times New Roman"/>
                <a:cs typeface="Times New Roman"/>
              </a:rPr>
              <a:t>design.</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data</a:t>
            </a:r>
            <a:r>
              <a:rPr sz="1200" spc="-10" dirty="0">
                <a:latin typeface="Times New Roman"/>
                <a:cs typeface="Times New Roman"/>
              </a:rPr>
              <a:t> entered</a:t>
            </a:r>
            <a:r>
              <a:rPr sz="1200" spc="-25"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spc="-15" dirty="0">
                <a:latin typeface="Times New Roman"/>
                <a:cs typeface="Times New Roman"/>
              </a:rPr>
              <a:t>the </a:t>
            </a:r>
            <a:r>
              <a:rPr sz="1200" spc="-290" dirty="0">
                <a:latin typeface="Times New Roman"/>
                <a:cs typeface="Times New Roman"/>
              </a:rPr>
              <a:t> </a:t>
            </a:r>
            <a:r>
              <a:rPr sz="1200" spc="-15" dirty="0">
                <a:latin typeface="Times New Roman"/>
                <a:cs typeface="Times New Roman"/>
              </a:rPr>
              <a:t>front</a:t>
            </a:r>
            <a:r>
              <a:rPr sz="1200" spc="-20" dirty="0">
                <a:latin typeface="Times New Roman"/>
                <a:cs typeface="Times New Roman"/>
              </a:rPr>
              <a:t> </a:t>
            </a:r>
            <a:r>
              <a:rPr sz="1200" spc="-5" dirty="0">
                <a:latin typeface="Times New Roman"/>
                <a:cs typeface="Times New Roman"/>
              </a:rPr>
              <a:t>end</a:t>
            </a:r>
            <a:r>
              <a:rPr sz="1200" spc="-20"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spc="-10" dirty="0">
                <a:latin typeface="Times New Roman"/>
                <a:cs typeface="Times New Roman"/>
              </a:rPr>
              <a:t>successfully</a:t>
            </a:r>
            <a:r>
              <a:rPr sz="1200" spc="-60" dirty="0">
                <a:latin typeface="Times New Roman"/>
                <a:cs typeface="Times New Roman"/>
              </a:rPr>
              <a:t> </a:t>
            </a:r>
            <a:r>
              <a:rPr sz="1200" spc="-10" dirty="0">
                <a:latin typeface="Times New Roman"/>
                <a:cs typeface="Times New Roman"/>
              </a:rPr>
              <a:t>stored</a:t>
            </a:r>
            <a:r>
              <a:rPr sz="1200" spc="-3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back</a:t>
            </a:r>
            <a:r>
              <a:rPr sz="1200" spc="-20" dirty="0">
                <a:latin typeface="Times New Roman"/>
                <a:cs typeface="Times New Roman"/>
              </a:rPr>
              <a:t> </a:t>
            </a:r>
            <a:r>
              <a:rPr sz="1200" spc="-5" dirty="0">
                <a:latin typeface="Times New Roman"/>
                <a:cs typeface="Times New Roman"/>
              </a:rPr>
              <a:t>end.</a:t>
            </a:r>
            <a:r>
              <a:rPr sz="1200" spc="-10"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spc="-15" dirty="0">
                <a:latin typeface="Times New Roman"/>
                <a:cs typeface="Times New Roman"/>
              </a:rPr>
              <a:t>eg.in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registration</a:t>
            </a:r>
            <a:r>
              <a:rPr sz="1200" spc="-35" dirty="0">
                <a:latin typeface="Times New Roman"/>
                <a:cs typeface="Times New Roman"/>
              </a:rPr>
              <a:t> </a:t>
            </a:r>
            <a:r>
              <a:rPr sz="1200" dirty="0">
                <a:latin typeface="Times New Roman"/>
                <a:cs typeface="Times New Roman"/>
              </a:rPr>
              <a:t>they</a:t>
            </a:r>
            <a:r>
              <a:rPr sz="1200" spc="-35" dirty="0">
                <a:latin typeface="Times New Roman"/>
                <a:cs typeface="Times New Roman"/>
              </a:rPr>
              <a:t> </a:t>
            </a:r>
            <a:r>
              <a:rPr sz="1200" spc="-5" dirty="0">
                <a:latin typeface="Times New Roman"/>
                <a:cs typeface="Times New Roman"/>
              </a:rPr>
              <a:t>entered</a:t>
            </a:r>
            <a:r>
              <a:rPr sz="1200" spc="-30" dirty="0">
                <a:latin typeface="Times New Roman"/>
                <a:cs typeface="Times New Roman"/>
              </a:rPr>
              <a:t> </a:t>
            </a:r>
            <a:r>
              <a:rPr sz="1200" spc="-10" dirty="0">
                <a:latin typeface="Times New Roman"/>
                <a:cs typeface="Times New Roman"/>
              </a:rPr>
              <a:t>username </a:t>
            </a:r>
            <a:r>
              <a:rPr sz="1200" spc="-28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password</a:t>
            </a:r>
            <a:r>
              <a:rPr sz="1200" dirty="0">
                <a:latin typeface="Times New Roman"/>
                <a:cs typeface="Times New Roman"/>
              </a:rPr>
              <a:t> are</a:t>
            </a:r>
            <a:r>
              <a:rPr sz="1200" spc="5" dirty="0">
                <a:latin typeface="Times New Roman"/>
                <a:cs typeface="Times New Roman"/>
              </a:rPr>
              <a:t> </a:t>
            </a:r>
            <a:r>
              <a:rPr sz="1200" dirty="0">
                <a:latin typeface="Times New Roman"/>
                <a:cs typeface="Times New Roman"/>
              </a:rPr>
              <a:t>successfully</a:t>
            </a:r>
            <a:r>
              <a:rPr sz="1200" spc="5" dirty="0">
                <a:latin typeface="Times New Roman"/>
                <a:cs typeface="Times New Roman"/>
              </a:rPr>
              <a:t> </a:t>
            </a:r>
            <a:r>
              <a:rPr sz="1200" dirty="0">
                <a:latin typeface="Times New Roman"/>
                <a:cs typeface="Times New Roman"/>
              </a:rPr>
              <a:t>stored</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back</a:t>
            </a:r>
            <a:r>
              <a:rPr sz="1200" spc="5" dirty="0">
                <a:latin typeface="Times New Roman"/>
                <a:cs typeface="Times New Roman"/>
              </a:rPr>
              <a:t> </a:t>
            </a:r>
            <a:r>
              <a:rPr sz="1200" spc="-5" dirty="0">
                <a:latin typeface="Times New Roman"/>
                <a:cs typeface="Times New Roman"/>
              </a:rPr>
              <a:t>end.</a:t>
            </a:r>
            <a:r>
              <a:rPr sz="1200" dirty="0">
                <a:latin typeface="Times New Roman"/>
                <a:cs typeface="Times New Roman"/>
              </a:rPr>
              <a:t> This</a:t>
            </a:r>
            <a:r>
              <a:rPr sz="1200" spc="5" dirty="0">
                <a:latin typeface="Times New Roman"/>
                <a:cs typeface="Times New Roman"/>
              </a:rPr>
              <a:t> </a:t>
            </a:r>
            <a:r>
              <a:rPr sz="1200" dirty="0">
                <a:latin typeface="Times New Roman"/>
                <a:cs typeface="Times New Roman"/>
              </a:rPr>
              <a:t>testing</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conducted</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spc="-1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administrator</a:t>
            </a:r>
            <a:r>
              <a:rPr sz="1200" spc="-10" dirty="0">
                <a:latin typeface="Times New Roman"/>
                <a:cs typeface="Times New Roman"/>
              </a:rPr>
              <a:t> </a:t>
            </a:r>
            <a:r>
              <a:rPr sz="1200" dirty="0">
                <a:latin typeface="Times New Roman"/>
                <a:cs typeface="Times New Roman"/>
              </a:rPr>
              <a:t>module</a:t>
            </a:r>
            <a:r>
              <a:rPr sz="1200" spc="-3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user</a:t>
            </a:r>
            <a:r>
              <a:rPr sz="1200" spc="-30" dirty="0">
                <a:latin typeface="Times New Roman"/>
                <a:cs typeface="Times New Roman"/>
              </a:rPr>
              <a:t> </a:t>
            </a:r>
            <a:r>
              <a:rPr sz="1200" spc="-15" dirty="0">
                <a:latin typeface="Times New Roman"/>
                <a:cs typeface="Times New Roman"/>
              </a:rPr>
              <a:t>module.</a:t>
            </a:r>
            <a:endParaRPr sz="1200">
              <a:latin typeface="Times New Roman"/>
              <a:cs typeface="Times New Roman"/>
            </a:endParaRPr>
          </a:p>
          <a:p>
            <a:pPr>
              <a:lnSpc>
                <a:spcPct val="100000"/>
              </a:lnSpc>
              <a:spcBef>
                <a:spcPts val="20"/>
              </a:spcBef>
            </a:pPr>
            <a:endParaRPr sz="1650">
              <a:latin typeface="Times New Roman"/>
              <a:cs typeface="Times New Roman"/>
            </a:endParaRPr>
          </a:p>
          <a:p>
            <a:pPr marL="480059" indent="-467995" algn="just">
              <a:lnSpc>
                <a:spcPct val="100000"/>
              </a:lnSpc>
              <a:buAutoNum type="arabicPeriod" startAt="3"/>
              <a:tabLst>
                <a:tab pos="480695" algn="l"/>
              </a:tabLst>
            </a:pPr>
            <a:r>
              <a:rPr sz="1200" b="1" spc="-25" dirty="0">
                <a:latin typeface="Times New Roman"/>
                <a:cs typeface="Times New Roman"/>
              </a:rPr>
              <a:t>Validation</a:t>
            </a:r>
            <a:r>
              <a:rPr sz="1200" b="1" dirty="0">
                <a:latin typeface="Times New Roman"/>
                <a:cs typeface="Times New Roman"/>
              </a:rPr>
              <a:t> </a:t>
            </a:r>
            <a:r>
              <a:rPr sz="1200" b="1" spc="-15" dirty="0">
                <a:latin typeface="Times New Roman"/>
                <a:cs typeface="Times New Roman"/>
              </a:rPr>
              <a:t>Testing</a:t>
            </a:r>
            <a:endParaRPr sz="1200">
              <a:latin typeface="Times New Roman"/>
              <a:cs typeface="Times New Roman"/>
            </a:endParaRPr>
          </a:p>
          <a:p>
            <a:pPr marL="12700" marR="5080" indent="457200" algn="just">
              <a:lnSpc>
                <a:spcPct val="155000"/>
              </a:lnSpc>
              <a:spcBef>
                <a:spcPts val="530"/>
              </a:spcBef>
            </a:pPr>
            <a:r>
              <a:rPr sz="1200" spc="-25" dirty="0">
                <a:latin typeface="Times New Roman"/>
                <a:cs typeface="Times New Roman"/>
              </a:rPr>
              <a:t>Validation </a:t>
            </a:r>
            <a:r>
              <a:rPr sz="1200" spc="-10" dirty="0">
                <a:latin typeface="Times New Roman"/>
                <a:cs typeface="Times New Roman"/>
              </a:rPr>
              <a:t>testing provides </a:t>
            </a:r>
            <a:r>
              <a:rPr sz="1200" dirty="0">
                <a:latin typeface="Times New Roman"/>
                <a:cs typeface="Times New Roman"/>
              </a:rPr>
              <a:t>the </a:t>
            </a:r>
            <a:r>
              <a:rPr sz="1200" spc="-10" dirty="0">
                <a:latin typeface="Times New Roman"/>
                <a:cs typeface="Times New Roman"/>
              </a:rPr>
              <a:t>final </a:t>
            </a:r>
            <a:r>
              <a:rPr sz="1200" spc="-15" dirty="0">
                <a:latin typeface="Times New Roman"/>
                <a:cs typeface="Times New Roman"/>
              </a:rPr>
              <a:t>assurance </a:t>
            </a:r>
            <a:r>
              <a:rPr sz="1200" dirty="0">
                <a:latin typeface="Times New Roman"/>
                <a:cs typeface="Times New Roman"/>
              </a:rPr>
              <a:t>that the </a:t>
            </a:r>
            <a:r>
              <a:rPr sz="1200" spc="-10" dirty="0">
                <a:latin typeface="Times New Roman"/>
                <a:cs typeface="Times New Roman"/>
              </a:rPr>
              <a:t>software meets </a:t>
            </a:r>
            <a:r>
              <a:rPr sz="1200" dirty="0">
                <a:latin typeface="Times New Roman"/>
                <a:cs typeface="Times New Roman"/>
              </a:rPr>
              <a:t>all the </a:t>
            </a:r>
            <a:r>
              <a:rPr sz="1200" spc="-10" dirty="0">
                <a:latin typeface="Times New Roman"/>
                <a:cs typeface="Times New Roman"/>
              </a:rPr>
              <a:t>functional, </a:t>
            </a:r>
            <a:r>
              <a:rPr sz="1200" spc="-285" dirty="0">
                <a:latin typeface="Times New Roman"/>
                <a:cs typeface="Times New Roman"/>
              </a:rPr>
              <a:t> </a:t>
            </a:r>
            <a:r>
              <a:rPr sz="1200" dirty="0">
                <a:latin typeface="Times New Roman"/>
                <a:cs typeface="Times New Roman"/>
              </a:rPr>
              <a:t>behaviour</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performance</a:t>
            </a:r>
            <a:r>
              <a:rPr sz="1200" spc="5" dirty="0">
                <a:latin typeface="Times New Roman"/>
                <a:cs typeface="Times New Roman"/>
              </a:rPr>
              <a:t> </a:t>
            </a:r>
            <a:r>
              <a:rPr sz="1200" dirty="0">
                <a:latin typeface="Times New Roman"/>
                <a:cs typeface="Times New Roman"/>
              </a:rPr>
              <a:t>requirements.</a:t>
            </a:r>
            <a:r>
              <a:rPr sz="1200" spc="5" dirty="0">
                <a:latin typeface="Times New Roman"/>
                <a:cs typeface="Times New Roman"/>
              </a:rPr>
              <a:t> </a:t>
            </a:r>
            <a:r>
              <a:rPr sz="1200" dirty="0">
                <a:latin typeface="Times New Roman"/>
                <a:cs typeface="Times New Roman"/>
              </a:rPr>
              <a:t>Validation</a:t>
            </a:r>
            <a:r>
              <a:rPr sz="1200" spc="5" dirty="0">
                <a:latin typeface="Times New Roman"/>
                <a:cs typeface="Times New Roman"/>
              </a:rPr>
              <a:t> </a:t>
            </a:r>
            <a:r>
              <a:rPr sz="1200" dirty="0">
                <a:latin typeface="Times New Roman"/>
                <a:cs typeface="Times New Roman"/>
              </a:rPr>
              <a:t>testing</a:t>
            </a:r>
            <a:r>
              <a:rPr sz="1200" spc="5" dirty="0">
                <a:latin typeface="Times New Roman"/>
                <a:cs typeface="Times New Roman"/>
              </a:rPr>
              <a:t> </a:t>
            </a:r>
            <a:r>
              <a:rPr sz="1200" dirty="0">
                <a:latin typeface="Times New Roman"/>
                <a:cs typeface="Times New Roman"/>
              </a:rPr>
              <a:t>begins</a:t>
            </a:r>
            <a:r>
              <a:rPr sz="1200" spc="5" dirty="0">
                <a:latin typeface="Times New Roman"/>
                <a:cs typeface="Times New Roman"/>
              </a:rPr>
              <a:t> </a:t>
            </a:r>
            <a:r>
              <a:rPr sz="1200" spc="-5" dirty="0">
                <a:latin typeface="Times New Roman"/>
                <a:cs typeface="Times New Roman"/>
              </a:rPr>
              <a:t>when</a:t>
            </a:r>
            <a:r>
              <a:rPr sz="1200" dirty="0">
                <a:latin typeface="Times New Roman"/>
                <a:cs typeface="Times New Roman"/>
              </a:rPr>
              <a:t> the</a:t>
            </a:r>
            <a:r>
              <a:rPr sz="1200" spc="5" dirty="0">
                <a:latin typeface="Times New Roman"/>
                <a:cs typeface="Times New Roman"/>
              </a:rPr>
              <a:t> </a:t>
            </a:r>
            <a:r>
              <a:rPr sz="1200" spc="-10" dirty="0">
                <a:latin typeface="Times New Roman"/>
                <a:cs typeface="Times New Roman"/>
              </a:rPr>
              <a:t>software </a:t>
            </a:r>
            <a:r>
              <a:rPr sz="1200" spc="-5" dirty="0">
                <a:latin typeface="Times New Roman"/>
                <a:cs typeface="Times New Roman"/>
              </a:rPr>
              <a:t> functions </a:t>
            </a:r>
            <a:r>
              <a:rPr sz="1200" dirty="0">
                <a:latin typeface="Times New Roman"/>
                <a:cs typeface="Times New Roman"/>
              </a:rPr>
              <a:t>in a manner that can </a:t>
            </a:r>
            <a:r>
              <a:rPr sz="1200" spc="5" dirty="0">
                <a:latin typeface="Times New Roman"/>
                <a:cs typeface="Times New Roman"/>
              </a:rPr>
              <a:t>be </a:t>
            </a:r>
            <a:r>
              <a:rPr sz="1200" dirty="0">
                <a:latin typeface="Times New Roman"/>
                <a:cs typeface="Times New Roman"/>
              </a:rPr>
              <a:t>reasonably expected </a:t>
            </a:r>
            <a:r>
              <a:rPr sz="1200" spc="10" dirty="0">
                <a:latin typeface="Times New Roman"/>
                <a:cs typeface="Times New Roman"/>
              </a:rPr>
              <a:t>by </a:t>
            </a:r>
            <a:r>
              <a:rPr sz="1200" dirty="0">
                <a:latin typeface="Times New Roman"/>
                <a:cs typeface="Times New Roman"/>
              </a:rPr>
              <a:t>the </a:t>
            </a:r>
            <a:r>
              <a:rPr sz="1200" spc="-5" dirty="0">
                <a:latin typeface="Times New Roman"/>
                <a:cs typeface="Times New Roman"/>
              </a:rPr>
              <a:t>user. </a:t>
            </a:r>
            <a:r>
              <a:rPr sz="1200" dirty="0">
                <a:latin typeface="Times New Roman"/>
                <a:cs typeface="Times New Roman"/>
              </a:rPr>
              <a:t>The interfacing </a:t>
            </a:r>
            <a:r>
              <a:rPr sz="1200" spc="-5" dirty="0">
                <a:latin typeface="Times New Roman"/>
                <a:cs typeface="Times New Roman"/>
              </a:rPr>
              <a:t>errors </a:t>
            </a:r>
            <a:r>
              <a:rPr sz="1200" spc="-20" dirty="0">
                <a:latin typeface="Times New Roman"/>
                <a:cs typeface="Times New Roman"/>
              </a:rPr>
              <a:t>are </a:t>
            </a:r>
            <a:r>
              <a:rPr sz="1200" spc="-15" dirty="0">
                <a:latin typeface="Times New Roman"/>
                <a:cs typeface="Times New Roman"/>
              </a:rPr>
              <a:t> </a:t>
            </a:r>
            <a:r>
              <a:rPr sz="1200" dirty="0">
                <a:latin typeface="Times New Roman"/>
                <a:cs typeface="Times New Roman"/>
              </a:rPr>
              <a:t>uncovered </a:t>
            </a:r>
            <a:r>
              <a:rPr sz="1200" spc="-5" dirty="0">
                <a:latin typeface="Times New Roman"/>
                <a:cs typeface="Times New Roman"/>
              </a:rPr>
              <a:t>and </a:t>
            </a:r>
            <a:r>
              <a:rPr sz="1200" dirty="0">
                <a:latin typeface="Times New Roman"/>
                <a:cs typeface="Times New Roman"/>
              </a:rPr>
              <a:t>corrected </a:t>
            </a:r>
            <a:r>
              <a:rPr sz="1200" spc="-5" dirty="0">
                <a:latin typeface="Times New Roman"/>
                <a:cs typeface="Times New Roman"/>
              </a:rPr>
              <a:t>and final series </a:t>
            </a:r>
            <a:r>
              <a:rPr sz="1200" dirty="0">
                <a:latin typeface="Times New Roman"/>
                <a:cs typeface="Times New Roman"/>
              </a:rPr>
              <a:t>of software functions in a manner that </a:t>
            </a:r>
            <a:r>
              <a:rPr sz="1200" spc="-5" dirty="0">
                <a:latin typeface="Times New Roman"/>
                <a:cs typeface="Times New Roman"/>
              </a:rPr>
              <a:t>is </a:t>
            </a:r>
            <a:r>
              <a:rPr sz="1200" spc="-10" dirty="0">
                <a:latin typeface="Times New Roman"/>
                <a:cs typeface="Times New Roman"/>
              </a:rPr>
              <a:t>reasonably </a:t>
            </a:r>
            <a:r>
              <a:rPr sz="1200" spc="-5" dirty="0">
                <a:latin typeface="Times New Roman"/>
                <a:cs typeface="Times New Roman"/>
              </a:rPr>
              <a:t> </a:t>
            </a:r>
            <a:r>
              <a:rPr sz="1200" spc="-10" dirty="0">
                <a:latin typeface="Times New Roman"/>
                <a:cs typeface="Times New Roman"/>
              </a:rPr>
              <a:t>expected </a:t>
            </a:r>
            <a:r>
              <a:rPr sz="1200" spc="5" dirty="0">
                <a:latin typeface="Times New Roman"/>
                <a:cs typeface="Times New Roman"/>
              </a:rPr>
              <a:t>by </a:t>
            </a:r>
            <a:r>
              <a:rPr sz="1200" dirty="0">
                <a:latin typeface="Times New Roman"/>
                <a:cs typeface="Times New Roman"/>
              </a:rPr>
              <a:t>the </a:t>
            </a:r>
            <a:r>
              <a:rPr sz="1200" spc="-20" dirty="0">
                <a:latin typeface="Times New Roman"/>
                <a:cs typeface="Times New Roman"/>
              </a:rPr>
              <a:t>user. Validation </a:t>
            </a:r>
            <a:r>
              <a:rPr sz="1200" dirty="0">
                <a:latin typeface="Times New Roman"/>
                <a:cs typeface="Times New Roman"/>
              </a:rPr>
              <a:t>refers to the process of using </a:t>
            </a:r>
            <a:r>
              <a:rPr sz="1200" spc="-10" dirty="0">
                <a:latin typeface="Times New Roman"/>
                <a:cs typeface="Times New Roman"/>
              </a:rPr>
              <a:t>software </a:t>
            </a:r>
            <a:r>
              <a:rPr sz="1200" dirty="0">
                <a:latin typeface="Times New Roman"/>
                <a:cs typeface="Times New Roman"/>
              </a:rPr>
              <a:t>in a live </a:t>
            </a:r>
            <a:r>
              <a:rPr sz="1200" spc="-10" dirty="0">
                <a:latin typeface="Times New Roman"/>
                <a:cs typeface="Times New Roman"/>
              </a:rPr>
              <a:t>environment </a:t>
            </a:r>
            <a:r>
              <a:rPr sz="1200" spc="-25" dirty="0">
                <a:latin typeface="Times New Roman"/>
                <a:cs typeface="Times New Roman"/>
              </a:rPr>
              <a:t>in </a:t>
            </a:r>
            <a:r>
              <a:rPr sz="1200" spc="-285" dirty="0">
                <a:latin typeface="Times New Roman"/>
                <a:cs typeface="Times New Roman"/>
              </a:rPr>
              <a:t> </a:t>
            </a:r>
            <a:r>
              <a:rPr sz="1200" spc="-5" dirty="0">
                <a:latin typeface="Times New Roman"/>
                <a:cs typeface="Times New Roman"/>
              </a:rPr>
              <a:t>order </a:t>
            </a:r>
            <a:r>
              <a:rPr sz="1200" dirty="0">
                <a:latin typeface="Times New Roman"/>
                <a:cs typeface="Times New Roman"/>
              </a:rPr>
              <a:t>to find </a:t>
            </a:r>
            <a:r>
              <a:rPr sz="1200" spc="-5" dirty="0">
                <a:latin typeface="Times New Roman"/>
                <a:cs typeface="Times New Roman"/>
              </a:rPr>
              <a:t>errors. During </a:t>
            </a:r>
            <a:r>
              <a:rPr sz="1200" dirty="0">
                <a:latin typeface="Times New Roman"/>
                <a:cs typeface="Times New Roman"/>
              </a:rPr>
              <a:t>the </a:t>
            </a:r>
            <a:r>
              <a:rPr sz="1200" spc="-5" dirty="0">
                <a:latin typeface="Times New Roman"/>
                <a:cs typeface="Times New Roman"/>
              </a:rPr>
              <a:t>course </a:t>
            </a:r>
            <a:r>
              <a:rPr sz="1200" dirty="0">
                <a:latin typeface="Times New Roman"/>
                <a:cs typeface="Times New Roman"/>
              </a:rPr>
              <a:t>of validating the </a:t>
            </a:r>
            <a:r>
              <a:rPr sz="1200" spc="-5" dirty="0">
                <a:latin typeface="Times New Roman"/>
                <a:cs typeface="Times New Roman"/>
              </a:rPr>
              <a:t>system,</a:t>
            </a:r>
            <a:r>
              <a:rPr sz="1200" dirty="0">
                <a:latin typeface="Times New Roman"/>
                <a:cs typeface="Times New Roman"/>
              </a:rPr>
              <a:t> failures </a:t>
            </a:r>
            <a:r>
              <a:rPr sz="1200" spc="5" dirty="0">
                <a:latin typeface="Times New Roman"/>
                <a:cs typeface="Times New Roman"/>
              </a:rPr>
              <a:t>may </a:t>
            </a:r>
            <a:r>
              <a:rPr sz="1200" dirty="0">
                <a:latin typeface="Times New Roman"/>
                <a:cs typeface="Times New Roman"/>
              </a:rPr>
              <a:t>occur </a:t>
            </a:r>
            <a:r>
              <a:rPr sz="1200" spc="-20" dirty="0">
                <a:latin typeface="Times New Roman"/>
                <a:cs typeface="Times New Roman"/>
              </a:rPr>
              <a:t>and </a:t>
            </a:r>
            <a:r>
              <a:rPr sz="1200" spc="-15" dirty="0">
                <a:latin typeface="Times New Roman"/>
                <a:cs typeface="Times New Roman"/>
              </a:rPr>
              <a:t> </a:t>
            </a:r>
            <a:r>
              <a:rPr sz="1200" spc="-10" dirty="0">
                <a:latin typeface="Times New Roman"/>
                <a:cs typeface="Times New Roman"/>
              </a:rPr>
              <a:t>sometimes </a:t>
            </a:r>
            <a:r>
              <a:rPr sz="1200" dirty="0">
                <a:latin typeface="Times New Roman"/>
                <a:cs typeface="Times New Roman"/>
              </a:rPr>
              <a:t>the coding has to be changed according to the </a:t>
            </a:r>
            <a:r>
              <a:rPr sz="1200" spc="-10" dirty="0">
                <a:latin typeface="Times New Roman"/>
                <a:cs typeface="Times New Roman"/>
              </a:rPr>
              <a:t>requirement. </a:t>
            </a:r>
            <a:r>
              <a:rPr sz="1200" dirty="0">
                <a:latin typeface="Times New Roman"/>
                <a:cs typeface="Times New Roman"/>
              </a:rPr>
              <a:t>Thus the feedback </a:t>
            </a:r>
            <a:r>
              <a:rPr sz="1200" spc="-20" dirty="0">
                <a:latin typeface="Times New Roman"/>
                <a:cs typeface="Times New Roman"/>
              </a:rPr>
              <a:t>from </a:t>
            </a:r>
            <a:r>
              <a:rPr sz="1200" spc="-285" dirty="0">
                <a:latin typeface="Times New Roman"/>
                <a:cs typeface="Times New Roman"/>
              </a:rPr>
              <a:t> </a:t>
            </a:r>
            <a:r>
              <a:rPr sz="1200" dirty="0">
                <a:latin typeface="Times New Roman"/>
                <a:cs typeface="Times New Roman"/>
              </a:rPr>
              <a:t>the validation phase generally produces </a:t>
            </a:r>
            <a:r>
              <a:rPr sz="1200" spc="-5" dirty="0">
                <a:latin typeface="Times New Roman"/>
                <a:cs typeface="Times New Roman"/>
              </a:rPr>
              <a:t>changes </a:t>
            </a:r>
            <a:r>
              <a:rPr sz="1200" dirty="0">
                <a:latin typeface="Times New Roman"/>
                <a:cs typeface="Times New Roman"/>
              </a:rPr>
              <a:t>in the software. </a:t>
            </a:r>
            <a:r>
              <a:rPr sz="1200" spc="-5" dirty="0">
                <a:latin typeface="Times New Roman"/>
                <a:cs typeface="Times New Roman"/>
              </a:rPr>
              <a:t>Once </a:t>
            </a:r>
            <a:r>
              <a:rPr sz="1200" dirty="0">
                <a:latin typeface="Times New Roman"/>
                <a:cs typeface="Times New Roman"/>
              </a:rPr>
              <a:t>the application </a:t>
            </a:r>
            <a:r>
              <a:rPr sz="1200" spc="-20" dirty="0">
                <a:latin typeface="Times New Roman"/>
                <a:cs typeface="Times New Roman"/>
              </a:rPr>
              <a:t>was </a:t>
            </a:r>
            <a:r>
              <a:rPr sz="1200" spc="-15" dirty="0">
                <a:latin typeface="Times New Roman"/>
                <a:cs typeface="Times New Roman"/>
              </a:rPr>
              <a:t> </a:t>
            </a:r>
            <a:r>
              <a:rPr sz="1200" dirty="0">
                <a:latin typeface="Times New Roman"/>
                <a:cs typeface="Times New Roman"/>
              </a:rPr>
              <a:t>made free of </a:t>
            </a:r>
            <a:r>
              <a:rPr sz="1200" spc="-5" dirty="0">
                <a:latin typeface="Times New Roman"/>
                <a:cs typeface="Times New Roman"/>
              </a:rPr>
              <a:t>all </a:t>
            </a:r>
            <a:r>
              <a:rPr sz="1200" dirty="0">
                <a:latin typeface="Times New Roman"/>
                <a:cs typeface="Times New Roman"/>
              </a:rPr>
              <a:t>logical </a:t>
            </a:r>
            <a:r>
              <a:rPr sz="1200" spc="-5" dirty="0">
                <a:latin typeface="Times New Roman"/>
                <a:cs typeface="Times New Roman"/>
              </a:rPr>
              <a:t>and </a:t>
            </a:r>
            <a:r>
              <a:rPr sz="1200" dirty="0">
                <a:latin typeface="Times New Roman"/>
                <a:cs typeface="Times New Roman"/>
              </a:rPr>
              <a:t>interface </a:t>
            </a:r>
            <a:r>
              <a:rPr sz="1200" spc="-5" dirty="0">
                <a:latin typeface="Times New Roman"/>
                <a:cs typeface="Times New Roman"/>
              </a:rPr>
              <a:t>errors. Inputting </a:t>
            </a:r>
            <a:r>
              <a:rPr sz="1200" spc="5" dirty="0">
                <a:latin typeface="Times New Roman"/>
                <a:cs typeface="Times New Roman"/>
              </a:rPr>
              <a:t>dummy </a:t>
            </a:r>
            <a:r>
              <a:rPr sz="1200" dirty="0">
                <a:latin typeface="Times New Roman"/>
                <a:cs typeface="Times New Roman"/>
              </a:rPr>
              <a:t>data </a:t>
            </a:r>
            <a:r>
              <a:rPr sz="1200" spc="-5" dirty="0">
                <a:latin typeface="Times New Roman"/>
                <a:cs typeface="Times New Roman"/>
              </a:rPr>
              <a:t>ensured </a:t>
            </a:r>
            <a:r>
              <a:rPr sz="1200" dirty="0">
                <a:latin typeface="Times New Roman"/>
                <a:cs typeface="Times New Roman"/>
              </a:rPr>
              <a:t>that the </a:t>
            </a:r>
            <a:r>
              <a:rPr sz="1200" spc="-10" dirty="0">
                <a:latin typeface="Times New Roman"/>
                <a:cs typeface="Times New Roman"/>
              </a:rPr>
              <a:t>software </a:t>
            </a:r>
            <a:r>
              <a:rPr sz="1200" spc="-5" dirty="0">
                <a:latin typeface="Times New Roman"/>
                <a:cs typeface="Times New Roman"/>
              </a:rPr>
              <a:t> developed satisfied</a:t>
            </a:r>
            <a:r>
              <a:rPr sz="1200" spc="10" dirty="0">
                <a:latin typeface="Times New Roman"/>
                <a:cs typeface="Times New Roman"/>
              </a:rPr>
              <a:t> </a:t>
            </a:r>
            <a:r>
              <a:rPr sz="1200" spc="-5" dirty="0">
                <a:latin typeface="Times New Roman"/>
                <a:cs typeface="Times New Roman"/>
              </a:rPr>
              <a:t>all</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requirements</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5" dirty="0">
                <a:latin typeface="Times New Roman"/>
                <a:cs typeface="Times New Roman"/>
              </a:rPr>
              <a:t>user.</a:t>
            </a:r>
            <a:endParaRPr sz="1200">
              <a:latin typeface="Times New Roman"/>
              <a:cs typeface="Times New Roman"/>
            </a:endParaRPr>
          </a:p>
          <a:p>
            <a:pPr>
              <a:lnSpc>
                <a:spcPct val="100000"/>
              </a:lnSpc>
              <a:spcBef>
                <a:spcPts val="10"/>
              </a:spcBef>
            </a:pPr>
            <a:endParaRPr sz="1650">
              <a:latin typeface="Times New Roman"/>
              <a:cs typeface="Times New Roman"/>
            </a:endParaRPr>
          </a:p>
          <a:p>
            <a:pPr marL="480059" indent="-467995" algn="just">
              <a:lnSpc>
                <a:spcPct val="100000"/>
              </a:lnSpc>
              <a:buAutoNum type="arabicPeriod" startAt="4"/>
              <a:tabLst>
                <a:tab pos="480695" algn="l"/>
              </a:tabLst>
            </a:pPr>
            <a:r>
              <a:rPr sz="1200" b="1" spc="-5" dirty="0">
                <a:latin typeface="Times New Roman"/>
                <a:cs typeface="Times New Roman"/>
              </a:rPr>
              <a:t>Alph</a:t>
            </a:r>
            <a:r>
              <a:rPr sz="1200" b="1" dirty="0">
                <a:latin typeface="Times New Roman"/>
                <a:cs typeface="Times New Roman"/>
              </a:rPr>
              <a:t>a</a:t>
            </a:r>
            <a:r>
              <a:rPr sz="1200" b="1" spc="-6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est</a:t>
            </a:r>
            <a:r>
              <a:rPr sz="1200" b="1" spc="-10" dirty="0">
                <a:latin typeface="Times New Roman"/>
                <a:cs typeface="Times New Roman"/>
              </a:rPr>
              <a:t>i</a:t>
            </a:r>
            <a:r>
              <a:rPr sz="1200" b="1" spc="-15" dirty="0">
                <a:latin typeface="Times New Roman"/>
                <a:cs typeface="Times New Roman"/>
              </a:rPr>
              <a:t>n</a:t>
            </a:r>
            <a:r>
              <a:rPr sz="1200" b="1" dirty="0">
                <a:latin typeface="Times New Roman"/>
                <a:cs typeface="Times New Roman"/>
              </a:rPr>
              <a:t>g</a:t>
            </a:r>
            <a:endParaRPr sz="1200">
              <a:latin typeface="Times New Roman"/>
              <a:cs typeface="Times New Roman"/>
            </a:endParaRPr>
          </a:p>
          <a:p>
            <a:pPr marL="12700" marR="10160" indent="457200" algn="just">
              <a:lnSpc>
                <a:spcPct val="155000"/>
              </a:lnSpc>
              <a:spcBef>
                <a:spcPts val="530"/>
              </a:spcBef>
            </a:pPr>
            <a:r>
              <a:rPr sz="1200" dirty="0">
                <a:latin typeface="Times New Roman"/>
                <a:cs typeface="Times New Roman"/>
              </a:rPr>
              <a:t>The developer in collaboration </a:t>
            </a:r>
            <a:r>
              <a:rPr sz="1200" spc="-5" dirty="0">
                <a:latin typeface="Times New Roman"/>
                <a:cs typeface="Times New Roman"/>
              </a:rPr>
              <a:t>does </a:t>
            </a:r>
            <a:r>
              <a:rPr sz="1200" dirty="0">
                <a:latin typeface="Times New Roman"/>
                <a:cs typeface="Times New Roman"/>
              </a:rPr>
              <a:t>alpha testing with the </a:t>
            </a:r>
            <a:r>
              <a:rPr sz="1200" spc="-5" dirty="0">
                <a:latin typeface="Times New Roman"/>
                <a:cs typeface="Times New Roman"/>
              </a:rPr>
              <a:t>end </a:t>
            </a:r>
            <a:r>
              <a:rPr sz="1200" dirty="0">
                <a:latin typeface="Times New Roman"/>
                <a:cs typeface="Times New Roman"/>
              </a:rPr>
              <a:t>user. The </a:t>
            </a:r>
            <a:r>
              <a:rPr sz="1200" spc="-10" dirty="0">
                <a:latin typeface="Times New Roman"/>
                <a:cs typeface="Times New Roman"/>
              </a:rPr>
              <a:t>developer </a:t>
            </a:r>
            <a:r>
              <a:rPr sz="1200" spc="-5" dirty="0">
                <a:latin typeface="Times New Roman"/>
                <a:cs typeface="Times New Roman"/>
              </a:rPr>
              <a:t> guides</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end</a:t>
            </a:r>
            <a:r>
              <a:rPr sz="1200" spc="-15" dirty="0">
                <a:latin typeface="Times New Roman"/>
                <a:cs typeface="Times New Roman"/>
              </a:rPr>
              <a:t> </a:t>
            </a:r>
            <a:r>
              <a:rPr sz="1200" spc="-5" dirty="0">
                <a:latin typeface="Times New Roman"/>
                <a:cs typeface="Times New Roman"/>
              </a:rPr>
              <a:t>user</a:t>
            </a:r>
            <a:r>
              <a:rPr sz="1200" spc="-15" dirty="0">
                <a:latin typeface="Times New Roman"/>
                <a:cs typeface="Times New Roman"/>
              </a:rPr>
              <a:t> </a:t>
            </a:r>
            <a:r>
              <a:rPr sz="1200" spc="-5" dirty="0">
                <a:latin typeface="Times New Roman"/>
                <a:cs typeface="Times New Roman"/>
              </a:rPr>
              <a:t>all</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way</a:t>
            </a:r>
            <a:r>
              <a:rPr sz="1200" spc="-15" dirty="0">
                <a:latin typeface="Times New Roman"/>
                <a:cs typeface="Times New Roman"/>
              </a:rPr>
              <a:t> </a:t>
            </a:r>
            <a:r>
              <a:rPr sz="1200" dirty="0">
                <a:latin typeface="Times New Roman"/>
                <a:cs typeface="Times New Roman"/>
              </a:rPr>
              <a:t>while</a:t>
            </a:r>
            <a:r>
              <a:rPr sz="1200" spc="-10" dirty="0">
                <a:latin typeface="Times New Roman"/>
                <a:cs typeface="Times New Roman"/>
              </a:rPr>
              <a:t> </a:t>
            </a:r>
            <a:r>
              <a:rPr sz="1200" spc="-5" dirty="0">
                <a:latin typeface="Times New Roman"/>
                <a:cs typeface="Times New Roman"/>
              </a:rPr>
              <a:t>observing</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reaction</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20" dirty="0">
                <a:latin typeface="Times New Roman"/>
                <a:cs typeface="Times New Roman"/>
              </a:rPr>
              <a:t>feedback.</a:t>
            </a:r>
            <a:endParaRPr sz="1200">
              <a:latin typeface="Times New Roman"/>
              <a:cs typeface="Times New Roman"/>
            </a:endParaRPr>
          </a:p>
          <a:p>
            <a:pPr>
              <a:lnSpc>
                <a:spcPct val="100000"/>
              </a:lnSpc>
              <a:spcBef>
                <a:spcPts val="20"/>
              </a:spcBef>
            </a:pPr>
            <a:endParaRPr sz="1650">
              <a:latin typeface="Times New Roman"/>
              <a:cs typeface="Times New Roman"/>
            </a:endParaRPr>
          </a:p>
          <a:p>
            <a:pPr marL="480059" indent="-467995" algn="just">
              <a:lnSpc>
                <a:spcPct val="100000"/>
              </a:lnSpc>
              <a:buAutoNum type="arabicPeriod" startAt="5"/>
              <a:tabLst>
                <a:tab pos="480695" algn="l"/>
              </a:tabLst>
            </a:pPr>
            <a:r>
              <a:rPr sz="1200" b="1" dirty="0">
                <a:latin typeface="Times New Roman"/>
                <a:cs typeface="Times New Roman"/>
              </a:rPr>
              <a:t>B</a:t>
            </a:r>
            <a:r>
              <a:rPr sz="1200" b="1" spc="-5" dirty="0">
                <a:latin typeface="Times New Roman"/>
                <a:cs typeface="Times New Roman"/>
              </a:rPr>
              <a:t>e</a:t>
            </a:r>
            <a:r>
              <a:rPr sz="1200" b="1" dirty="0">
                <a:latin typeface="Times New Roman"/>
                <a:cs typeface="Times New Roman"/>
              </a:rPr>
              <a:t>ta</a:t>
            </a:r>
            <a:r>
              <a:rPr sz="1200" b="1" spc="-50" dirty="0">
                <a:latin typeface="Times New Roman"/>
                <a:cs typeface="Times New Roman"/>
              </a:rPr>
              <a:t> </a:t>
            </a:r>
            <a:r>
              <a:rPr sz="1200" b="1" spc="-10" dirty="0">
                <a:latin typeface="Times New Roman"/>
                <a:cs typeface="Times New Roman"/>
              </a:rPr>
              <a:t>T</a:t>
            </a:r>
            <a:r>
              <a:rPr sz="1200" b="1" spc="-20" dirty="0">
                <a:latin typeface="Times New Roman"/>
                <a:cs typeface="Times New Roman"/>
              </a:rPr>
              <a:t>est</a:t>
            </a:r>
            <a:r>
              <a:rPr sz="1200" b="1" spc="-10" dirty="0">
                <a:latin typeface="Times New Roman"/>
                <a:cs typeface="Times New Roman"/>
              </a:rPr>
              <a:t>i</a:t>
            </a:r>
            <a:r>
              <a:rPr sz="1200" b="1" spc="-15" dirty="0">
                <a:latin typeface="Times New Roman"/>
                <a:cs typeface="Times New Roman"/>
              </a:rPr>
              <a:t>n</a:t>
            </a:r>
            <a:r>
              <a:rPr sz="1200" b="1" dirty="0">
                <a:latin typeface="Times New Roman"/>
                <a:cs typeface="Times New Roman"/>
              </a:rPr>
              <a:t>g</a:t>
            </a:r>
            <a:endParaRPr sz="1200">
              <a:latin typeface="Times New Roman"/>
              <a:cs typeface="Times New Roman"/>
            </a:endParaRPr>
          </a:p>
          <a:p>
            <a:pPr marL="12700" marR="5715" indent="457200" algn="just">
              <a:lnSpc>
                <a:spcPct val="155000"/>
              </a:lnSpc>
              <a:spcBef>
                <a:spcPts val="520"/>
              </a:spcBef>
            </a:pPr>
            <a:r>
              <a:rPr sz="1200" spc="-5" dirty="0">
                <a:latin typeface="Times New Roman"/>
                <a:cs typeface="Times New Roman"/>
              </a:rPr>
              <a:t>Beta </a:t>
            </a:r>
            <a:r>
              <a:rPr sz="1200" dirty="0">
                <a:latin typeface="Times New Roman"/>
                <a:cs typeface="Times New Roman"/>
              </a:rPr>
              <a:t>testing release the produce to the </a:t>
            </a:r>
            <a:r>
              <a:rPr sz="1200" spc="-5" dirty="0">
                <a:latin typeface="Times New Roman"/>
                <a:cs typeface="Times New Roman"/>
              </a:rPr>
              <a:t>end </a:t>
            </a:r>
            <a:r>
              <a:rPr sz="1200" dirty="0">
                <a:latin typeface="Times New Roman"/>
                <a:cs typeface="Times New Roman"/>
              </a:rPr>
              <a:t>user. </a:t>
            </a:r>
            <a:r>
              <a:rPr sz="1200" spc="-5" dirty="0">
                <a:latin typeface="Times New Roman"/>
                <a:cs typeface="Times New Roman"/>
              </a:rPr>
              <a:t>He is at </a:t>
            </a:r>
            <a:r>
              <a:rPr sz="1200" dirty="0">
                <a:latin typeface="Times New Roman"/>
                <a:cs typeface="Times New Roman"/>
              </a:rPr>
              <a:t>liberty to proceed </a:t>
            </a:r>
            <a:r>
              <a:rPr sz="1200" spc="-5" dirty="0">
                <a:latin typeface="Times New Roman"/>
                <a:cs typeface="Times New Roman"/>
              </a:rPr>
              <a:t>as </a:t>
            </a:r>
            <a:r>
              <a:rPr sz="1200" spc="-20" dirty="0">
                <a:latin typeface="Times New Roman"/>
                <a:cs typeface="Times New Roman"/>
              </a:rPr>
              <a:t>the </a:t>
            </a:r>
            <a:r>
              <a:rPr sz="1200" spc="-15" dirty="0">
                <a:latin typeface="Times New Roman"/>
                <a:cs typeface="Times New Roman"/>
              </a:rPr>
              <a:t> </a:t>
            </a:r>
            <a:r>
              <a:rPr sz="1200" spc="-10" dirty="0">
                <a:latin typeface="Times New Roman"/>
                <a:cs typeface="Times New Roman"/>
              </a:rPr>
              <a:t>requirements dictate. </a:t>
            </a:r>
            <a:r>
              <a:rPr sz="1200" dirty="0">
                <a:latin typeface="Times New Roman"/>
                <a:cs typeface="Times New Roman"/>
              </a:rPr>
              <a:t>The </a:t>
            </a:r>
            <a:r>
              <a:rPr sz="1200" spc="-5" dirty="0">
                <a:latin typeface="Times New Roman"/>
                <a:cs typeface="Times New Roman"/>
              </a:rPr>
              <a:t>user records all </a:t>
            </a:r>
            <a:r>
              <a:rPr sz="1200" dirty="0">
                <a:latin typeface="Times New Roman"/>
                <a:cs typeface="Times New Roman"/>
              </a:rPr>
              <a:t>the problems that are </a:t>
            </a:r>
            <a:r>
              <a:rPr sz="1200" spc="-10" dirty="0">
                <a:latin typeface="Times New Roman"/>
                <a:cs typeface="Times New Roman"/>
              </a:rPr>
              <a:t>encountered </a:t>
            </a:r>
            <a:r>
              <a:rPr sz="1200" dirty="0">
                <a:latin typeface="Times New Roman"/>
                <a:cs typeface="Times New Roman"/>
              </a:rPr>
              <a:t>during beta </a:t>
            </a:r>
            <a:r>
              <a:rPr sz="1200" spc="-10" dirty="0">
                <a:latin typeface="Times New Roman"/>
                <a:cs typeface="Times New Roman"/>
              </a:rPr>
              <a:t>testing </a:t>
            </a:r>
            <a:r>
              <a:rPr sz="1200" spc="-285" dirty="0">
                <a:latin typeface="Times New Roman"/>
                <a:cs typeface="Times New Roman"/>
              </a:rPr>
              <a:t> </a:t>
            </a:r>
            <a:r>
              <a:rPr sz="1200" spc="-5" dirty="0">
                <a:latin typeface="Times New Roman"/>
                <a:cs typeface="Times New Roman"/>
              </a:rPr>
              <a:t>and</a:t>
            </a:r>
            <a:r>
              <a:rPr sz="1200" spc="-40" dirty="0">
                <a:latin typeface="Times New Roman"/>
                <a:cs typeface="Times New Roman"/>
              </a:rPr>
              <a:t> </a:t>
            </a:r>
            <a:r>
              <a:rPr sz="1200" spc="-5" dirty="0">
                <a:latin typeface="Times New Roman"/>
                <a:cs typeface="Times New Roman"/>
              </a:rPr>
              <a:t>reports</a:t>
            </a:r>
            <a:r>
              <a:rPr sz="1200" spc="-25" dirty="0">
                <a:latin typeface="Times New Roman"/>
                <a:cs typeface="Times New Roman"/>
              </a:rPr>
              <a:t> </a:t>
            </a:r>
            <a:r>
              <a:rPr sz="1200" dirty="0">
                <a:latin typeface="Times New Roman"/>
                <a:cs typeface="Times New Roman"/>
              </a:rPr>
              <a:t>these</a:t>
            </a:r>
            <a:r>
              <a:rPr sz="1200" spc="-2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5" dirty="0">
                <a:latin typeface="Times New Roman"/>
                <a:cs typeface="Times New Roman"/>
              </a:rPr>
              <a:t>developer</a:t>
            </a:r>
            <a:r>
              <a:rPr sz="1200" spc="10" dirty="0">
                <a:latin typeface="Times New Roman"/>
                <a:cs typeface="Times New Roman"/>
              </a:rPr>
              <a:t> </a:t>
            </a:r>
            <a:r>
              <a:rPr sz="1200" spc="-5" dirty="0">
                <a:latin typeface="Times New Roman"/>
                <a:cs typeface="Times New Roman"/>
              </a:rPr>
              <a:t>at</a:t>
            </a:r>
            <a:r>
              <a:rPr sz="1200" spc="-25" dirty="0">
                <a:latin typeface="Times New Roman"/>
                <a:cs typeface="Times New Roman"/>
              </a:rPr>
              <a:t> </a:t>
            </a:r>
            <a:r>
              <a:rPr sz="1200" spc="-20" dirty="0">
                <a:latin typeface="Times New Roman"/>
                <a:cs typeface="Times New Roman"/>
              </a:rPr>
              <a:t>regular</a:t>
            </a:r>
            <a:r>
              <a:rPr sz="1200" spc="10" dirty="0">
                <a:latin typeface="Times New Roman"/>
                <a:cs typeface="Times New Roman"/>
              </a:rPr>
              <a:t> </a:t>
            </a:r>
            <a:r>
              <a:rPr sz="1200" spc="-15" dirty="0">
                <a:latin typeface="Times New Roman"/>
                <a:cs typeface="Times New Roman"/>
              </a:rPr>
              <a:t>intervals.</a:t>
            </a:r>
            <a:r>
              <a:rPr sz="1200" spc="-75" dirty="0">
                <a:latin typeface="Times New Roman"/>
                <a:cs typeface="Times New Roman"/>
              </a:rPr>
              <a:t> </a:t>
            </a:r>
            <a:r>
              <a:rPr sz="1200" spc="-5" dirty="0">
                <a:latin typeface="Times New Roman"/>
                <a:cs typeface="Times New Roman"/>
              </a:rPr>
              <a:t>As</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5" dirty="0">
                <a:latin typeface="Times New Roman"/>
                <a:cs typeface="Times New Roman"/>
              </a:rPr>
              <a:t>result</a:t>
            </a:r>
            <a:r>
              <a:rPr sz="1200" spc="-1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software</a:t>
            </a:r>
            <a:r>
              <a:rPr sz="1200" spc="-10" dirty="0">
                <a:latin typeface="Times New Roman"/>
                <a:cs typeface="Times New Roman"/>
              </a:rPr>
              <a:t> </a:t>
            </a:r>
            <a:r>
              <a:rPr sz="1200" spc="-15" dirty="0">
                <a:latin typeface="Times New Roman"/>
                <a:cs typeface="Times New Roman"/>
              </a:rPr>
              <a:t>developer</a:t>
            </a:r>
            <a:endParaRPr sz="1200">
              <a:latin typeface="Times New Roman"/>
              <a:cs typeface="Times New Roman"/>
            </a:endParaRPr>
          </a:p>
        </p:txBody>
      </p:sp>
      <p:sp>
        <p:nvSpPr>
          <p:cNvPr id="5" name="object 5"/>
          <p:cNvSpPr/>
          <p:nvPr/>
        </p:nvSpPr>
        <p:spPr>
          <a:xfrm>
            <a:off x="584454" y="467106"/>
            <a:ext cx="6477000" cy="9941560"/>
          </a:xfrm>
          <a:custGeom>
            <a:avLst/>
            <a:gdLst/>
            <a:ahLst/>
            <a:cxnLst/>
            <a:rect l="l" t="t" r="r" b="b"/>
            <a:pathLst>
              <a:path w="6477000" h="9941560">
                <a:moveTo>
                  <a:pt x="0" y="9941052"/>
                </a:moveTo>
                <a:lnTo>
                  <a:pt x="6477000" y="9941052"/>
                </a:lnTo>
                <a:lnTo>
                  <a:pt x="6477000" y="0"/>
                </a:lnTo>
                <a:lnTo>
                  <a:pt x="0" y="0"/>
                </a:lnTo>
                <a:lnTo>
                  <a:pt x="0" y="9941052"/>
                </a:lnTo>
                <a:close/>
              </a:path>
            </a:pathLst>
          </a:custGeom>
          <a:ln w="25400">
            <a:solidFill>
              <a:srgbClr val="1C334E"/>
            </a:solidFill>
          </a:ln>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22620" cy="849848"/>
          </a:xfrm>
          <a:prstGeom prst="rect">
            <a:avLst/>
          </a:prstGeom>
        </p:spPr>
        <p:txBody>
          <a:bodyPr vert="horz" wrap="square" lIns="0" tIns="12700" rIns="0" bIns="0" rtlCol="0">
            <a:spAutoFit/>
          </a:bodyPr>
          <a:lstStyle/>
          <a:p>
            <a:pPr marL="21590">
              <a:spcBef>
                <a:spcPts val="100"/>
              </a:spcBef>
              <a:tabLst>
                <a:tab pos="4954270"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45</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a:lnSpc>
                <a:spcPct val="155000"/>
              </a:lnSpc>
              <a:spcBef>
                <a:spcPts val="925"/>
              </a:spcBef>
            </a:pPr>
            <a:r>
              <a:rPr sz="1200" spc="-5" dirty="0">
                <a:latin typeface="Times New Roman"/>
                <a:cs typeface="Times New Roman"/>
              </a:rPr>
              <a:t>makes </a:t>
            </a:r>
            <a:r>
              <a:rPr sz="1200" spc="-15" dirty="0">
                <a:latin typeface="Times New Roman"/>
                <a:cs typeface="Times New Roman"/>
              </a:rPr>
              <a:t>modification </a:t>
            </a:r>
            <a:r>
              <a:rPr sz="1200" spc="-5" dirty="0">
                <a:latin typeface="Times New Roman"/>
                <a:cs typeface="Times New Roman"/>
              </a:rPr>
              <a:t>and </a:t>
            </a:r>
            <a:r>
              <a:rPr sz="1200" dirty="0">
                <a:latin typeface="Times New Roman"/>
                <a:cs typeface="Times New Roman"/>
              </a:rPr>
              <a:t>then </a:t>
            </a:r>
            <a:r>
              <a:rPr sz="1200" spc="-20" dirty="0">
                <a:latin typeface="Times New Roman"/>
                <a:cs typeface="Times New Roman"/>
              </a:rPr>
              <a:t>prepares </a:t>
            </a:r>
            <a:r>
              <a:rPr sz="1200" dirty="0">
                <a:latin typeface="Times New Roman"/>
                <a:cs typeface="Times New Roman"/>
              </a:rPr>
              <a:t>for the </a:t>
            </a:r>
            <a:r>
              <a:rPr sz="1200" spc="-15" dirty="0">
                <a:latin typeface="Times New Roman"/>
                <a:cs typeface="Times New Roman"/>
              </a:rPr>
              <a:t>release </a:t>
            </a:r>
            <a:r>
              <a:rPr sz="1200" dirty="0">
                <a:latin typeface="Times New Roman"/>
                <a:cs typeface="Times New Roman"/>
              </a:rPr>
              <a:t>of the </a:t>
            </a:r>
            <a:r>
              <a:rPr sz="1200" spc="-15" dirty="0">
                <a:latin typeface="Times New Roman"/>
                <a:cs typeface="Times New Roman"/>
              </a:rPr>
              <a:t>software product </a:t>
            </a:r>
            <a:r>
              <a:rPr sz="1200" dirty="0">
                <a:latin typeface="Times New Roman"/>
                <a:cs typeface="Times New Roman"/>
              </a:rPr>
              <a:t>to </a:t>
            </a:r>
            <a:r>
              <a:rPr sz="1200" spc="-15" dirty="0">
                <a:latin typeface="Times New Roman"/>
                <a:cs typeface="Times New Roman"/>
              </a:rPr>
              <a:t>entire customer </a:t>
            </a:r>
            <a:r>
              <a:rPr sz="1200" spc="-290" dirty="0">
                <a:latin typeface="Times New Roman"/>
                <a:cs typeface="Times New Roman"/>
              </a:rPr>
              <a:t> </a:t>
            </a:r>
            <a:r>
              <a:rPr sz="1200" spc="-15" dirty="0">
                <a:latin typeface="Times New Roman"/>
                <a:cs typeface="Times New Roman"/>
              </a:rPr>
              <a:t>base.</a:t>
            </a:r>
            <a:endParaRPr sz="1200" dirty="0">
              <a:latin typeface="Times New Roman"/>
              <a:cs typeface="Times New Roman"/>
            </a:endParaRPr>
          </a:p>
        </p:txBody>
      </p:sp>
      <p:sp>
        <p:nvSpPr>
          <p:cNvPr id="4" name="object 4"/>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Pharmacy</a:t>
            </a:r>
            <a:r>
              <a:rPr sz="1200" spc="-60" dirty="0">
                <a:latin typeface="Times New Roman"/>
                <a:cs typeface="Times New Roman"/>
              </a:rPr>
              <a:t> </a:t>
            </a:r>
            <a:r>
              <a:rPr sz="1200" spc="-5" dirty="0">
                <a:latin typeface="Times New Roman"/>
                <a:cs typeface="Times New Roman"/>
              </a:rPr>
              <a:t>management</a:t>
            </a:r>
            <a:r>
              <a:rPr sz="1200" spc="-3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451354" y="5132959"/>
            <a:ext cx="302958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8.</a:t>
            </a:r>
            <a:r>
              <a:rPr sz="1600" b="1" spc="-65" dirty="0">
                <a:latin typeface="Times New Roman"/>
                <a:cs typeface="Times New Roman"/>
              </a:rPr>
              <a:t> </a:t>
            </a:r>
            <a:r>
              <a:rPr sz="1600" b="1" spc="-5" dirty="0">
                <a:latin typeface="Times New Roman"/>
                <a:cs typeface="Times New Roman"/>
              </a:rPr>
              <a:t>SYSTEM</a:t>
            </a:r>
            <a:r>
              <a:rPr sz="1600" b="1" spc="-35" dirty="0">
                <a:latin typeface="Times New Roman"/>
                <a:cs typeface="Times New Roman"/>
              </a:rPr>
              <a:t> </a:t>
            </a:r>
            <a:r>
              <a:rPr sz="1600" b="1" spc="-15" dirty="0">
                <a:latin typeface="Times New Roman"/>
                <a:cs typeface="Times New Roman"/>
              </a:rPr>
              <a:t>IMPLEMENTATION</a:t>
            </a:r>
            <a:endParaRPr sz="1600">
              <a:latin typeface="Times New Roman"/>
              <a:cs typeface="Times New Roman"/>
            </a:endParaRPr>
          </a:p>
        </p:txBody>
      </p:sp>
      <p:sp>
        <p:nvSpPr>
          <p:cNvPr id="6" name="object 6"/>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47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9135" cy="8540115"/>
          </a:xfrm>
          <a:prstGeom prst="rect">
            <a:avLst/>
          </a:prstGeom>
        </p:spPr>
        <p:txBody>
          <a:bodyPr vert="horz" wrap="square" lIns="0" tIns="12700" rIns="0" bIns="0" rtlCol="0">
            <a:spAutoFit/>
          </a:bodyPr>
          <a:lstStyle/>
          <a:p>
            <a:pPr marL="279400" indent="-266700" algn="just">
              <a:lnSpc>
                <a:spcPct val="100000"/>
              </a:lnSpc>
              <a:spcBef>
                <a:spcPts val="100"/>
              </a:spcBef>
              <a:buAutoNum type="arabicPeriod"/>
              <a:tabLst>
                <a:tab pos="279400" algn="l"/>
              </a:tabLst>
            </a:pPr>
            <a:r>
              <a:rPr sz="1400" b="1" dirty="0">
                <a:latin typeface="Times New Roman"/>
                <a:cs typeface="Times New Roman"/>
              </a:rPr>
              <a:t>Introduction</a:t>
            </a:r>
            <a:r>
              <a:rPr sz="1400" b="1" spc="-55" dirty="0">
                <a:latin typeface="Times New Roman"/>
                <a:cs typeface="Times New Roman"/>
              </a:rPr>
              <a:t> </a:t>
            </a:r>
            <a:r>
              <a:rPr sz="1400" b="1" dirty="0">
                <a:latin typeface="Times New Roman"/>
                <a:cs typeface="Times New Roman"/>
              </a:rPr>
              <a:t>to</a:t>
            </a:r>
            <a:r>
              <a:rPr sz="1400" b="1" spc="-75" dirty="0">
                <a:latin typeface="Times New Roman"/>
                <a:cs typeface="Times New Roman"/>
              </a:rPr>
              <a:t> </a:t>
            </a:r>
            <a:r>
              <a:rPr sz="1400" b="1" dirty="0">
                <a:latin typeface="Times New Roman"/>
                <a:cs typeface="Times New Roman"/>
              </a:rPr>
              <a:t>System</a:t>
            </a:r>
            <a:r>
              <a:rPr sz="1400" b="1" spc="-75" dirty="0">
                <a:latin typeface="Times New Roman"/>
                <a:cs typeface="Times New Roman"/>
              </a:rPr>
              <a:t> </a:t>
            </a:r>
            <a:r>
              <a:rPr sz="1400" b="1" spc="-15" dirty="0">
                <a:latin typeface="Times New Roman"/>
                <a:cs typeface="Times New Roman"/>
              </a:rPr>
              <a:t>Implementation</a:t>
            </a:r>
            <a:endParaRPr sz="1400">
              <a:latin typeface="Times New Roman"/>
              <a:cs typeface="Times New Roman"/>
            </a:endParaRPr>
          </a:p>
          <a:p>
            <a:pPr marL="18415" marR="6350" indent="-6350" algn="just">
              <a:lnSpc>
                <a:spcPct val="155000"/>
              </a:lnSpc>
              <a:spcBef>
                <a:spcPts val="434"/>
              </a:spcBef>
            </a:pPr>
            <a:r>
              <a:rPr sz="1200" spc="-5" dirty="0">
                <a:latin typeface="Times New Roman"/>
                <a:cs typeface="Times New Roman"/>
              </a:rPr>
              <a:t>System </a:t>
            </a:r>
            <a:r>
              <a:rPr sz="1200" dirty="0">
                <a:latin typeface="Times New Roman"/>
                <a:cs typeface="Times New Roman"/>
              </a:rPr>
              <a:t>implementation is the </a:t>
            </a:r>
            <a:r>
              <a:rPr sz="1200" spc="-5" dirty="0">
                <a:latin typeface="Times New Roman"/>
                <a:cs typeface="Times New Roman"/>
              </a:rPr>
              <a:t>process </a:t>
            </a:r>
            <a:r>
              <a:rPr sz="1200" dirty="0">
                <a:latin typeface="Times New Roman"/>
                <a:cs typeface="Times New Roman"/>
              </a:rPr>
              <a:t>of bringing the developed </a:t>
            </a:r>
            <a:r>
              <a:rPr sz="1200" spc="-5" dirty="0">
                <a:latin typeface="Times New Roman"/>
                <a:cs typeface="Times New Roman"/>
              </a:rPr>
              <a:t>system </a:t>
            </a:r>
            <a:r>
              <a:rPr sz="1200" dirty="0">
                <a:latin typeface="Times New Roman"/>
                <a:cs typeface="Times New Roman"/>
              </a:rPr>
              <a:t>into operational </a:t>
            </a:r>
            <a:r>
              <a:rPr sz="1200" spc="-20" dirty="0">
                <a:latin typeface="Times New Roman"/>
                <a:cs typeface="Times New Roman"/>
              </a:rPr>
              <a:t>use </a:t>
            </a:r>
            <a:r>
              <a:rPr sz="1200" spc="-15" dirty="0">
                <a:latin typeface="Times New Roman"/>
                <a:cs typeface="Times New Roman"/>
              </a:rPr>
              <a:t> </a:t>
            </a:r>
            <a:r>
              <a:rPr sz="1200" spc="-5" dirty="0">
                <a:latin typeface="Times New Roman"/>
                <a:cs typeface="Times New Roman"/>
              </a:rPr>
              <a:t>and </a:t>
            </a:r>
            <a:r>
              <a:rPr sz="1200" dirty="0">
                <a:latin typeface="Times New Roman"/>
                <a:cs typeface="Times New Roman"/>
              </a:rPr>
              <a:t>turning it over to the </a:t>
            </a:r>
            <a:r>
              <a:rPr sz="1200" spc="-5" dirty="0">
                <a:latin typeface="Times New Roman"/>
                <a:cs typeface="Times New Roman"/>
              </a:rPr>
              <a:t>user. </a:t>
            </a:r>
            <a:r>
              <a:rPr sz="1200" spc="-15" dirty="0">
                <a:latin typeface="Times New Roman"/>
                <a:cs typeface="Times New Roman"/>
              </a:rPr>
              <a:t>It </a:t>
            </a:r>
            <a:r>
              <a:rPr sz="1200" dirty="0">
                <a:latin typeface="Times New Roman"/>
                <a:cs typeface="Times New Roman"/>
              </a:rPr>
              <a:t>can </a:t>
            </a:r>
            <a:r>
              <a:rPr sz="1200" spc="5" dirty="0">
                <a:latin typeface="Times New Roman"/>
                <a:cs typeface="Times New Roman"/>
              </a:rPr>
              <a:t>be </a:t>
            </a:r>
            <a:r>
              <a:rPr sz="1200" dirty="0">
                <a:latin typeface="Times New Roman"/>
                <a:cs typeface="Times New Roman"/>
              </a:rPr>
              <a:t>the most crucial stage in achieving a successful </a:t>
            </a:r>
            <a:r>
              <a:rPr sz="1200" spc="-20" dirty="0">
                <a:latin typeface="Times New Roman"/>
                <a:cs typeface="Times New Roman"/>
              </a:rPr>
              <a:t>new </a:t>
            </a:r>
            <a:r>
              <a:rPr sz="1200" spc="-15" dirty="0">
                <a:latin typeface="Times New Roman"/>
                <a:cs typeface="Times New Roman"/>
              </a:rPr>
              <a:t> </a:t>
            </a:r>
            <a:r>
              <a:rPr sz="1200" spc="-5" dirty="0">
                <a:latin typeface="Times New Roman"/>
                <a:cs typeface="Times New Roman"/>
              </a:rPr>
              <a:t>system and </a:t>
            </a:r>
            <a:r>
              <a:rPr sz="1200" dirty="0">
                <a:latin typeface="Times New Roman"/>
                <a:cs typeface="Times New Roman"/>
              </a:rPr>
              <a:t>in </a:t>
            </a:r>
            <a:r>
              <a:rPr sz="1200" spc="-5" dirty="0">
                <a:latin typeface="Times New Roman"/>
                <a:cs typeface="Times New Roman"/>
              </a:rPr>
              <a:t>giving </a:t>
            </a:r>
            <a:r>
              <a:rPr sz="1200" dirty="0">
                <a:latin typeface="Times New Roman"/>
                <a:cs typeface="Times New Roman"/>
              </a:rPr>
              <a:t>the </a:t>
            </a:r>
            <a:r>
              <a:rPr sz="1200" spc="-5" dirty="0">
                <a:latin typeface="Times New Roman"/>
                <a:cs typeface="Times New Roman"/>
              </a:rPr>
              <a:t>users </a:t>
            </a:r>
            <a:r>
              <a:rPr sz="1200" dirty="0">
                <a:latin typeface="Times New Roman"/>
                <a:cs typeface="Times New Roman"/>
              </a:rPr>
              <a:t>confidence that the </a:t>
            </a:r>
            <a:r>
              <a:rPr sz="1200" spc="-5" dirty="0">
                <a:latin typeface="Times New Roman"/>
                <a:cs typeface="Times New Roman"/>
              </a:rPr>
              <a:t>new system </a:t>
            </a:r>
            <a:r>
              <a:rPr sz="1200" dirty="0">
                <a:latin typeface="Times New Roman"/>
                <a:cs typeface="Times New Roman"/>
              </a:rPr>
              <a:t>will work and be </a:t>
            </a:r>
            <a:r>
              <a:rPr sz="1200" spc="-10" dirty="0">
                <a:latin typeface="Times New Roman"/>
                <a:cs typeface="Times New Roman"/>
              </a:rPr>
              <a:t>effective. </a:t>
            </a:r>
            <a:r>
              <a:rPr sz="1200" spc="-5" dirty="0">
                <a:latin typeface="Times New Roman"/>
                <a:cs typeface="Times New Roman"/>
              </a:rPr>
              <a:t> </a:t>
            </a:r>
            <a:r>
              <a:rPr sz="1200" dirty="0">
                <a:latin typeface="Times New Roman"/>
                <a:cs typeface="Times New Roman"/>
              </a:rPr>
              <a:t>Implementation </a:t>
            </a:r>
            <a:r>
              <a:rPr sz="1200" spc="-5" dirty="0">
                <a:latin typeface="Times New Roman"/>
                <a:cs typeface="Times New Roman"/>
              </a:rPr>
              <a:t>is </a:t>
            </a:r>
            <a:r>
              <a:rPr sz="1200" dirty="0">
                <a:latin typeface="Times New Roman"/>
                <a:cs typeface="Times New Roman"/>
              </a:rPr>
              <a:t>the final stage </a:t>
            </a:r>
            <a:r>
              <a:rPr sz="1200" spc="-5" dirty="0">
                <a:latin typeface="Times New Roman"/>
                <a:cs typeface="Times New Roman"/>
              </a:rPr>
              <a:t>and</a:t>
            </a:r>
            <a:r>
              <a:rPr sz="1200" dirty="0">
                <a:latin typeface="Times New Roman"/>
                <a:cs typeface="Times New Roman"/>
              </a:rPr>
              <a:t> it’s </a:t>
            </a:r>
            <a:r>
              <a:rPr sz="1200" spc="-5" dirty="0">
                <a:latin typeface="Times New Roman"/>
                <a:cs typeface="Times New Roman"/>
              </a:rPr>
              <a:t>an </a:t>
            </a:r>
            <a:r>
              <a:rPr sz="1200" dirty="0">
                <a:latin typeface="Times New Roman"/>
                <a:cs typeface="Times New Roman"/>
              </a:rPr>
              <a:t>important phase.</a:t>
            </a:r>
            <a:r>
              <a:rPr sz="1200" spc="5" dirty="0">
                <a:latin typeface="Times New Roman"/>
                <a:cs typeface="Times New Roman"/>
              </a:rPr>
              <a:t> </a:t>
            </a:r>
            <a:r>
              <a:rPr sz="1200" spc="-10" dirty="0">
                <a:latin typeface="Times New Roman"/>
                <a:cs typeface="Times New Roman"/>
              </a:rPr>
              <a:t>It</a:t>
            </a:r>
            <a:r>
              <a:rPr sz="1200" spc="-5" dirty="0">
                <a:latin typeface="Times New Roman"/>
                <a:cs typeface="Times New Roman"/>
              </a:rPr>
              <a:t> </a:t>
            </a:r>
            <a:r>
              <a:rPr sz="1200" dirty="0">
                <a:latin typeface="Times New Roman"/>
                <a:cs typeface="Times New Roman"/>
              </a:rPr>
              <a:t>involves the </a:t>
            </a:r>
            <a:r>
              <a:rPr sz="1200" spc="-10" dirty="0">
                <a:latin typeface="Times New Roman"/>
                <a:cs typeface="Times New Roman"/>
              </a:rPr>
              <a:t>individual </a:t>
            </a:r>
            <a:r>
              <a:rPr sz="1200" spc="-5" dirty="0">
                <a:latin typeface="Times New Roman"/>
                <a:cs typeface="Times New Roman"/>
              </a:rPr>
              <a:t> </a:t>
            </a:r>
            <a:r>
              <a:rPr sz="1200" spc="-10" dirty="0">
                <a:latin typeface="Times New Roman"/>
                <a:cs typeface="Times New Roman"/>
              </a:rPr>
              <a:t>programming, </a:t>
            </a:r>
            <a:r>
              <a:rPr sz="1200" spc="-5" dirty="0">
                <a:latin typeface="Times New Roman"/>
                <a:cs typeface="Times New Roman"/>
              </a:rPr>
              <a:t>system testing, user </a:t>
            </a:r>
            <a:r>
              <a:rPr sz="1200" dirty="0">
                <a:latin typeface="Times New Roman"/>
                <a:cs typeface="Times New Roman"/>
              </a:rPr>
              <a:t>training </a:t>
            </a:r>
            <a:r>
              <a:rPr sz="1200" spc="-5" dirty="0">
                <a:latin typeface="Times New Roman"/>
                <a:cs typeface="Times New Roman"/>
              </a:rPr>
              <a:t>and </a:t>
            </a:r>
            <a:r>
              <a:rPr sz="1200" dirty="0">
                <a:latin typeface="Times New Roman"/>
                <a:cs typeface="Times New Roman"/>
              </a:rPr>
              <a:t>the </a:t>
            </a:r>
            <a:r>
              <a:rPr sz="1200" spc="-10" dirty="0">
                <a:latin typeface="Times New Roman"/>
                <a:cs typeface="Times New Roman"/>
              </a:rPr>
              <a:t>operational </a:t>
            </a:r>
            <a:r>
              <a:rPr sz="1200" dirty="0">
                <a:latin typeface="Times New Roman"/>
                <a:cs typeface="Times New Roman"/>
              </a:rPr>
              <a:t>running of developed </a:t>
            </a:r>
            <a:r>
              <a:rPr sz="1200" spc="-15" dirty="0">
                <a:latin typeface="Times New Roman"/>
                <a:cs typeface="Times New Roman"/>
              </a:rPr>
              <a:t>proposed </a:t>
            </a:r>
            <a:r>
              <a:rPr sz="1200" spc="-10" dirty="0">
                <a:latin typeface="Times New Roman"/>
                <a:cs typeface="Times New Roman"/>
              </a:rPr>
              <a:t> </a:t>
            </a:r>
            <a:r>
              <a:rPr sz="1200" spc="-5" dirty="0">
                <a:latin typeface="Times New Roman"/>
                <a:cs typeface="Times New Roman"/>
              </a:rPr>
              <a:t>system</a:t>
            </a:r>
            <a:r>
              <a:rPr sz="1200" dirty="0">
                <a:latin typeface="Times New Roman"/>
                <a:cs typeface="Times New Roman"/>
              </a:rPr>
              <a:t> that</a:t>
            </a:r>
            <a:r>
              <a:rPr sz="1200" spc="5" dirty="0">
                <a:latin typeface="Times New Roman"/>
                <a:cs typeface="Times New Roman"/>
              </a:rPr>
              <a:t> </a:t>
            </a:r>
            <a:r>
              <a:rPr sz="1200" dirty="0">
                <a:latin typeface="Times New Roman"/>
                <a:cs typeface="Times New Roman"/>
              </a:rPr>
              <a:t>constitute</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application</a:t>
            </a:r>
            <a:r>
              <a:rPr sz="1200" spc="5" dirty="0">
                <a:latin typeface="Times New Roman"/>
                <a:cs typeface="Times New Roman"/>
              </a:rPr>
              <a:t> </a:t>
            </a:r>
            <a:r>
              <a:rPr sz="1200" spc="-5" dirty="0">
                <a:latin typeface="Times New Roman"/>
                <a:cs typeface="Times New Roman"/>
              </a:rPr>
              <a:t>subsystems.</a:t>
            </a:r>
            <a:r>
              <a:rPr sz="1200" dirty="0">
                <a:latin typeface="Times New Roman"/>
                <a:cs typeface="Times New Roman"/>
              </a:rPr>
              <a:t> One</a:t>
            </a:r>
            <a:r>
              <a:rPr sz="1200" spc="5" dirty="0">
                <a:latin typeface="Times New Roman"/>
                <a:cs typeface="Times New Roman"/>
              </a:rPr>
              <a:t> </a:t>
            </a:r>
            <a:r>
              <a:rPr sz="1200" dirty="0">
                <a:latin typeface="Times New Roman"/>
                <a:cs typeface="Times New Roman"/>
              </a:rPr>
              <a:t>major</a:t>
            </a:r>
            <a:r>
              <a:rPr sz="1200" spc="5" dirty="0">
                <a:latin typeface="Times New Roman"/>
                <a:cs typeface="Times New Roman"/>
              </a:rPr>
              <a:t> </a:t>
            </a:r>
            <a:r>
              <a:rPr sz="1200" dirty="0">
                <a:latin typeface="Times New Roman"/>
                <a:cs typeface="Times New Roman"/>
              </a:rPr>
              <a:t>task</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preparing</a:t>
            </a:r>
            <a:r>
              <a:rPr sz="1200" spc="5" dirty="0">
                <a:latin typeface="Times New Roman"/>
                <a:cs typeface="Times New Roman"/>
              </a:rPr>
              <a:t> </a:t>
            </a:r>
            <a:r>
              <a:rPr sz="1200" spc="-20" dirty="0">
                <a:latin typeface="Times New Roman"/>
                <a:cs typeface="Times New Roman"/>
              </a:rPr>
              <a:t>for </a:t>
            </a:r>
            <a:r>
              <a:rPr sz="1200" spc="-15" dirty="0">
                <a:latin typeface="Times New Roman"/>
                <a:cs typeface="Times New Roman"/>
              </a:rPr>
              <a:t> </a:t>
            </a:r>
            <a:r>
              <a:rPr sz="1200" dirty="0">
                <a:latin typeface="Times New Roman"/>
                <a:cs typeface="Times New Roman"/>
              </a:rPr>
              <a:t>implementation is education </a:t>
            </a:r>
            <a:r>
              <a:rPr sz="1200" spc="-5" dirty="0">
                <a:latin typeface="Times New Roman"/>
                <a:cs typeface="Times New Roman"/>
              </a:rPr>
              <a:t>of users, which </a:t>
            </a:r>
            <a:r>
              <a:rPr sz="1200" dirty="0">
                <a:latin typeface="Times New Roman"/>
                <a:cs typeface="Times New Roman"/>
              </a:rPr>
              <a:t>should really </a:t>
            </a:r>
            <a:r>
              <a:rPr sz="1200" spc="-5" dirty="0">
                <a:latin typeface="Times New Roman"/>
                <a:cs typeface="Times New Roman"/>
              </a:rPr>
              <a:t>have been taken </a:t>
            </a:r>
            <a:r>
              <a:rPr sz="1200" dirty="0">
                <a:latin typeface="Times New Roman"/>
                <a:cs typeface="Times New Roman"/>
              </a:rPr>
              <a:t>place much </a:t>
            </a:r>
            <a:r>
              <a:rPr sz="1200" spc="-10" dirty="0">
                <a:latin typeface="Times New Roman"/>
                <a:cs typeface="Times New Roman"/>
              </a:rPr>
              <a:t>earlier </a:t>
            </a:r>
            <a:r>
              <a:rPr sz="1200" spc="-5" dirty="0">
                <a:latin typeface="Times New Roman"/>
                <a:cs typeface="Times New Roman"/>
              </a:rPr>
              <a:t> </a:t>
            </a:r>
            <a:r>
              <a:rPr sz="1200" dirty="0">
                <a:latin typeface="Times New Roman"/>
                <a:cs typeface="Times New Roman"/>
              </a:rPr>
              <a:t>in the project </a:t>
            </a:r>
            <a:r>
              <a:rPr sz="1200" spc="-5" dirty="0">
                <a:latin typeface="Times New Roman"/>
                <a:cs typeface="Times New Roman"/>
              </a:rPr>
              <a:t>when </a:t>
            </a:r>
            <a:r>
              <a:rPr sz="1200" spc="5" dirty="0">
                <a:latin typeface="Times New Roman"/>
                <a:cs typeface="Times New Roman"/>
              </a:rPr>
              <a:t>they </a:t>
            </a:r>
            <a:r>
              <a:rPr sz="1200" spc="-5" dirty="0">
                <a:latin typeface="Times New Roman"/>
                <a:cs typeface="Times New Roman"/>
              </a:rPr>
              <a:t>were </a:t>
            </a:r>
            <a:r>
              <a:rPr sz="1200" dirty="0">
                <a:latin typeface="Times New Roman"/>
                <a:cs typeface="Times New Roman"/>
              </a:rPr>
              <a:t>being </a:t>
            </a:r>
            <a:r>
              <a:rPr sz="1200" spc="-5" dirty="0">
                <a:latin typeface="Times New Roman"/>
                <a:cs typeface="Times New Roman"/>
              </a:rPr>
              <a:t>involved </a:t>
            </a:r>
            <a:r>
              <a:rPr sz="1200" dirty="0">
                <a:latin typeface="Times New Roman"/>
                <a:cs typeface="Times New Roman"/>
              </a:rPr>
              <a:t>in the investigation </a:t>
            </a:r>
            <a:r>
              <a:rPr sz="1200" spc="-5" dirty="0">
                <a:latin typeface="Times New Roman"/>
                <a:cs typeface="Times New Roman"/>
              </a:rPr>
              <a:t>and design work. </a:t>
            </a:r>
            <a:r>
              <a:rPr sz="1200" dirty="0">
                <a:latin typeface="Times New Roman"/>
                <a:cs typeface="Times New Roman"/>
              </a:rPr>
              <a:t>During </a:t>
            </a:r>
            <a:r>
              <a:rPr sz="1200" spc="-10" dirty="0">
                <a:latin typeface="Times New Roman"/>
                <a:cs typeface="Times New Roman"/>
              </a:rPr>
              <a:t>the </a:t>
            </a:r>
            <a:r>
              <a:rPr sz="1200" spc="-285" dirty="0">
                <a:latin typeface="Times New Roman"/>
                <a:cs typeface="Times New Roman"/>
              </a:rPr>
              <a:t> </a:t>
            </a:r>
            <a:r>
              <a:rPr sz="1200" dirty="0">
                <a:latin typeface="Times New Roman"/>
                <a:cs typeface="Times New Roman"/>
              </a:rPr>
              <a:t>implementation phase </a:t>
            </a:r>
            <a:r>
              <a:rPr sz="1200" spc="-5" dirty="0">
                <a:latin typeface="Times New Roman"/>
                <a:cs typeface="Times New Roman"/>
              </a:rPr>
              <a:t>system </a:t>
            </a:r>
            <a:r>
              <a:rPr sz="1200" spc="5" dirty="0">
                <a:latin typeface="Times New Roman"/>
                <a:cs typeface="Times New Roman"/>
              </a:rPr>
              <a:t>actually </a:t>
            </a:r>
            <a:r>
              <a:rPr sz="1200" dirty="0">
                <a:latin typeface="Times New Roman"/>
                <a:cs typeface="Times New Roman"/>
              </a:rPr>
              <a:t>takes </a:t>
            </a:r>
            <a:r>
              <a:rPr sz="1200" spc="-5" dirty="0">
                <a:latin typeface="Times New Roman"/>
                <a:cs typeface="Times New Roman"/>
              </a:rPr>
              <a:t>physical </a:t>
            </a:r>
            <a:r>
              <a:rPr sz="1200" dirty="0">
                <a:latin typeface="Times New Roman"/>
                <a:cs typeface="Times New Roman"/>
              </a:rPr>
              <a:t>shape. </a:t>
            </a:r>
            <a:r>
              <a:rPr sz="1200" spc="-10" dirty="0">
                <a:latin typeface="Times New Roman"/>
                <a:cs typeface="Times New Roman"/>
              </a:rPr>
              <a:t>In </a:t>
            </a:r>
            <a:r>
              <a:rPr sz="1200" dirty="0">
                <a:latin typeface="Times New Roman"/>
                <a:cs typeface="Times New Roman"/>
              </a:rPr>
              <a:t>order to develop a </a:t>
            </a:r>
            <a:r>
              <a:rPr sz="1200" spc="-15" dirty="0">
                <a:latin typeface="Times New Roman"/>
                <a:cs typeface="Times New Roman"/>
              </a:rPr>
              <a:t>system </a:t>
            </a:r>
            <a:r>
              <a:rPr sz="1200" spc="-10" dirty="0">
                <a:latin typeface="Times New Roman"/>
                <a:cs typeface="Times New Roman"/>
              </a:rPr>
              <a:t> </a:t>
            </a:r>
            <a:r>
              <a:rPr sz="1200" dirty="0">
                <a:latin typeface="Times New Roman"/>
                <a:cs typeface="Times New Roman"/>
              </a:rPr>
              <a:t>implemented,</a:t>
            </a:r>
            <a:r>
              <a:rPr sz="1200" spc="5" dirty="0">
                <a:latin typeface="Times New Roman"/>
                <a:cs typeface="Times New Roman"/>
              </a:rPr>
              <a:t> </a:t>
            </a:r>
            <a:r>
              <a:rPr sz="1200" dirty="0">
                <a:latin typeface="Times New Roman"/>
                <a:cs typeface="Times New Roman"/>
              </a:rPr>
              <a:t>planning</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a:t>
            </a:r>
            <a:r>
              <a:rPr sz="1200" spc="5" dirty="0">
                <a:latin typeface="Times New Roman"/>
                <a:cs typeface="Times New Roman"/>
              </a:rPr>
              <a:t>very</a:t>
            </a:r>
            <a:r>
              <a:rPr sz="1200" spc="315" dirty="0">
                <a:latin typeface="Times New Roman"/>
                <a:cs typeface="Times New Roman"/>
              </a:rPr>
              <a:t> </a:t>
            </a:r>
            <a:r>
              <a:rPr sz="1200" dirty="0">
                <a:latin typeface="Times New Roman"/>
                <a:cs typeface="Times New Roman"/>
              </a:rPr>
              <a:t>essential.</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implementation</a:t>
            </a:r>
            <a:r>
              <a:rPr sz="1200" spc="5" dirty="0">
                <a:latin typeface="Times New Roman"/>
                <a:cs typeface="Times New Roman"/>
              </a:rPr>
              <a:t> </a:t>
            </a:r>
            <a:r>
              <a:rPr sz="1200" dirty="0">
                <a:latin typeface="Times New Roman"/>
                <a:cs typeface="Times New Roman"/>
              </a:rPr>
              <a:t>phase</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software </a:t>
            </a:r>
            <a:r>
              <a:rPr sz="1200" spc="-5" dirty="0">
                <a:latin typeface="Times New Roman"/>
                <a:cs typeface="Times New Roman"/>
              </a:rPr>
              <a:t> </a:t>
            </a:r>
            <a:r>
              <a:rPr sz="1200" spc="-15" dirty="0">
                <a:latin typeface="Times New Roman"/>
                <a:cs typeface="Times New Roman"/>
              </a:rPr>
              <a:t>development</a:t>
            </a:r>
            <a:r>
              <a:rPr sz="1200" spc="2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spc="-5" dirty="0">
                <a:latin typeface="Times New Roman"/>
                <a:cs typeface="Times New Roman"/>
              </a:rPr>
              <a:t>concerned</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translating</a:t>
            </a:r>
            <a:r>
              <a:rPr sz="1200" spc="-5" dirty="0">
                <a:latin typeface="Times New Roman"/>
                <a:cs typeface="Times New Roman"/>
              </a:rPr>
              <a:t> design</a:t>
            </a:r>
            <a:r>
              <a:rPr sz="1200" dirty="0">
                <a:latin typeface="Times New Roman"/>
                <a:cs typeface="Times New Roman"/>
              </a:rPr>
              <a:t> </a:t>
            </a:r>
            <a:r>
              <a:rPr sz="1200" spc="-15" dirty="0">
                <a:latin typeface="Times New Roman"/>
                <a:cs typeface="Times New Roman"/>
              </a:rPr>
              <a:t>specification</a:t>
            </a:r>
            <a:r>
              <a:rPr sz="1200" spc="35" dirty="0">
                <a:latin typeface="Times New Roman"/>
                <a:cs typeface="Times New Roman"/>
              </a:rPr>
              <a:t> </a:t>
            </a:r>
            <a:r>
              <a:rPr sz="1200" dirty="0">
                <a:latin typeface="Times New Roman"/>
                <a:cs typeface="Times New Roman"/>
              </a:rPr>
              <a:t>into</a:t>
            </a:r>
            <a:r>
              <a:rPr sz="1200" spc="-15" dirty="0">
                <a:latin typeface="Times New Roman"/>
                <a:cs typeface="Times New Roman"/>
              </a:rPr>
              <a:t> </a:t>
            </a:r>
            <a:r>
              <a:rPr sz="1200" spc="-5" dirty="0">
                <a:latin typeface="Times New Roman"/>
                <a:cs typeface="Times New Roman"/>
              </a:rPr>
              <a:t>source</a:t>
            </a:r>
            <a:r>
              <a:rPr sz="1200" spc="5" dirty="0">
                <a:latin typeface="Times New Roman"/>
                <a:cs typeface="Times New Roman"/>
              </a:rPr>
              <a:t> </a:t>
            </a:r>
            <a:r>
              <a:rPr sz="1200" spc="-15" dirty="0">
                <a:latin typeface="Times New Roman"/>
                <a:cs typeface="Times New Roman"/>
              </a:rPr>
              <a:t>code.</a:t>
            </a:r>
            <a:endParaRPr sz="1200">
              <a:latin typeface="Times New Roman"/>
              <a:cs typeface="Times New Roman"/>
            </a:endParaRPr>
          </a:p>
          <a:p>
            <a:pPr marL="12700" marR="5080" indent="457200" algn="just">
              <a:lnSpc>
                <a:spcPct val="155100"/>
              </a:lnSpc>
              <a:spcBef>
                <a:spcPts val="800"/>
              </a:spcBef>
            </a:pP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a:t>
            </a:r>
            <a:r>
              <a:rPr sz="1200" spc="-30" dirty="0">
                <a:latin typeface="Times New Roman"/>
                <a:cs typeface="Times New Roman"/>
              </a:rPr>
              <a:t> </a:t>
            </a:r>
            <a:r>
              <a:rPr sz="1200" spc="-10" dirty="0">
                <a:latin typeface="Times New Roman"/>
                <a:cs typeface="Times New Roman"/>
              </a:rPr>
              <a:t>tests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developed</a:t>
            </a:r>
            <a:r>
              <a:rPr sz="1200" spc="-25" dirty="0">
                <a:latin typeface="Times New Roman"/>
                <a:cs typeface="Times New Roman"/>
              </a:rPr>
              <a:t> </a:t>
            </a:r>
            <a:r>
              <a:rPr sz="1200" spc="-5" dirty="0">
                <a:latin typeface="Times New Roman"/>
                <a:cs typeface="Times New Roman"/>
              </a:rPr>
              <a:t>system</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changes</a:t>
            </a:r>
            <a:r>
              <a:rPr sz="1200" spc="-25" dirty="0">
                <a:latin typeface="Times New Roman"/>
                <a:cs typeface="Times New Roman"/>
              </a:rPr>
              <a:t> </a:t>
            </a:r>
            <a:r>
              <a:rPr sz="1200" spc="-5" dirty="0">
                <a:latin typeface="Times New Roman"/>
                <a:cs typeface="Times New Roman"/>
              </a:rPr>
              <a:t>are</a:t>
            </a:r>
            <a:r>
              <a:rPr sz="1200" spc="-35" dirty="0">
                <a:latin typeface="Times New Roman"/>
                <a:cs typeface="Times New Roman"/>
              </a:rPr>
              <a:t> </a:t>
            </a:r>
            <a:r>
              <a:rPr sz="1200" spc="-5" dirty="0">
                <a:latin typeface="Times New Roman"/>
                <a:cs typeface="Times New Roman"/>
              </a:rPr>
              <a:t>made</a:t>
            </a:r>
            <a:r>
              <a:rPr sz="1200" spc="-15" dirty="0">
                <a:latin typeface="Times New Roman"/>
                <a:cs typeface="Times New Roman"/>
              </a:rPr>
              <a:t> </a:t>
            </a:r>
            <a:r>
              <a:rPr sz="1200" spc="-10" dirty="0">
                <a:latin typeface="Times New Roman"/>
                <a:cs typeface="Times New Roman"/>
              </a:rPr>
              <a:t>according</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their</a:t>
            </a:r>
            <a:r>
              <a:rPr sz="1200" spc="-15" dirty="0">
                <a:latin typeface="Times New Roman"/>
                <a:cs typeface="Times New Roman"/>
              </a:rPr>
              <a:t> needs.</a:t>
            </a:r>
            <a:r>
              <a:rPr sz="1200" spc="-25" dirty="0">
                <a:latin typeface="Times New Roman"/>
                <a:cs typeface="Times New Roman"/>
              </a:rPr>
              <a:t> </a:t>
            </a:r>
            <a:r>
              <a:rPr sz="1200" spc="-20" dirty="0">
                <a:latin typeface="Times New Roman"/>
                <a:cs typeface="Times New Roman"/>
              </a:rPr>
              <a:t>Our </a:t>
            </a:r>
            <a:r>
              <a:rPr sz="1200" spc="-290" dirty="0">
                <a:latin typeface="Times New Roman"/>
                <a:cs typeface="Times New Roman"/>
              </a:rPr>
              <a:t> </a:t>
            </a:r>
            <a:r>
              <a:rPr sz="1200" spc="-5" dirty="0">
                <a:latin typeface="Times New Roman"/>
                <a:cs typeface="Times New Roman"/>
              </a:rPr>
              <a:t>system </a:t>
            </a:r>
            <a:r>
              <a:rPr sz="1200" dirty="0">
                <a:latin typeface="Times New Roman"/>
                <a:cs typeface="Times New Roman"/>
              </a:rPr>
              <a:t>has been successfully implemented. Before implementation several tests have </a:t>
            </a:r>
            <a:r>
              <a:rPr sz="1200" spc="-20" dirty="0">
                <a:latin typeface="Times New Roman"/>
                <a:cs typeface="Times New Roman"/>
              </a:rPr>
              <a:t>been </a:t>
            </a:r>
            <a:r>
              <a:rPr sz="1200" spc="-15" dirty="0">
                <a:latin typeface="Times New Roman"/>
                <a:cs typeface="Times New Roman"/>
              </a:rPr>
              <a:t> </a:t>
            </a:r>
            <a:r>
              <a:rPr sz="1200" dirty="0">
                <a:latin typeface="Times New Roman"/>
                <a:cs typeface="Times New Roman"/>
              </a:rPr>
              <a:t>conducted to ensure that no </a:t>
            </a:r>
            <a:r>
              <a:rPr sz="1200" spc="-5" dirty="0">
                <a:latin typeface="Times New Roman"/>
                <a:cs typeface="Times New Roman"/>
              </a:rPr>
              <a:t>errors </a:t>
            </a:r>
            <a:r>
              <a:rPr sz="1200" dirty="0">
                <a:latin typeface="Times New Roman"/>
                <a:cs typeface="Times New Roman"/>
              </a:rPr>
              <a:t>are encountered during the operation. The </a:t>
            </a:r>
            <a:r>
              <a:rPr sz="1200" spc="-10" dirty="0">
                <a:latin typeface="Times New Roman"/>
                <a:cs typeface="Times New Roman"/>
              </a:rPr>
              <a:t>implementation </a:t>
            </a:r>
            <a:r>
              <a:rPr sz="1200" spc="-5" dirty="0">
                <a:latin typeface="Times New Roman"/>
                <a:cs typeface="Times New Roman"/>
              </a:rPr>
              <a:t> phase ends </a:t>
            </a:r>
            <a:r>
              <a:rPr sz="1200" dirty="0">
                <a:latin typeface="Times New Roman"/>
                <a:cs typeface="Times New Roman"/>
              </a:rPr>
              <a:t>with </a:t>
            </a:r>
            <a:r>
              <a:rPr sz="1200" spc="-5" dirty="0">
                <a:latin typeface="Times New Roman"/>
                <a:cs typeface="Times New Roman"/>
              </a:rPr>
              <a:t>an </a:t>
            </a:r>
            <a:r>
              <a:rPr sz="1200" dirty="0">
                <a:latin typeface="Times New Roman"/>
                <a:cs typeface="Times New Roman"/>
              </a:rPr>
              <a:t>evaluation </a:t>
            </a:r>
            <a:r>
              <a:rPr sz="1200" spc="5" dirty="0">
                <a:latin typeface="Times New Roman"/>
                <a:cs typeface="Times New Roman"/>
              </a:rPr>
              <a:t>of </a:t>
            </a: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after placing it into </a:t>
            </a:r>
            <a:r>
              <a:rPr sz="1200" spc="-5" dirty="0">
                <a:latin typeface="Times New Roman"/>
                <a:cs typeface="Times New Roman"/>
              </a:rPr>
              <a:t>operation </a:t>
            </a:r>
            <a:r>
              <a:rPr sz="1200" dirty="0">
                <a:latin typeface="Times New Roman"/>
                <a:cs typeface="Times New Roman"/>
              </a:rPr>
              <a:t>for a period of </a:t>
            </a:r>
            <a:r>
              <a:rPr sz="1200" spc="-10" dirty="0">
                <a:latin typeface="Times New Roman"/>
                <a:cs typeface="Times New Roman"/>
              </a:rPr>
              <a:t>time. </a:t>
            </a:r>
            <a:r>
              <a:rPr sz="1200" spc="-285" dirty="0">
                <a:latin typeface="Times New Roman"/>
                <a:cs typeface="Times New Roman"/>
              </a:rPr>
              <a:t> </a:t>
            </a:r>
            <a:r>
              <a:rPr sz="1200" spc="-15" dirty="0">
                <a:latin typeface="Times New Roman"/>
                <a:cs typeface="Times New Roman"/>
              </a:rPr>
              <a:t>Implementation</a:t>
            </a:r>
            <a:r>
              <a:rPr sz="1200" spc="30"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third</a:t>
            </a:r>
            <a:r>
              <a:rPr sz="1200" spc="-10" dirty="0">
                <a:latin typeface="Times New Roman"/>
                <a:cs typeface="Times New Roman"/>
              </a:rPr>
              <a:t> </a:t>
            </a:r>
            <a:r>
              <a:rPr sz="1200" spc="-5" dirty="0">
                <a:latin typeface="Times New Roman"/>
                <a:cs typeface="Times New Roman"/>
              </a:rPr>
              <a:t>phase</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system</a:t>
            </a:r>
            <a:r>
              <a:rPr sz="1200" spc="30" dirty="0">
                <a:latin typeface="Times New Roman"/>
                <a:cs typeface="Times New Roman"/>
              </a:rPr>
              <a:t> </a:t>
            </a:r>
            <a:r>
              <a:rPr sz="1200" spc="-5" dirty="0">
                <a:latin typeface="Times New Roman"/>
                <a:cs typeface="Times New Roman"/>
              </a:rPr>
              <a:t>process.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three</a:t>
            </a:r>
            <a:r>
              <a:rPr sz="1200" spc="10" dirty="0">
                <a:latin typeface="Times New Roman"/>
                <a:cs typeface="Times New Roman"/>
              </a:rPr>
              <a:t> </a:t>
            </a:r>
            <a:r>
              <a:rPr sz="1200" spc="-5" dirty="0">
                <a:latin typeface="Times New Roman"/>
                <a:cs typeface="Times New Roman"/>
              </a:rPr>
              <a:t>implementation</a:t>
            </a:r>
            <a:r>
              <a:rPr sz="1200" spc="25" dirty="0">
                <a:latin typeface="Times New Roman"/>
                <a:cs typeface="Times New Roman"/>
              </a:rPr>
              <a:t> </a:t>
            </a:r>
            <a:r>
              <a:rPr sz="1200" spc="-25" dirty="0">
                <a:latin typeface="Times New Roman"/>
                <a:cs typeface="Times New Roman"/>
              </a:rPr>
              <a:t>are:</a:t>
            </a:r>
            <a:endParaRPr sz="1200">
              <a:latin typeface="Times New Roman"/>
              <a:cs typeface="Times New Roman"/>
            </a:endParaRPr>
          </a:p>
          <a:p>
            <a:pPr>
              <a:lnSpc>
                <a:spcPct val="100000"/>
              </a:lnSpc>
              <a:spcBef>
                <a:spcPts val="10"/>
              </a:spcBef>
            </a:pPr>
            <a:endParaRPr sz="1650">
              <a:latin typeface="Times New Roman"/>
              <a:cs typeface="Times New Roman"/>
            </a:endParaRPr>
          </a:p>
          <a:p>
            <a:pPr marL="478790" lvl="1" indent="-229235" algn="just">
              <a:lnSpc>
                <a:spcPct val="100000"/>
              </a:lnSpc>
              <a:buAutoNum type="arabicPeriod"/>
              <a:tabLst>
                <a:tab pos="479425" algn="l"/>
              </a:tabLst>
            </a:pPr>
            <a:r>
              <a:rPr sz="1200" spc="-15" dirty="0">
                <a:latin typeface="Times New Roman"/>
                <a:cs typeface="Times New Roman"/>
              </a:rPr>
              <a:t>Implementation</a:t>
            </a:r>
            <a:r>
              <a:rPr sz="1200" spc="2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5" dirty="0">
                <a:latin typeface="Times New Roman"/>
                <a:cs typeface="Times New Roman"/>
              </a:rPr>
              <a:t>new</a:t>
            </a:r>
            <a:r>
              <a:rPr sz="1200" dirty="0">
                <a:latin typeface="Times New Roman"/>
                <a:cs typeface="Times New Roman"/>
              </a:rPr>
              <a:t> </a:t>
            </a:r>
            <a:r>
              <a:rPr sz="1200" spc="-5" dirty="0">
                <a:latin typeface="Times New Roman"/>
                <a:cs typeface="Times New Roman"/>
              </a:rPr>
              <a:t>computer</a:t>
            </a:r>
            <a:r>
              <a:rPr sz="1200" spc="15"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5" dirty="0">
                <a:latin typeface="Times New Roman"/>
                <a:cs typeface="Times New Roman"/>
              </a:rPr>
              <a:t>replace</a:t>
            </a:r>
            <a:r>
              <a:rPr sz="1200" spc="35" dirty="0">
                <a:latin typeface="Times New Roman"/>
                <a:cs typeface="Times New Roman"/>
              </a:rPr>
              <a:t> </a:t>
            </a:r>
            <a:r>
              <a:rPr sz="1200" spc="-5" dirty="0">
                <a:latin typeface="Times New Roman"/>
                <a:cs typeface="Times New Roman"/>
              </a:rPr>
              <a:t>an</a:t>
            </a:r>
            <a:r>
              <a:rPr sz="1200" spc="5" dirty="0">
                <a:latin typeface="Times New Roman"/>
                <a:cs typeface="Times New Roman"/>
              </a:rPr>
              <a:t> </a:t>
            </a:r>
            <a:r>
              <a:rPr sz="1200" dirty="0">
                <a:latin typeface="Times New Roman"/>
                <a:cs typeface="Times New Roman"/>
              </a:rPr>
              <a:t>existing</a:t>
            </a:r>
            <a:r>
              <a:rPr sz="1200" spc="-20" dirty="0">
                <a:latin typeface="Times New Roman"/>
                <a:cs typeface="Times New Roman"/>
              </a:rPr>
              <a:t> one.</a:t>
            </a:r>
            <a:endParaRPr sz="1200">
              <a:latin typeface="Times New Roman"/>
              <a:cs typeface="Times New Roman"/>
            </a:endParaRPr>
          </a:p>
          <a:p>
            <a:pPr marL="478790" lvl="1" indent="-229235" algn="just">
              <a:lnSpc>
                <a:spcPct val="100000"/>
              </a:lnSpc>
              <a:spcBef>
                <a:spcPts val="900"/>
              </a:spcBef>
              <a:buAutoNum type="arabicPeriod"/>
              <a:tabLst>
                <a:tab pos="479425" algn="l"/>
              </a:tabLst>
            </a:pPr>
            <a:r>
              <a:rPr sz="1200" spc="-15" dirty="0">
                <a:latin typeface="Times New Roman"/>
                <a:cs typeface="Times New Roman"/>
              </a:rPr>
              <a:t>Implementation</a:t>
            </a:r>
            <a:r>
              <a:rPr sz="1200" spc="2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5" dirty="0">
                <a:latin typeface="Times New Roman"/>
                <a:cs typeface="Times New Roman"/>
              </a:rPr>
              <a:t>modified</a:t>
            </a:r>
            <a:r>
              <a:rPr sz="1200" spc="20" dirty="0">
                <a:latin typeface="Times New Roman"/>
                <a:cs typeface="Times New Roman"/>
              </a:rPr>
              <a:t> </a:t>
            </a:r>
            <a:r>
              <a:rPr sz="1200" spc="-5" dirty="0">
                <a:latin typeface="Times New Roman"/>
                <a:cs typeface="Times New Roman"/>
              </a:rPr>
              <a:t>application</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replace</a:t>
            </a:r>
            <a:r>
              <a:rPr sz="1200" spc="25" dirty="0">
                <a:latin typeface="Times New Roman"/>
                <a:cs typeface="Times New Roman"/>
              </a:rPr>
              <a:t> </a:t>
            </a:r>
            <a:r>
              <a:rPr sz="1200" spc="-5" dirty="0">
                <a:latin typeface="Times New Roman"/>
                <a:cs typeface="Times New Roman"/>
              </a:rPr>
              <a:t>an</a:t>
            </a:r>
            <a:r>
              <a:rPr sz="1200" dirty="0">
                <a:latin typeface="Times New Roman"/>
                <a:cs typeface="Times New Roman"/>
              </a:rPr>
              <a:t> existing</a:t>
            </a:r>
            <a:r>
              <a:rPr sz="1200" spc="-15" dirty="0">
                <a:latin typeface="Times New Roman"/>
                <a:cs typeface="Times New Roman"/>
              </a:rPr>
              <a:t> </a:t>
            </a:r>
            <a:r>
              <a:rPr sz="1200" spc="-20" dirty="0">
                <a:latin typeface="Times New Roman"/>
                <a:cs typeface="Times New Roman"/>
              </a:rPr>
              <a:t>one.</a:t>
            </a:r>
            <a:endParaRPr sz="1200">
              <a:latin typeface="Times New Roman"/>
              <a:cs typeface="Times New Roman"/>
            </a:endParaRPr>
          </a:p>
          <a:p>
            <a:pPr marL="478790" lvl="1" indent="-229235" algn="just">
              <a:lnSpc>
                <a:spcPct val="100000"/>
              </a:lnSpc>
              <a:spcBef>
                <a:spcPts val="900"/>
              </a:spcBef>
              <a:buAutoNum type="arabicPeriod"/>
              <a:tabLst>
                <a:tab pos="479425" algn="l"/>
              </a:tabLst>
            </a:pPr>
            <a:r>
              <a:rPr sz="1200" spc="-15" dirty="0">
                <a:latin typeface="Times New Roman"/>
                <a:cs typeface="Times New Roman"/>
              </a:rPr>
              <a:t>Implementation</a:t>
            </a:r>
            <a:r>
              <a:rPr sz="1200" spc="3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 </a:t>
            </a:r>
            <a:r>
              <a:rPr sz="1200" spc="-5" dirty="0">
                <a:latin typeface="Times New Roman"/>
                <a:cs typeface="Times New Roman"/>
              </a:rPr>
              <a:t>computer</a:t>
            </a:r>
            <a:r>
              <a:rPr sz="1200"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5" dirty="0">
                <a:latin typeface="Times New Roman"/>
                <a:cs typeface="Times New Roman"/>
              </a:rPr>
              <a:t>replace</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5" dirty="0">
                <a:latin typeface="Times New Roman"/>
                <a:cs typeface="Times New Roman"/>
              </a:rPr>
              <a:t>manual.</a:t>
            </a:r>
            <a:endParaRPr sz="1200">
              <a:latin typeface="Times New Roman"/>
              <a:cs typeface="Times New Roman"/>
            </a:endParaRPr>
          </a:p>
          <a:p>
            <a:pPr marL="12700" marR="6985" indent="457200" algn="just">
              <a:lnSpc>
                <a:spcPct val="155000"/>
              </a:lnSpc>
              <a:spcBef>
                <a:spcPts val="530"/>
              </a:spcBef>
            </a:pPr>
            <a:r>
              <a:rPr sz="1200" spc="-10" dirty="0">
                <a:latin typeface="Times New Roman"/>
                <a:cs typeface="Times New Roman"/>
              </a:rPr>
              <a:t>Installation </a:t>
            </a:r>
            <a:r>
              <a:rPr sz="1200" spc="-5" dirty="0">
                <a:latin typeface="Times New Roman"/>
                <a:cs typeface="Times New Roman"/>
              </a:rPr>
              <a:t>is </a:t>
            </a:r>
            <a:r>
              <a:rPr sz="1200" dirty="0">
                <a:latin typeface="Times New Roman"/>
                <a:cs typeface="Times New Roman"/>
              </a:rPr>
              <a:t>a part of </a:t>
            </a:r>
            <a:r>
              <a:rPr sz="1200" spc="-10" dirty="0">
                <a:latin typeface="Times New Roman"/>
                <a:cs typeface="Times New Roman"/>
              </a:rPr>
              <a:t>implementation, </a:t>
            </a:r>
            <a:r>
              <a:rPr sz="1200" dirty="0">
                <a:latin typeface="Times New Roman"/>
                <a:cs typeface="Times New Roman"/>
              </a:rPr>
              <a:t>concerned with the portion </a:t>
            </a:r>
            <a:r>
              <a:rPr sz="1200" spc="5" dirty="0">
                <a:latin typeface="Times New Roman"/>
                <a:cs typeface="Times New Roman"/>
              </a:rPr>
              <a:t>of </a:t>
            </a:r>
            <a:r>
              <a:rPr sz="1200" spc="-10" dirty="0">
                <a:latin typeface="Times New Roman"/>
                <a:cs typeface="Times New Roman"/>
              </a:rPr>
              <a:t>application </a:t>
            </a:r>
            <a:r>
              <a:rPr sz="1200" spc="-20" dirty="0">
                <a:latin typeface="Times New Roman"/>
                <a:cs typeface="Times New Roman"/>
              </a:rPr>
              <a:t>from </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developing</a:t>
            </a:r>
            <a:r>
              <a:rPr sz="1200" spc="-35" dirty="0">
                <a:latin typeface="Times New Roman"/>
                <a:cs typeface="Times New Roman"/>
              </a:rPr>
              <a:t> </a:t>
            </a:r>
            <a:r>
              <a:rPr sz="1200" dirty="0">
                <a:latin typeface="Times New Roman"/>
                <a:cs typeface="Times New Roman"/>
              </a:rPr>
              <a:t>site</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site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its</a:t>
            </a:r>
            <a:r>
              <a:rPr sz="1200" spc="-20" dirty="0">
                <a:latin typeface="Times New Roman"/>
                <a:cs typeface="Times New Roman"/>
              </a:rPr>
              <a:t> </a:t>
            </a:r>
            <a:r>
              <a:rPr sz="1200" spc="-10" dirty="0">
                <a:latin typeface="Times New Roman"/>
                <a:cs typeface="Times New Roman"/>
              </a:rPr>
              <a:t>working.</a:t>
            </a:r>
            <a:r>
              <a:rPr sz="1200" spc="-40" dirty="0">
                <a:latin typeface="Times New Roman"/>
                <a:cs typeface="Times New Roman"/>
              </a:rPr>
              <a:t> </a:t>
            </a:r>
            <a:r>
              <a:rPr sz="1200" spc="-5" dirty="0">
                <a:latin typeface="Times New Roman"/>
                <a:cs typeface="Times New Roman"/>
              </a:rPr>
              <a:t>Also</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links</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database</a:t>
            </a:r>
            <a:r>
              <a:rPr sz="1200" spc="-1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5" dirty="0">
                <a:latin typeface="Times New Roman"/>
                <a:cs typeface="Times New Roman"/>
              </a:rPr>
              <a:t>be</a:t>
            </a:r>
            <a:r>
              <a:rPr sz="1200" spc="-20" dirty="0">
                <a:latin typeface="Times New Roman"/>
                <a:cs typeface="Times New Roman"/>
              </a:rPr>
              <a:t> </a:t>
            </a:r>
            <a:r>
              <a:rPr sz="1200" spc="-10" dirty="0">
                <a:latin typeface="Times New Roman"/>
                <a:cs typeface="Times New Roman"/>
              </a:rPr>
              <a:t>established </a:t>
            </a:r>
            <a:r>
              <a:rPr sz="1200" spc="-290" dirty="0">
                <a:latin typeface="Times New Roman"/>
                <a:cs typeface="Times New Roman"/>
              </a:rPr>
              <a:t> </a:t>
            </a:r>
            <a:r>
              <a:rPr sz="1200" spc="-5" dirty="0">
                <a:latin typeface="Times New Roman"/>
                <a:cs typeface="Times New Roman"/>
              </a:rPr>
              <a:t>from </a:t>
            </a:r>
            <a:r>
              <a:rPr sz="1200" dirty="0">
                <a:latin typeface="Times New Roman"/>
                <a:cs typeface="Times New Roman"/>
              </a:rPr>
              <a:t>the </a:t>
            </a:r>
            <a:r>
              <a:rPr sz="1200" spc="-5" dirty="0">
                <a:latin typeface="Times New Roman"/>
                <a:cs typeface="Times New Roman"/>
              </a:rPr>
              <a:t>server. </a:t>
            </a:r>
            <a:r>
              <a:rPr sz="1200" dirty="0">
                <a:latin typeface="Times New Roman"/>
                <a:cs typeface="Times New Roman"/>
              </a:rPr>
              <a:t>While transferring the files </a:t>
            </a:r>
            <a:r>
              <a:rPr sz="1200" spc="-5" dirty="0">
                <a:latin typeface="Times New Roman"/>
                <a:cs typeface="Times New Roman"/>
              </a:rPr>
              <a:t>from </a:t>
            </a:r>
            <a:r>
              <a:rPr sz="1200" dirty="0">
                <a:latin typeface="Times New Roman"/>
                <a:cs typeface="Times New Roman"/>
              </a:rPr>
              <a:t>the current location to the destination </a:t>
            </a:r>
            <a:r>
              <a:rPr sz="1200" spc="-15" dirty="0">
                <a:latin typeface="Times New Roman"/>
                <a:cs typeface="Times New Roman"/>
              </a:rPr>
              <a:t>care </a:t>
            </a:r>
            <a:r>
              <a:rPr sz="1200" spc="-10" dirty="0">
                <a:latin typeface="Times New Roman"/>
                <a:cs typeface="Times New Roman"/>
              </a:rPr>
              <a:t> </a:t>
            </a:r>
            <a:r>
              <a:rPr sz="1200" dirty="0">
                <a:latin typeface="Times New Roman"/>
                <a:cs typeface="Times New Roman"/>
              </a:rPr>
              <a:t>must</a:t>
            </a:r>
            <a:r>
              <a:rPr sz="1200" spc="-1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5" dirty="0">
                <a:latin typeface="Times New Roman"/>
                <a:cs typeface="Times New Roman"/>
              </a:rPr>
              <a:t>taken,</a:t>
            </a:r>
            <a:r>
              <a:rPr sz="1200" dirty="0">
                <a:latin typeface="Times New Roman"/>
                <a:cs typeface="Times New Roman"/>
              </a:rPr>
              <a:t> </a:t>
            </a:r>
            <a:r>
              <a:rPr sz="1200" spc="-5" dirty="0">
                <a:latin typeface="Times New Roman"/>
                <a:cs typeface="Times New Roman"/>
              </a:rPr>
              <a:t>so</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file</a:t>
            </a:r>
            <a:r>
              <a:rPr sz="1200" spc="-15" dirty="0">
                <a:latin typeface="Times New Roman"/>
                <a:cs typeface="Times New Roman"/>
              </a:rPr>
              <a:t> </a:t>
            </a:r>
            <a:r>
              <a:rPr sz="1200" spc="-5" dirty="0">
                <a:latin typeface="Times New Roman"/>
                <a:cs typeface="Times New Roman"/>
              </a:rPr>
              <a:t>paths</a:t>
            </a:r>
            <a:r>
              <a:rPr sz="1200" spc="-10" dirty="0">
                <a:latin typeface="Times New Roman"/>
                <a:cs typeface="Times New Roman"/>
              </a:rPr>
              <a:t> </a:t>
            </a:r>
            <a:r>
              <a:rPr sz="1200" dirty="0">
                <a:latin typeface="Times New Roman"/>
                <a:cs typeface="Times New Roman"/>
              </a:rPr>
              <a:t>do</a:t>
            </a:r>
            <a:r>
              <a:rPr sz="1200" spc="-25" dirty="0">
                <a:latin typeface="Times New Roman"/>
                <a:cs typeface="Times New Roman"/>
              </a:rPr>
              <a:t> </a:t>
            </a:r>
            <a:r>
              <a:rPr sz="1200" dirty="0">
                <a:latin typeface="Times New Roman"/>
                <a:cs typeface="Times New Roman"/>
              </a:rPr>
              <a:t>not</a:t>
            </a:r>
            <a:r>
              <a:rPr sz="1200" spc="-10" dirty="0">
                <a:latin typeface="Times New Roman"/>
                <a:cs typeface="Times New Roman"/>
              </a:rPr>
              <a:t> </a:t>
            </a:r>
            <a:r>
              <a:rPr sz="1200" spc="-5" dirty="0">
                <a:latin typeface="Times New Roman"/>
                <a:cs typeface="Times New Roman"/>
              </a:rPr>
              <a:t>change</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transfer.</a:t>
            </a:r>
            <a:endParaRPr sz="1200">
              <a:latin typeface="Times New Roman"/>
              <a:cs typeface="Times New Roman"/>
            </a:endParaRPr>
          </a:p>
          <a:p>
            <a:pPr>
              <a:lnSpc>
                <a:spcPct val="100000"/>
              </a:lnSpc>
              <a:spcBef>
                <a:spcPts val="35"/>
              </a:spcBef>
            </a:pPr>
            <a:endParaRPr sz="1800">
              <a:latin typeface="Times New Roman"/>
              <a:cs typeface="Times New Roman"/>
            </a:endParaRPr>
          </a:p>
          <a:p>
            <a:pPr marL="279400" indent="-266700" algn="just">
              <a:lnSpc>
                <a:spcPct val="100000"/>
              </a:lnSpc>
              <a:buAutoNum type="arabicPeriod" startAt="2"/>
              <a:tabLst>
                <a:tab pos="279400" algn="l"/>
              </a:tabLst>
            </a:pPr>
            <a:r>
              <a:rPr sz="1400" b="1" dirty="0">
                <a:latin typeface="Times New Roman"/>
                <a:cs typeface="Times New Roman"/>
              </a:rPr>
              <a:t>I</a:t>
            </a:r>
            <a:r>
              <a:rPr sz="1400" b="1" spc="-20" dirty="0">
                <a:latin typeface="Times New Roman"/>
                <a:cs typeface="Times New Roman"/>
              </a:rPr>
              <a:t>m</a:t>
            </a:r>
            <a:r>
              <a:rPr sz="1400" b="1" dirty="0">
                <a:latin typeface="Times New Roman"/>
                <a:cs typeface="Times New Roman"/>
              </a:rPr>
              <a:t>ple</a:t>
            </a:r>
            <a:r>
              <a:rPr sz="1400" b="1" spc="-20" dirty="0">
                <a:latin typeface="Times New Roman"/>
                <a:cs typeface="Times New Roman"/>
              </a:rPr>
              <a:t>m</a:t>
            </a:r>
            <a:r>
              <a:rPr sz="1400" b="1" dirty="0">
                <a:latin typeface="Times New Roman"/>
                <a:cs typeface="Times New Roman"/>
              </a:rPr>
              <a:t>ent</a:t>
            </a:r>
            <a:r>
              <a:rPr sz="1400" b="1" spc="5" dirty="0">
                <a:latin typeface="Times New Roman"/>
                <a:cs typeface="Times New Roman"/>
              </a:rPr>
              <a:t>a</a:t>
            </a:r>
            <a:r>
              <a:rPr sz="1400" b="1" dirty="0">
                <a:latin typeface="Times New Roman"/>
                <a:cs typeface="Times New Roman"/>
              </a:rPr>
              <a:t>tion</a:t>
            </a:r>
            <a:r>
              <a:rPr sz="1400" b="1" spc="-105" dirty="0">
                <a:latin typeface="Times New Roman"/>
                <a:cs typeface="Times New Roman"/>
              </a:rPr>
              <a:t> </a:t>
            </a:r>
            <a:r>
              <a:rPr sz="1400" b="1" spc="-30" dirty="0">
                <a:latin typeface="Times New Roman"/>
                <a:cs typeface="Times New Roman"/>
              </a:rPr>
              <a:t>P</a:t>
            </a:r>
            <a:r>
              <a:rPr sz="1400" b="1" spc="-20" dirty="0">
                <a:latin typeface="Times New Roman"/>
                <a:cs typeface="Times New Roman"/>
              </a:rPr>
              <a:t>la</a:t>
            </a:r>
            <a:r>
              <a:rPr sz="1400" b="1" dirty="0">
                <a:latin typeface="Times New Roman"/>
                <a:cs typeface="Times New Roman"/>
              </a:rPr>
              <a:t>n</a:t>
            </a:r>
            <a:endParaRPr sz="1400">
              <a:latin typeface="Times New Roman"/>
              <a:cs typeface="Times New Roman"/>
            </a:endParaRPr>
          </a:p>
          <a:p>
            <a:pPr marL="12700" marR="5080" indent="618490" algn="just">
              <a:lnSpc>
                <a:spcPct val="155100"/>
              </a:lnSpc>
              <a:spcBef>
                <a:spcPts val="440"/>
              </a:spcBef>
            </a:pPr>
            <a:r>
              <a:rPr sz="1200" spc="-5" dirty="0">
                <a:latin typeface="Times New Roman"/>
                <a:cs typeface="Times New Roman"/>
              </a:rPr>
              <a:t>For successful </a:t>
            </a:r>
            <a:r>
              <a:rPr sz="1200" dirty="0">
                <a:latin typeface="Times New Roman"/>
                <a:cs typeface="Times New Roman"/>
              </a:rPr>
              <a:t>implementation of the </a:t>
            </a:r>
            <a:r>
              <a:rPr sz="1200" spc="-5" dirty="0">
                <a:latin typeface="Times New Roman"/>
                <a:cs typeface="Times New Roman"/>
              </a:rPr>
              <a:t>system, </a:t>
            </a:r>
            <a:r>
              <a:rPr sz="1200" dirty="0">
                <a:latin typeface="Times New Roman"/>
                <a:cs typeface="Times New Roman"/>
              </a:rPr>
              <a:t>implementation plan </a:t>
            </a:r>
            <a:r>
              <a:rPr sz="1200" spc="-5" dirty="0">
                <a:latin typeface="Times New Roman"/>
                <a:cs typeface="Times New Roman"/>
              </a:rPr>
              <a:t>is </a:t>
            </a:r>
            <a:r>
              <a:rPr sz="1200" spc="-15" dirty="0">
                <a:latin typeface="Times New Roman"/>
                <a:cs typeface="Times New Roman"/>
              </a:rPr>
              <a:t>necessary. </a:t>
            </a:r>
            <a:r>
              <a:rPr sz="1200" spc="-25" dirty="0">
                <a:latin typeface="Times New Roman"/>
                <a:cs typeface="Times New Roman"/>
              </a:rPr>
              <a:t>Its </a:t>
            </a:r>
            <a:r>
              <a:rPr sz="1200" spc="-20" dirty="0">
                <a:latin typeface="Times New Roman"/>
                <a:cs typeface="Times New Roman"/>
              </a:rPr>
              <a:t> </a:t>
            </a:r>
            <a:r>
              <a:rPr sz="1200" dirty="0">
                <a:latin typeface="Times New Roman"/>
                <a:cs typeface="Times New Roman"/>
              </a:rPr>
              <a:t>major elements include test plan, training plans, an equipment </a:t>
            </a:r>
            <a:r>
              <a:rPr sz="1200" spc="-10" dirty="0">
                <a:latin typeface="Times New Roman"/>
                <a:cs typeface="Times New Roman"/>
              </a:rPr>
              <a:t>installation </a:t>
            </a:r>
            <a:r>
              <a:rPr sz="1200" dirty="0">
                <a:latin typeface="Times New Roman"/>
                <a:cs typeface="Times New Roman"/>
              </a:rPr>
              <a:t>plan </a:t>
            </a:r>
            <a:r>
              <a:rPr sz="1200" spc="-5" dirty="0">
                <a:latin typeface="Times New Roman"/>
                <a:cs typeface="Times New Roman"/>
              </a:rPr>
              <a:t>and </a:t>
            </a:r>
            <a:r>
              <a:rPr sz="1200" spc="-15" dirty="0">
                <a:latin typeface="Times New Roman"/>
                <a:cs typeface="Times New Roman"/>
              </a:rPr>
              <a:t>conversion </a:t>
            </a:r>
            <a:r>
              <a:rPr sz="1200" spc="-285" dirty="0">
                <a:latin typeface="Times New Roman"/>
                <a:cs typeface="Times New Roman"/>
              </a:rPr>
              <a:t> </a:t>
            </a:r>
            <a:r>
              <a:rPr sz="1200" spc="-15" dirty="0">
                <a:latin typeface="Times New Roman"/>
                <a:cs typeface="Times New Roman"/>
              </a:rPr>
              <a:t>plan.</a:t>
            </a:r>
            <a:endParaRPr sz="12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82310" cy="9439251"/>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48</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indent="618490" algn="just">
              <a:lnSpc>
                <a:spcPct val="153000"/>
              </a:lnSpc>
              <a:spcBef>
                <a:spcPts val="930"/>
              </a:spcBef>
            </a:pPr>
            <a:r>
              <a:rPr sz="1200" dirty="0">
                <a:latin typeface="Times New Roman"/>
                <a:cs typeface="Times New Roman"/>
              </a:rPr>
              <a:t>The test plan </a:t>
            </a:r>
            <a:r>
              <a:rPr sz="1200" spc="-5" dirty="0">
                <a:latin typeface="Times New Roman"/>
                <a:cs typeface="Times New Roman"/>
              </a:rPr>
              <a:t>provides </a:t>
            </a:r>
            <a:r>
              <a:rPr sz="1200" dirty="0">
                <a:latin typeface="Times New Roman"/>
                <a:cs typeface="Times New Roman"/>
              </a:rPr>
              <a:t>for the preparation of the </a:t>
            </a:r>
            <a:r>
              <a:rPr sz="1200" spc="-5" dirty="0">
                <a:latin typeface="Times New Roman"/>
                <a:cs typeface="Times New Roman"/>
              </a:rPr>
              <a:t>best and </a:t>
            </a:r>
            <a:r>
              <a:rPr sz="1200" dirty="0">
                <a:latin typeface="Times New Roman"/>
                <a:cs typeface="Times New Roman"/>
              </a:rPr>
              <a:t>for testing the system in a </a:t>
            </a:r>
            <a:r>
              <a:rPr sz="1200" spc="5" dirty="0">
                <a:latin typeface="Times New Roman"/>
                <a:cs typeface="Times New Roman"/>
              </a:rPr>
              <a:t> </a:t>
            </a:r>
            <a:r>
              <a:rPr sz="1200" dirty="0">
                <a:latin typeface="Times New Roman"/>
                <a:cs typeface="Times New Roman"/>
              </a:rPr>
              <a:t>planned, structured manner. Training plan </a:t>
            </a:r>
            <a:r>
              <a:rPr sz="1200" spc="-5" dirty="0">
                <a:latin typeface="Times New Roman"/>
                <a:cs typeface="Times New Roman"/>
              </a:rPr>
              <a:t>is </a:t>
            </a:r>
            <a:r>
              <a:rPr sz="1200" dirty="0">
                <a:latin typeface="Times New Roman"/>
                <a:cs typeface="Times New Roman"/>
              </a:rPr>
              <a:t>necessary to ensure that all persons who </a:t>
            </a:r>
            <a:r>
              <a:rPr sz="1200" spc="-20" dirty="0">
                <a:latin typeface="Times New Roman"/>
                <a:cs typeface="Times New Roman"/>
              </a:rPr>
              <a:t>are </a:t>
            </a:r>
            <a:r>
              <a:rPr sz="1200" spc="-15" dirty="0">
                <a:latin typeface="Times New Roman"/>
                <a:cs typeface="Times New Roman"/>
              </a:rPr>
              <a:t> </a:t>
            </a:r>
            <a:r>
              <a:rPr sz="1200" dirty="0">
                <a:latin typeface="Times New Roman"/>
                <a:cs typeface="Times New Roman"/>
              </a:rPr>
              <a:t>associated with the computer related information </a:t>
            </a:r>
            <a:r>
              <a:rPr sz="1200" spc="-5" dirty="0">
                <a:latin typeface="Times New Roman"/>
                <a:cs typeface="Times New Roman"/>
              </a:rPr>
              <a:t>system </a:t>
            </a:r>
            <a:r>
              <a:rPr sz="1200" dirty="0">
                <a:latin typeface="Times New Roman"/>
                <a:cs typeface="Times New Roman"/>
              </a:rPr>
              <a:t>have the necessary knowledge </a:t>
            </a:r>
            <a:r>
              <a:rPr sz="1200" spc="-15" dirty="0">
                <a:latin typeface="Times New Roman"/>
                <a:cs typeface="Times New Roman"/>
              </a:rPr>
              <a:t>and </a:t>
            </a:r>
            <a:r>
              <a:rPr sz="1200" spc="-10" dirty="0">
                <a:latin typeface="Times New Roman"/>
                <a:cs typeface="Times New Roman"/>
              </a:rPr>
              <a:t> </a:t>
            </a:r>
            <a:r>
              <a:rPr sz="1200" dirty="0">
                <a:latin typeface="Times New Roman"/>
                <a:cs typeface="Times New Roman"/>
              </a:rPr>
              <a:t>skills.</a:t>
            </a:r>
            <a:r>
              <a:rPr sz="1200" spc="5" dirty="0">
                <a:latin typeface="Times New Roman"/>
                <a:cs typeface="Times New Roman"/>
              </a:rPr>
              <a:t> </a:t>
            </a:r>
            <a:r>
              <a:rPr sz="1200" spc="-5" dirty="0">
                <a:latin typeface="Times New Roman"/>
                <a:cs typeface="Times New Roman"/>
              </a:rPr>
              <a:t>An</a:t>
            </a:r>
            <a:r>
              <a:rPr sz="1200" dirty="0">
                <a:latin typeface="Times New Roman"/>
                <a:cs typeface="Times New Roman"/>
              </a:rPr>
              <a:t> </a:t>
            </a:r>
            <a:r>
              <a:rPr sz="1200" spc="-5" dirty="0">
                <a:latin typeface="Times New Roman"/>
                <a:cs typeface="Times New Roman"/>
              </a:rPr>
              <a:t>important</a:t>
            </a:r>
            <a:r>
              <a:rPr sz="1200" dirty="0">
                <a:latin typeface="Times New Roman"/>
                <a:cs typeface="Times New Roman"/>
              </a:rPr>
              <a:t> activity</a:t>
            </a:r>
            <a:r>
              <a:rPr sz="1200" spc="5" dirty="0">
                <a:latin typeface="Times New Roman"/>
                <a:cs typeface="Times New Roman"/>
              </a:rPr>
              <a:t> </a:t>
            </a:r>
            <a:r>
              <a:rPr sz="1200" dirty="0">
                <a:latin typeface="Times New Roman"/>
                <a:cs typeface="Times New Roman"/>
              </a:rPr>
              <a:t>related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training</a:t>
            </a:r>
            <a:r>
              <a:rPr sz="1200" spc="5" dirty="0">
                <a:latin typeface="Times New Roman"/>
                <a:cs typeface="Times New Roman"/>
              </a:rPr>
              <a:t> </a:t>
            </a:r>
            <a:r>
              <a:rPr sz="1200" spc="-5" dirty="0">
                <a:latin typeface="Times New Roman"/>
                <a:cs typeface="Times New Roman"/>
              </a:rPr>
              <a:t>is</a:t>
            </a:r>
            <a:r>
              <a:rPr sz="1200" dirty="0">
                <a:latin typeface="Times New Roman"/>
                <a:cs typeface="Times New Roman"/>
              </a:rPr>
              <a:t> management</a:t>
            </a:r>
            <a:r>
              <a:rPr sz="1200" spc="5" dirty="0">
                <a:latin typeface="Times New Roman"/>
                <a:cs typeface="Times New Roman"/>
              </a:rPr>
              <a:t> </a:t>
            </a:r>
            <a:r>
              <a:rPr sz="1200" dirty="0">
                <a:latin typeface="Times New Roman"/>
                <a:cs typeface="Times New Roman"/>
              </a:rPr>
              <a:t>orientation.</a:t>
            </a:r>
            <a:r>
              <a:rPr sz="1200" spc="5" dirty="0">
                <a:latin typeface="Times New Roman"/>
                <a:cs typeface="Times New Roman"/>
              </a:rPr>
              <a:t> </a:t>
            </a:r>
            <a:r>
              <a:rPr sz="1200" spc="-10" dirty="0">
                <a:latin typeface="Times New Roman"/>
                <a:cs typeface="Times New Roman"/>
              </a:rPr>
              <a:t>Equipment </a:t>
            </a:r>
            <a:r>
              <a:rPr sz="1200" spc="-5" dirty="0">
                <a:latin typeface="Times New Roman"/>
                <a:cs typeface="Times New Roman"/>
              </a:rPr>
              <a:t> </a:t>
            </a:r>
            <a:r>
              <a:rPr sz="1200" dirty="0">
                <a:latin typeface="Times New Roman"/>
                <a:cs typeface="Times New Roman"/>
              </a:rPr>
              <a:t>implementation activities are site preparation, equipment installation </a:t>
            </a:r>
            <a:r>
              <a:rPr sz="1200" spc="-5" dirty="0">
                <a:latin typeface="Times New Roman"/>
                <a:cs typeface="Times New Roman"/>
              </a:rPr>
              <a:t>and </a:t>
            </a:r>
            <a:r>
              <a:rPr sz="1200" spc="-10" dirty="0">
                <a:latin typeface="Times New Roman"/>
                <a:cs typeface="Times New Roman"/>
              </a:rPr>
              <a:t>hardware-software </a:t>
            </a:r>
            <a:r>
              <a:rPr sz="1200" spc="-5" dirty="0">
                <a:latin typeface="Times New Roman"/>
                <a:cs typeface="Times New Roman"/>
              </a:rPr>
              <a:t> </a:t>
            </a:r>
            <a:r>
              <a:rPr sz="1200" spc="-15" dirty="0">
                <a:latin typeface="Times New Roman"/>
                <a:cs typeface="Times New Roman"/>
              </a:rPr>
              <a:t>checkout.</a:t>
            </a:r>
            <a:endParaRPr sz="1200" dirty="0">
              <a:latin typeface="Times New Roman"/>
              <a:cs typeface="Times New Roman"/>
            </a:endParaRPr>
          </a:p>
          <a:p>
            <a:pPr marL="12700" marR="7620" indent="827405" algn="just">
              <a:lnSpc>
                <a:spcPct val="155000"/>
              </a:lnSpc>
              <a:spcBef>
                <a:spcPts val="790"/>
              </a:spcBef>
            </a:pPr>
            <a:r>
              <a:rPr sz="1200" spc="-5" dirty="0">
                <a:latin typeface="Times New Roman"/>
                <a:cs typeface="Times New Roman"/>
              </a:rPr>
              <a:t>Conversion </a:t>
            </a:r>
            <a:r>
              <a:rPr sz="1200" dirty="0">
                <a:latin typeface="Times New Roman"/>
                <a:cs typeface="Times New Roman"/>
              </a:rPr>
              <a:t>is the process </a:t>
            </a:r>
            <a:r>
              <a:rPr sz="1200" spc="-5" dirty="0">
                <a:latin typeface="Times New Roman"/>
                <a:cs typeface="Times New Roman"/>
              </a:rPr>
              <a:t>of </a:t>
            </a:r>
            <a:r>
              <a:rPr sz="1200" dirty="0">
                <a:latin typeface="Times New Roman"/>
                <a:cs typeface="Times New Roman"/>
              </a:rPr>
              <a:t>initiating </a:t>
            </a:r>
            <a:r>
              <a:rPr sz="1200" spc="-5" dirty="0">
                <a:latin typeface="Times New Roman"/>
                <a:cs typeface="Times New Roman"/>
              </a:rPr>
              <a:t>and </a:t>
            </a:r>
            <a:r>
              <a:rPr sz="1200" dirty="0">
                <a:latin typeface="Times New Roman"/>
                <a:cs typeface="Times New Roman"/>
              </a:rPr>
              <a:t>performing </a:t>
            </a:r>
            <a:r>
              <a:rPr sz="1200" spc="-5" dirty="0">
                <a:latin typeface="Times New Roman"/>
                <a:cs typeface="Times New Roman"/>
              </a:rPr>
              <a:t>all physical </a:t>
            </a:r>
            <a:r>
              <a:rPr sz="1200" dirty="0">
                <a:latin typeface="Times New Roman"/>
                <a:cs typeface="Times New Roman"/>
              </a:rPr>
              <a:t>operation </a:t>
            </a:r>
            <a:r>
              <a:rPr sz="1200" spc="-15" dirty="0">
                <a:latin typeface="Times New Roman"/>
                <a:cs typeface="Times New Roman"/>
              </a:rPr>
              <a:t>that </a:t>
            </a:r>
            <a:r>
              <a:rPr sz="1200" spc="-285" dirty="0">
                <a:latin typeface="Times New Roman"/>
                <a:cs typeface="Times New Roman"/>
              </a:rPr>
              <a:t> </a:t>
            </a:r>
            <a:r>
              <a:rPr sz="1200" spc="-15" dirty="0">
                <a:latin typeface="Times New Roman"/>
                <a:cs typeface="Times New Roman"/>
              </a:rPr>
              <a:t>results</a:t>
            </a:r>
            <a:r>
              <a:rPr sz="1200" spc="-25" dirty="0">
                <a:latin typeface="Times New Roman"/>
                <a:cs typeface="Times New Roman"/>
              </a:rPr>
              <a:t> </a:t>
            </a:r>
            <a:r>
              <a:rPr sz="1200" spc="-10" dirty="0">
                <a:latin typeface="Times New Roman"/>
                <a:cs typeface="Times New Roman"/>
              </a:rPr>
              <a:t>directly</a:t>
            </a:r>
            <a:r>
              <a:rPr sz="1200" spc="-4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5" dirty="0">
                <a:latin typeface="Times New Roman"/>
                <a:cs typeface="Times New Roman"/>
              </a:rPr>
              <a:t>the</a:t>
            </a:r>
            <a:r>
              <a:rPr sz="1200" spc="-25" dirty="0">
                <a:latin typeface="Times New Roman"/>
                <a:cs typeface="Times New Roman"/>
              </a:rPr>
              <a:t> </a:t>
            </a:r>
            <a:r>
              <a:rPr sz="1200" spc="-10" dirty="0">
                <a:latin typeface="Times New Roman"/>
                <a:cs typeface="Times New Roman"/>
              </a:rPr>
              <a:t>turnover</a:t>
            </a:r>
            <a:r>
              <a:rPr sz="1200" spc="-4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5" dirty="0">
                <a:latin typeface="Times New Roman"/>
                <a:cs typeface="Times New Roman"/>
              </a:rPr>
              <a:t>the</a:t>
            </a:r>
            <a:r>
              <a:rPr sz="1200" spc="-3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spc="-5" dirty="0">
                <a:latin typeface="Times New Roman"/>
                <a:cs typeface="Times New Roman"/>
              </a:rPr>
              <a:t>system</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the</a:t>
            </a:r>
            <a:r>
              <a:rPr sz="1200" spc="-40" dirty="0">
                <a:latin typeface="Times New Roman"/>
                <a:cs typeface="Times New Roman"/>
              </a:rPr>
              <a:t> </a:t>
            </a:r>
            <a:r>
              <a:rPr sz="1200" spc="-25" dirty="0">
                <a:latin typeface="Times New Roman"/>
                <a:cs typeface="Times New Roman"/>
              </a:rPr>
              <a:t>user.</a:t>
            </a:r>
            <a:r>
              <a:rPr sz="1200" spc="-35" dirty="0">
                <a:latin typeface="Times New Roman"/>
                <a:cs typeface="Times New Roman"/>
              </a:rPr>
              <a:t> </a:t>
            </a:r>
            <a:r>
              <a:rPr sz="1200" spc="-10" dirty="0">
                <a:latin typeface="Times New Roman"/>
                <a:cs typeface="Times New Roman"/>
              </a:rPr>
              <a:t>There</a:t>
            </a:r>
            <a:r>
              <a:rPr sz="1200" spc="-30" dirty="0">
                <a:latin typeface="Times New Roman"/>
                <a:cs typeface="Times New Roman"/>
              </a:rPr>
              <a:t> </a:t>
            </a:r>
            <a:r>
              <a:rPr sz="1200" spc="-5" dirty="0">
                <a:latin typeface="Times New Roman"/>
                <a:cs typeface="Times New Roman"/>
              </a:rPr>
              <a:t>are</a:t>
            </a:r>
            <a:r>
              <a:rPr sz="1200" spc="-45" dirty="0">
                <a:latin typeface="Times New Roman"/>
                <a:cs typeface="Times New Roman"/>
              </a:rPr>
              <a:t> </a:t>
            </a:r>
            <a:r>
              <a:rPr sz="1200" spc="-5" dirty="0">
                <a:latin typeface="Times New Roman"/>
                <a:cs typeface="Times New Roman"/>
              </a:rPr>
              <a:t>two</a:t>
            </a:r>
            <a:r>
              <a:rPr sz="1200" spc="-20" dirty="0">
                <a:latin typeface="Times New Roman"/>
                <a:cs typeface="Times New Roman"/>
              </a:rPr>
              <a:t> </a:t>
            </a:r>
            <a:r>
              <a:rPr sz="1200" spc="-10" dirty="0">
                <a:latin typeface="Times New Roman"/>
                <a:cs typeface="Times New Roman"/>
              </a:rPr>
              <a:t>parts</a:t>
            </a:r>
            <a:r>
              <a:rPr sz="1200" spc="-3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conversion. </a:t>
            </a:r>
            <a:r>
              <a:rPr sz="1200" spc="-290" dirty="0">
                <a:latin typeface="Times New Roman"/>
                <a:cs typeface="Times New Roman"/>
              </a:rPr>
              <a:t> </a:t>
            </a:r>
            <a:r>
              <a:rPr sz="1200" dirty="0">
                <a:latin typeface="Times New Roman"/>
                <a:cs typeface="Times New Roman"/>
              </a:rPr>
              <a:t>The conversion plan </a:t>
            </a:r>
            <a:r>
              <a:rPr sz="1200" spc="-5" dirty="0">
                <a:latin typeface="Times New Roman"/>
                <a:cs typeface="Times New Roman"/>
              </a:rPr>
              <a:t>is </a:t>
            </a:r>
            <a:r>
              <a:rPr sz="1200" dirty="0">
                <a:latin typeface="Times New Roman"/>
                <a:cs typeface="Times New Roman"/>
              </a:rPr>
              <a:t>implemented </a:t>
            </a:r>
            <a:r>
              <a:rPr sz="1200" spc="-5" dirty="0">
                <a:latin typeface="Times New Roman"/>
                <a:cs typeface="Times New Roman"/>
              </a:rPr>
              <a:t>throughout </a:t>
            </a:r>
            <a:r>
              <a:rPr sz="1200" dirty="0">
                <a:latin typeface="Times New Roman"/>
                <a:cs typeface="Times New Roman"/>
              </a:rPr>
              <a:t>the development phase into the </a:t>
            </a:r>
            <a:r>
              <a:rPr sz="1200" spc="-10" dirty="0">
                <a:latin typeface="Times New Roman"/>
                <a:cs typeface="Times New Roman"/>
              </a:rPr>
              <a:t>operational </a:t>
            </a:r>
            <a:r>
              <a:rPr sz="1200" spc="-5" dirty="0">
                <a:latin typeface="Times New Roman"/>
                <a:cs typeface="Times New Roman"/>
              </a:rPr>
              <a:t> phase.</a:t>
            </a:r>
            <a:r>
              <a:rPr sz="1200" dirty="0">
                <a:latin typeface="Times New Roman"/>
                <a:cs typeface="Times New Roman"/>
              </a:rPr>
              <a:t> The conversion plan includes procedural conversion, program conversion </a:t>
            </a:r>
            <a:r>
              <a:rPr sz="1200" spc="-5" dirty="0">
                <a:latin typeface="Times New Roman"/>
                <a:cs typeface="Times New Roman"/>
              </a:rPr>
              <a:t>and </a:t>
            </a:r>
            <a:r>
              <a:rPr sz="1200" spc="-15" dirty="0">
                <a:latin typeface="Times New Roman"/>
                <a:cs typeface="Times New Roman"/>
              </a:rPr>
              <a:t>file </a:t>
            </a:r>
            <a:r>
              <a:rPr sz="1200" spc="-10" dirty="0">
                <a:latin typeface="Times New Roman"/>
                <a:cs typeface="Times New Roman"/>
              </a:rPr>
              <a:t> </a:t>
            </a:r>
            <a:r>
              <a:rPr sz="1200" spc="-15" dirty="0">
                <a:latin typeface="Times New Roman"/>
                <a:cs typeface="Times New Roman"/>
              </a:rPr>
              <a:t>conversion. </a:t>
            </a:r>
            <a:r>
              <a:rPr sz="1200" dirty="0">
                <a:latin typeface="Times New Roman"/>
                <a:cs typeface="Times New Roman"/>
              </a:rPr>
              <a:t>The change over plan </a:t>
            </a:r>
            <a:r>
              <a:rPr sz="1200" spc="-5" dirty="0">
                <a:latin typeface="Times New Roman"/>
                <a:cs typeface="Times New Roman"/>
              </a:rPr>
              <a:t>also </a:t>
            </a:r>
            <a:r>
              <a:rPr sz="1200" dirty="0">
                <a:latin typeface="Times New Roman"/>
                <a:cs typeface="Times New Roman"/>
              </a:rPr>
              <a:t>specifies the method of change </a:t>
            </a:r>
            <a:r>
              <a:rPr sz="1200" spc="-5" dirty="0">
                <a:latin typeface="Times New Roman"/>
                <a:cs typeface="Times New Roman"/>
              </a:rPr>
              <a:t>from </a:t>
            </a:r>
            <a:r>
              <a:rPr sz="1200" dirty="0">
                <a:latin typeface="Times New Roman"/>
                <a:cs typeface="Times New Roman"/>
              </a:rPr>
              <a:t>old to </a:t>
            </a:r>
            <a:r>
              <a:rPr sz="1200" spc="-5" dirty="0">
                <a:latin typeface="Times New Roman"/>
                <a:cs typeface="Times New Roman"/>
              </a:rPr>
              <a:t>new </a:t>
            </a:r>
            <a:r>
              <a:rPr sz="1200" spc="-15" dirty="0">
                <a:latin typeface="Times New Roman"/>
                <a:cs typeface="Times New Roman"/>
              </a:rPr>
              <a:t>system. </a:t>
            </a:r>
            <a:r>
              <a:rPr sz="1200" spc="-285" dirty="0">
                <a:latin typeface="Times New Roman"/>
                <a:cs typeface="Times New Roman"/>
              </a:rPr>
              <a:t> </a:t>
            </a:r>
            <a:r>
              <a:rPr sz="1200" spc="-5" dirty="0">
                <a:latin typeface="Times New Roman"/>
                <a:cs typeface="Times New Roman"/>
              </a:rPr>
              <a:t>Choices</a:t>
            </a:r>
            <a:r>
              <a:rPr sz="1200" dirty="0">
                <a:latin typeface="Times New Roman"/>
                <a:cs typeface="Times New Roman"/>
              </a:rPr>
              <a:t> of</a:t>
            </a:r>
            <a:r>
              <a:rPr sz="1200" spc="5" dirty="0">
                <a:latin typeface="Times New Roman"/>
                <a:cs typeface="Times New Roman"/>
              </a:rPr>
              <a:t> </a:t>
            </a:r>
            <a:r>
              <a:rPr sz="1200" dirty="0">
                <a:latin typeface="Times New Roman"/>
                <a:cs typeface="Times New Roman"/>
              </a:rPr>
              <a:t>change</a:t>
            </a:r>
            <a:r>
              <a:rPr sz="1200" spc="5" dirty="0">
                <a:latin typeface="Times New Roman"/>
                <a:cs typeface="Times New Roman"/>
              </a:rPr>
              <a:t> </a:t>
            </a:r>
            <a:r>
              <a:rPr sz="1200" dirty="0">
                <a:latin typeface="Times New Roman"/>
                <a:cs typeface="Times New Roman"/>
              </a:rPr>
              <a:t>over</a:t>
            </a:r>
            <a:r>
              <a:rPr sz="1200" spc="5" dirty="0">
                <a:latin typeface="Times New Roman"/>
                <a:cs typeface="Times New Roman"/>
              </a:rPr>
              <a:t> </a:t>
            </a:r>
            <a:r>
              <a:rPr sz="1200" dirty="0">
                <a:latin typeface="Times New Roman"/>
                <a:cs typeface="Times New Roman"/>
              </a:rPr>
              <a:t>methods</a:t>
            </a:r>
            <a:r>
              <a:rPr sz="1200" spc="5" dirty="0">
                <a:latin typeface="Times New Roman"/>
                <a:cs typeface="Times New Roman"/>
              </a:rPr>
              <a:t> </a:t>
            </a:r>
            <a:r>
              <a:rPr sz="1200" dirty="0">
                <a:latin typeface="Times New Roman"/>
                <a:cs typeface="Times New Roman"/>
              </a:rPr>
              <a:t>include</a:t>
            </a:r>
            <a:r>
              <a:rPr sz="1200" spc="5" dirty="0">
                <a:latin typeface="Times New Roman"/>
                <a:cs typeface="Times New Roman"/>
              </a:rPr>
              <a:t> </a:t>
            </a:r>
            <a:r>
              <a:rPr sz="1200" dirty="0">
                <a:latin typeface="Times New Roman"/>
                <a:cs typeface="Times New Roman"/>
              </a:rPr>
              <a:t>parallel</a:t>
            </a:r>
            <a:r>
              <a:rPr sz="1200" spc="5" dirty="0">
                <a:latin typeface="Times New Roman"/>
                <a:cs typeface="Times New Roman"/>
              </a:rPr>
              <a:t> </a:t>
            </a:r>
            <a:r>
              <a:rPr sz="1200" dirty="0">
                <a:latin typeface="Times New Roman"/>
                <a:cs typeface="Times New Roman"/>
              </a:rPr>
              <a:t>operation,</a:t>
            </a:r>
            <a:r>
              <a:rPr sz="1200" spc="5" dirty="0">
                <a:latin typeface="Times New Roman"/>
                <a:cs typeface="Times New Roman"/>
              </a:rPr>
              <a:t> </a:t>
            </a:r>
            <a:r>
              <a:rPr sz="1200" dirty="0">
                <a:latin typeface="Times New Roman"/>
                <a:cs typeface="Times New Roman"/>
              </a:rPr>
              <a:t>immediate</a:t>
            </a:r>
            <a:r>
              <a:rPr sz="1200" spc="5" dirty="0">
                <a:latin typeface="Times New Roman"/>
                <a:cs typeface="Times New Roman"/>
              </a:rPr>
              <a:t> </a:t>
            </a:r>
            <a:r>
              <a:rPr sz="1200" dirty="0">
                <a:latin typeface="Times New Roman"/>
                <a:cs typeface="Times New Roman"/>
              </a:rPr>
              <a:t>replacement</a:t>
            </a:r>
            <a:r>
              <a:rPr sz="1200" spc="5" dirty="0">
                <a:latin typeface="Times New Roman"/>
                <a:cs typeface="Times New Roman"/>
              </a:rPr>
              <a:t> </a:t>
            </a:r>
            <a:r>
              <a:rPr sz="1200" spc="-20" dirty="0">
                <a:latin typeface="Times New Roman"/>
                <a:cs typeface="Times New Roman"/>
              </a:rPr>
              <a:t>and </a:t>
            </a:r>
            <a:r>
              <a:rPr sz="1200" spc="-285" dirty="0">
                <a:latin typeface="Times New Roman"/>
                <a:cs typeface="Times New Roman"/>
              </a:rPr>
              <a:t> </a:t>
            </a:r>
            <a:r>
              <a:rPr sz="1200" spc="-5" dirty="0">
                <a:latin typeface="Times New Roman"/>
                <a:cs typeface="Times New Roman"/>
              </a:rPr>
              <a:t>physical </a:t>
            </a:r>
            <a:r>
              <a:rPr sz="1200" dirty="0">
                <a:latin typeface="Times New Roman"/>
                <a:cs typeface="Times New Roman"/>
              </a:rPr>
              <a:t>change over. </a:t>
            </a:r>
            <a:r>
              <a:rPr sz="1200" spc="-5" dirty="0">
                <a:latin typeface="Times New Roman"/>
                <a:cs typeface="Times New Roman"/>
              </a:rPr>
              <a:t>Conversion </a:t>
            </a:r>
            <a:r>
              <a:rPr sz="1200" dirty="0">
                <a:latin typeface="Times New Roman"/>
                <a:cs typeface="Times New Roman"/>
              </a:rPr>
              <a:t>should be exciting because it </a:t>
            </a:r>
            <a:r>
              <a:rPr sz="1200" spc="-5" dirty="0">
                <a:latin typeface="Times New Roman"/>
                <a:cs typeface="Times New Roman"/>
              </a:rPr>
              <a:t>is </a:t>
            </a:r>
            <a:r>
              <a:rPr sz="1200" dirty="0">
                <a:latin typeface="Times New Roman"/>
                <a:cs typeface="Times New Roman"/>
              </a:rPr>
              <a:t>the last step </a:t>
            </a:r>
            <a:r>
              <a:rPr sz="1200" spc="-5" dirty="0">
                <a:latin typeface="Times New Roman"/>
                <a:cs typeface="Times New Roman"/>
              </a:rPr>
              <a:t>before </a:t>
            </a:r>
            <a:r>
              <a:rPr sz="1200" spc="-15" dirty="0">
                <a:latin typeface="Times New Roman"/>
                <a:cs typeface="Times New Roman"/>
              </a:rPr>
              <a:t>the </a:t>
            </a:r>
            <a:r>
              <a:rPr sz="1200" spc="-10" dirty="0">
                <a:latin typeface="Times New Roman"/>
                <a:cs typeface="Times New Roman"/>
              </a:rPr>
              <a:t> </a:t>
            </a:r>
            <a:r>
              <a:rPr sz="1200" dirty="0">
                <a:latin typeface="Times New Roman"/>
                <a:cs typeface="Times New Roman"/>
              </a:rPr>
              <a:t>candidate system begins to </a:t>
            </a:r>
            <a:r>
              <a:rPr sz="1200" spc="-5" dirty="0">
                <a:latin typeface="Times New Roman"/>
                <a:cs typeface="Times New Roman"/>
              </a:rPr>
              <a:t>show results. A </a:t>
            </a:r>
            <a:r>
              <a:rPr sz="1200" dirty="0">
                <a:latin typeface="Times New Roman"/>
                <a:cs typeface="Times New Roman"/>
              </a:rPr>
              <a:t>critical </a:t>
            </a:r>
            <a:r>
              <a:rPr sz="1200" spc="-5" dirty="0">
                <a:latin typeface="Times New Roman"/>
                <a:cs typeface="Times New Roman"/>
              </a:rPr>
              <a:t>aspect </a:t>
            </a:r>
            <a:r>
              <a:rPr sz="1200" dirty="0">
                <a:latin typeface="Times New Roman"/>
                <a:cs typeface="Times New Roman"/>
              </a:rPr>
              <a:t>of conversion </a:t>
            </a:r>
            <a:r>
              <a:rPr sz="1200" spc="-5" dirty="0">
                <a:latin typeface="Times New Roman"/>
                <a:cs typeface="Times New Roman"/>
              </a:rPr>
              <a:t>is </a:t>
            </a:r>
            <a:r>
              <a:rPr sz="1200" dirty="0">
                <a:latin typeface="Times New Roman"/>
                <a:cs typeface="Times New Roman"/>
              </a:rPr>
              <a:t>not disrupting </a:t>
            </a:r>
            <a:r>
              <a:rPr sz="1200" spc="-15" dirty="0">
                <a:latin typeface="Times New Roman"/>
                <a:cs typeface="Times New Roman"/>
              </a:rPr>
              <a:t>the </a:t>
            </a:r>
            <a:r>
              <a:rPr sz="1200" spc="-10" dirty="0">
                <a:latin typeface="Times New Roman"/>
                <a:cs typeface="Times New Roman"/>
              </a:rPr>
              <a:t> functioning </a:t>
            </a:r>
            <a:r>
              <a:rPr sz="1200" spc="5" dirty="0">
                <a:latin typeface="Times New Roman"/>
                <a:cs typeface="Times New Roman"/>
              </a:rPr>
              <a:t>of </a:t>
            </a:r>
            <a:r>
              <a:rPr sz="1200" dirty="0">
                <a:latin typeface="Times New Roman"/>
                <a:cs typeface="Times New Roman"/>
              </a:rPr>
              <a:t>the </a:t>
            </a:r>
            <a:r>
              <a:rPr sz="1200" spc="-10" dirty="0">
                <a:latin typeface="Times New Roman"/>
                <a:cs typeface="Times New Roman"/>
              </a:rPr>
              <a:t>organization. </a:t>
            </a:r>
            <a:r>
              <a:rPr sz="1200" spc="-5" dirty="0">
                <a:latin typeface="Times New Roman"/>
                <a:cs typeface="Times New Roman"/>
              </a:rPr>
              <a:t>With all </a:t>
            </a:r>
            <a:r>
              <a:rPr sz="1200" spc="-10" dirty="0">
                <a:latin typeface="Times New Roman"/>
                <a:cs typeface="Times New Roman"/>
              </a:rPr>
              <a:t>technical </a:t>
            </a:r>
            <a:r>
              <a:rPr sz="1200" spc="-5" dirty="0">
                <a:latin typeface="Times New Roman"/>
                <a:cs typeface="Times New Roman"/>
              </a:rPr>
              <a:t>sophistication </a:t>
            </a:r>
            <a:r>
              <a:rPr sz="1200" dirty="0">
                <a:latin typeface="Times New Roman"/>
                <a:cs typeface="Times New Roman"/>
              </a:rPr>
              <a:t>that </a:t>
            </a:r>
            <a:r>
              <a:rPr sz="1200" spc="-10" dirty="0">
                <a:latin typeface="Times New Roman"/>
                <a:cs typeface="Times New Roman"/>
              </a:rPr>
              <a:t>accompanies conversion, </a:t>
            </a:r>
            <a:r>
              <a:rPr sz="1200" spc="-5" dirty="0">
                <a:latin typeface="Times New Roman"/>
                <a:cs typeface="Times New Roman"/>
              </a:rPr>
              <a:t> </a:t>
            </a:r>
            <a:r>
              <a:rPr sz="1200" spc="-15" dirty="0">
                <a:latin typeface="Times New Roman"/>
                <a:cs typeface="Times New Roman"/>
              </a:rPr>
              <a:t>interpersonal</a:t>
            </a:r>
            <a:r>
              <a:rPr sz="1200" spc="25" dirty="0">
                <a:latin typeface="Times New Roman"/>
                <a:cs typeface="Times New Roman"/>
              </a:rPr>
              <a:t> </a:t>
            </a:r>
            <a:r>
              <a:rPr sz="1200" spc="-5" dirty="0">
                <a:latin typeface="Times New Roman"/>
                <a:cs typeface="Times New Roman"/>
              </a:rPr>
              <a:t>relations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user</a:t>
            </a:r>
            <a:r>
              <a:rPr sz="1200" spc="-15" dirty="0">
                <a:latin typeface="Times New Roman"/>
                <a:cs typeface="Times New Roman"/>
              </a:rPr>
              <a:t> </a:t>
            </a:r>
            <a:r>
              <a:rPr sz="1200" spc="-5" dirty="0">
                <a:latin typeface="Times New Roman"/>
                <a:cs typeface="Times New Roman"/>
              </a:rPr>
              <a:t>staff</a:t>
            </a:r>
            <a:r>
              <a:rPr sz="1200" spc="-15" dirty="0">
                <a:latin typeface="Times New Roman"/>
                <a:cs typeface="Times New Roman"/>
              </a:rPr>
              <a:t> </a:t>
            </a:r>
            <a:r>
              <a:rPr sz="1200" spc="-5" dirty="0">
                <a:latin typeface="Times New Roman"/>
                <a:cs typeface="Times New Roman"/>
              </a:rPr>
              <a:t>are</a:t>
            </a:r>
            <a:r>
              <a:rPr sz="1200" spc="-20" dirty="0">
                <a:latin typeface="Times New Roman"/>
                <a:cs typeface="Times New Roman"/>
              </a:rPr>
              <a:t> </a:t>
            </a:r>
            <a:r>
              <a:rPr sz="1200" spc="-5" dirty="0">
                <a:latin typeface="Times New Roman"/>
                <a:cs typeface="Times New Roman"/>
              </a:rPr>
              <a:t>extremely</a:t>
            </a:r>
            <a:r>
              <a:rPr sz="1200" spc="5" dirty="0">
                <a:latin typeface="Times New Roman"/>
                <a:cs typeface="Times New Roman"/>
              </a:rPr>
              <a:t> </a:t>
            </a:r>
            <a:r>
              <a:rPr sz="1200" spc="-5" dirty="0">
                <a:latin typeface="Times New Roman"/>
                <a:cs typeface="Times New Roman"/>
              </a:rPr>
              <a:t>important</a:t>
            </a:r>
            <a:r>
              <a:rPr sz="1200" spc="-1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5" dirty="0">
                <a:latin typeface="Times New Roman"/>
                <a:cs typeface="Times New Roman"/>
              </a:rPr>
              <a:t>implementation.</a:t>
            </a:r>
            <a:endParaRPr sz="1200" dirty="0">
              <a:latin typeface="Times New Roman"/>
              <a:cs typeface="Times New Roman"/>
            </a:endParaRPr>
          </a:p>
          <a:p>
            <a:pPr marL="12700" marR="10795" indent="228600" algn="just">
              <a:lnSpc>
                <a:spcPct val="155000"/>
              </a:lnSpc>
              <a:spcBef>
                <a:spcPts val="795"/>
              </a:spcBef>
            </a:pPr>
            <a:r>
              <a:rPr sz="1200" spc="-5" dirty="0">
                <a:latin typeface="Times New Roman"/>
                <a:cs typeface="Times New Roman"/>
              </a:rPr>
              <a:t>Successful </a:t>
            </a:r>
            <a:r>
              <a:rPr sz="1200" dirty="0">
                <a:latin typeface="Times New Roman"/>
                <a:cs typeface="Times New Roman"/>
              </a:rPr>
              <a:t>implementation of the </a:t>
            </a:r>
            <a:r>
              <a:rPr sz="1200" spc="-5" dirty="0">
                <a:latin typeface="Times New Roman"/>
                <a:cs typeface="Times New Roman"/>
              </a:rPr>
              <a:t>new system design is </a:t>
            </a:r>
            <a:r>
              <a:rPr sz="1200" dirty="0">
                <a:latin typeface="Times New Roman"/>
                <a:cs typeface="Times New Roman"/>
              </a:rPr>
              <a:t>a critical phase in the </a:t>
            </a:r>
            <a:r>
              <a:rPr sz="1200" spc="-5" dirty="0">
                <a:latin typeface="Times New Roman"/>
                <a:cs typeface="Times New Roman"/>
              </a:rPr>
              <a:t>system </a:t>
            </a:r>
            <a:r>
              <a:rPr sz="1200" spc="-10" dirty="0">
                <a:latin typeface="Times New Roman"/>
                <a:cs typeface="Times New Roman"/>
              </a:rPr>
              <a:t>life </a:t>
            </a:r>
            <a:r>
              <a:rPr sz="1200" spc="-5" dirty="0">
                <a:latin typeface="Times New Roman"/>
                <a:cs typeface="Times New Roman"/>
              </a:rPr>
              <a:t> cycle. </a:t>
            </a:r>
            <a:r>
              <a:rPr sz="1200" dirty="0">
                <a:latin typeface="Times New Roman"/>
                <a:cs typeface="Times New Roman"/>
              </a:rPr>
              <a:t>Implementation means the process of converting a </a:t>
            </a:r>
            <a:r>
              <a:rPr sz="1200" spc="-5" dirty="0">
                <a:latin typeface="Times New Roman"/>
                <a:cs typeface="Times New Roman"/>
              </a:rPr>
              <a:t>new </a:t>
            </a:r>
            <a:r>
              <a:rPr sz="1200" dirty="0">
                <a:latin typeface="Times New Roman"/>
                <a:cs typeface="Times New Roman"/>
              </a:rPr>
              <a:t>or a revised </a:t>
            </a:r>
            <a:r>
              <a:rPr sz="1200" spc="-5" dirty="0">
                <a:latin typeface="Times New Roman"/>
                <a:cs typeface="Times New Roman"/>
              </a:rPr>
              <a:t>system </a:t>
            </a:r>
            <a:r>
              <a:rPr sz="1200" dirty="0">
                <a:latin typeface="Times New Roman"/>
                <a:cs typeface="Times New Roman"/>
              </a:rPr>
              <a:t>design </a:t>
            </a:r>
            <a:r>
              <a:rPr sz="1200" spc="-10" dirty="0">
                <a:latin typeface="Times New Roman"/>
                <a:cs typeface="Times New Roman"/>
              </a:rPr>
              <a:t>into </a:t>
            </a:r>
            <a:r>
              <a:rPr sz="1200" spc="-5" dirty="0">
                <a:latin typeface="Times New Roman"/>
                <a:cs typeface="Times New Roman"/>
              </a:rPr>
              <a:t> an </a:t>
            </a:r>
            <a:r>
              <a:rPr sz="1200" spc="-15" dirty="0">
                <a:latin typeface="Times New Roman"/>
                <a:cs typeface="Times New Roman"/>
              </a:rPr>
              <a:t>operational</a:t>
            </a:r>
            <a:r>
              <a:rPr sz="1200" spc="40" dirty="0">
                <a:latin typeface="Times New Roman"/>
                <a:cs typeface="Times New Roman"/>
              </a:rPr>
              <a:t> </a:t>
            </a:r>
            <a:r>
              <a:rPr sz="1200" spc="-5" dirty="0">
                <a:latin typeface="Times New Roman"/>
                <a:cs typeface="Times New Roman"/>
              </a:rPr>
              <a:t>one.</a:t>
            </a:r>
            <a:r>
              <a:rPr sz="1200" spc="-15"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spc="-15" dirty="0">
                <a:latin typeface="Times New Roman"/>
                <a:cs typeface="Times New Roman"/>
              </a:rPr>
              <a:t>involves</a:t>
            </a:r>
            <a:r>
              <a:rPr sz="1200" dirty="0">
                <a:latin typeface="Times New Roman"/>
                <a:cs typeface="Times New Roman"/>
              </a:rPr>
              <a:t> the</a:t>
            </a:r>
            <a:r>
              <a:rPr sz="1200" spc="5" dirty="0">
                <a:latin typeface="Times New Roman"/>
                <a:cs typeface="Times New Roman"/>
              </a:rPr>
              <a:t> </a:t>
            </a:r>
            <a:r>
              <a:rPr sz="1200" spc="-15" dirty="0">
                <a:latin typeface="Times New Roman"/>
                <a:cs typeface="Times New Roman"/>
              </a:rPr>
              <a:t>following:</a:t>
            </a:r>
            <a:endParaRPr sz="1200" dirty="0">
              <a:latin typeface="Times New Roman"/>
              <a:cs typeface="Times New Roman"/>
            </a:endParaRPr>
          </a:p>
          <a:p>
            <a:pPr>
              <a:lnSpc>
                <a:spcPct val="100000"/>
              </a:lnSpc>
              <a:spcBef>
                <a:spcPts val="25"/>
              </a:spcBef>
            </a:pPr>
            <a:endParaRPr sz="1650" dirty="0">
              <a:latin typeface="Times New Roman"/>
              <a:cs typeface="Times New Roman"/>
            </a:endParaRPr>
          </a:p>
          <a:p>
            <a:pPr marL="480059" indent="-230504" algn="just">
              <a:lnSpc>
                <a:spcPct val="100000"/>
              </a:lnSpc>
              <a:buFont typeface="Arial MT"/>
              <a:buChar char="●"/>
              <a:tabLst>
                <a:tab pos="480695" algn="l"/>
              </a:tabLst>
            </a:pPr>
            <a:r>
              <a:rPr sz="1200" spc="-5" dirty="0">
                <a:latin typeface="Times New Roman"/>
                <a:cs typeface="Times New Roman"/>
              </a:rPr>
              <a:t>Creating computer </a:t>
            </a:r>
            <a:r>
              <a:rPr sz="1200" spc="-15" dirty="0">
                <a:latin typeface="Times New Roman"/>
                <a:cs typeface="Times New Roman"/>
              </a:rPr>
              <a:t>compactable</a:t>
            </a:r>
            <a:r>
              <a:rPr sz="1200" spc="30" dirty="0">
                <a:latin typeface="Times New Roman"/>
                <a:cs typeface="Times New Roman"/>
              </a:rPr>
              <a:t> </a:t>
            </a:r>
            <a:r>
              <a:rPr sz="1200" spc="-15" dirty="0">
                <a:latin typeface="Times New Roman"/>
                <a:cs typeface="Times New Roman"/>
              </a:rPr>
              <a:t>files</a:t>
            </a:r>
            <a:endParaRPr sz="1200" dirty="0">
              <a:latin typeface="Times New Roman"/>
              <a:cs typeface="Times New Roman"/>
            </a:endParaRPr>
          </a:p>
          <a:p>
            <a:pPr marL="480059" indent="-230504" algn="just">
              <a:lnSpc>
                <a:spcPct val="100000"/>
              </a:lnSpc>
              <a:spcBef>
                <a:spcPts val="900"/>
              </a:spcBef>
              <a:buFont typeface="Arial MT"/>
              <a:buChar char="●"/>
              <a:tabLst>
                <a:tab pos="480695" algn="l"/>
              </a:tabLst>
            </a:pPr>
            <a:r>
              <a:rPr sz="1200" spc="-15" dirty="0">
                <a:latin typeface="Times New Roman"/>
                <a:cs typeface="Times New Roman"/>
              </a:rPr>
              <a:t>Training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operating</a:t>
            </a:r>
            <a:r>
              <a:rPr sz="1200" spc="-10" dirty="0">
                <a:latin typeface="Times New Roman"/>
                <a:cs typeface="Times New Roman"/>
              </a:rPr>
              <a:t> </a:t>
            </a:r>
            <a:r>
              <a:rPr sz="1200" spc="-15" dirty="0">
                <a:latin typeface="Times New Roman"/>
                <a:cs typeface="Times New Roman"/>
              </a:rPr>
              <a:t>staffs</a:t>
            </a:r>
            <a:endParaRPr sz="1200" dirty="0">
              <a:latin typeface="Times New Roman"/>
              <a:cs typeface="Times New Roman"/>
            </a:endParaRPr>
          </a:p>
          <a:p>
            <a:pPr>
              <a:lnSpc>
                <a:spcPct val="100000"/>
              </a:lnSpc>
              <a:spcBef>
                <a:spcPts val="40"/>
              </a:spcBef>
              <a:buFont typeface="Arial MT"/>
              <a:buChar char="●"/>
            </a:pPr>
            <a:endParaRPr sz="1300" dirty="0">
              <a:latin typeface="Times New Roman"/>
              <a:cs typeface="Times New Roman"/>
            </a:endParaRPr>
          </a:p>
          <a:p>
            <a:pPr marL="480059" indent="-230504" algn="just">
              <a:lnSpc>
                <a:spcPct val="100000"/>
              </a:lnSpc>
              <a:buFont typeface="Arial MT"/>
              <a:buChar char="●"/>
              <a:tabLst>
                <a:tab pos="480695" algn="l"/>
              </a:tabLst>
            </a:pPr>
            <a:r>
              <a:rPr sz="1200" spc="-15" dirty="0">
                <a:latin typeface="Times New Roman"/>
                <a:cs typeface="Times New Roman"/>
              </a:rPr>
              <a:t>Training</a:t>
            </a:r>
            <a:endParaRPr sz="1200" dirty="0">
              <a:latin typeface="Times New Roman"/>
              <a:cs typeface="Times New Roman"/>
            </a:endParaRPr>
          </a:p>
          <a:p>
            <a:pPr marL="485140" marR="13335" indent="-6350" algn="just">
              <a:lnSpc>
                <a:spcPts val="2230"/>
              </a:lnSpc>
              <a:spcBef>
                <a:spcPts val="135"/>
              </a:spcBef>
            </a:pPr>
            <a:r>
              <a:rPr sz="1200" dirty="0">
                <a:latin typeface="Times New Roman"/>
                <a:cs typeface="Times New Roman"/>
              </a:rPr>
              <a:t>Training </a:t>
            </a:r>
            <a:r>
              <a:rPr sz="1200" spc="-5" dirty="0">
                <a:latin typeface="Times New Roman"/>
                <a:cs typeface="Times New Roman"/>
              </a:rPr>
              <a:t>is </a:t>
            </a:r>
            <a:r>
              <a:rPr sz="1200" dirty="0">
                <a:latin typeface="Times New Roman"/>
                <a:cs typeface="Times New Roman"/>
              </a:rPr>
              <a:t>a vital part </a:t>
            </a:r>
            <a:r>
              <a:rPr sz="1200" spc="5" dirty="0">
                <a:latin typeface="Times New Roman"/>
                <a:cs typeface="Times New Roman"/>
              </a:rPr>
              <a:t>of </a:t>
            </a:r>
            <a:r>
              <a:rPr sz="1200" dirty="0">
                <a:latin typeface="Times New Roman"/>
                <a:cs typeface="Times New Roman"/>
              </a:rPr>
              <a:t>the computer based </a:t>
            </a:r>
            <a:r>
              <a:rPr sz="1200" spc="-5" dirty="0">
                <a:latin typeface="Times New Roman"/>
                <a:cs typeface="Times New Roman"/>
              </a:rPr>
              <a:t>information system. </a:t>
            </a:r>
            <a:r>
              <a:rPr sz="1200" dirty="0">
                <a:latin typeface="Times New Roman"/>
                <a:cs typeface="Times New Roman"/>
              </a:rPr>
              <a:t>The main </a:t>
            </a:r>
            <a:r>
              <a:rPr sz="1200" spc="-5" dirty="0">
                <a:latin typeface="Times New Roman"/>
                <a:cs typeface="Times New Roman"/>
              </a:rPr>
              <a:t>aim </a:t>
            </a:r>
            <a:r>
              <a:rPr sz="1200" spc="-25" dirty="0">
                <a:latin typeface="Times New Roman"/>
                <a:cs typeface="Times New Roman"/>
              </a:rPr>
              <a:t>of </a:t>
            </a:r>
            <a:r>
              <a:rPr sz="1200" spc="-20" dirty="0">
                <a:latin typeface="Times New Roman"/>
                <a:cs typeface="Times New Roman"/>
              </a:rPr>
              <a:t> </a:t>
            </a:r>
            <a:r>
              <a:rPr sz="1200" spc="-10" dirty="0">
                <a:latin typeface="Times New Roman"/>
                <a:cs typeface="Times New Roman"/>
              </a:rPr>
              <a:t>training</a:t>
            </a:r>
            <a:r>
              <a:rPr sz="1200" spc="-45" dirty="0">
                <a:latin typeface="Times New Roman"/>
                <a:cs typeface="Times New Roman"/>
              </a:rPr>
              <a:t> </a:t>
            </a:r>
            <a:r>
              <a:rPr sz="1200" spc="-5" dirty="0">
                <a:latin typeface="Times New Roman"/>
                <a:cs typeface="Times New Roman"/>
              </a:rPr>
              <a:t>is</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make</a:t>
            </a:r>
            <a:r>
              <a:rPr sz="1200" spc="-30" dirty="0">
                <a:latin typeface="Times New Roman"/>
                <a:cs typeface="Times New Roman"/>
              </a:rPr>
              <a:t> </a:t>
            </a:r>
            <a:r>
              <a:rPr sz="1200" spc="-10" dirty="0">
                <a:latin typeface="Times New Roman"/>
                <a:cs typeface="Times New Roman"/>
              </a:rPr>
              <a:t>aware</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5" dirty="0">
                <a:latin typeface="Times New Roman"/>
                <a:cs typeface="Times New Roman"/>
              </a:rPr>
              <a:t>the</a:t>
            </a:r>
            <a:r>
              <a:rPr sz="1200" spc="-45"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spc="-10" dirty="0">
                <a:latin typeface="Times New Roman"/>
                <a:cs typeface="Times New Roman"/>
              </a:rPr>
              <a:t>concepts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5" dirty="0">
                <a:latin typeface="Times New Roman"/>
                <a:cs typeface="Times New Roman"/>
              </a:rPr>
              <a:t>users</a:t>
            </a:r>
            <a:r>
              <a:rPr sz="1200" spc="-3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details.</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training</a:t>
            </a:r>
            <a:r>
              <a:rPr sz="1200" spc="-35" dirty="0">
                <a:latin typeface="Times New Roman"/>
                <a:cs typeface="Times New Roman"/>
              </a:rPr>
              <a:t> </a:t>
            </a:r>
            <a:r>
              <a:rPr sz="1200" spc="-15" dirty="0">
                <a:latin typeface="Times New Roman"/>
                <a:cs typeface="Times New Roman"/>
              </a:rPr>
              <a:t>focuses </a:t>
            </a:r>
            <a:r>
              <a:rPr sz="1200" spc="-29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spc="-5" dirty="0">
                <a:latin typeface="Times New Roman"/>
                <a:cs typeface="Times New Roman"/>
              </a:rPr>
              <a:t>two</a:t>
            </a:r>
            <a:r>
              <a:rPr sz="1200" dirty="0">
                <a:latin typeface="Times New Roman"/>
                <a:cs typeface="Times New Roman"/>
              </a:rPr>
              <a:t> </a:t>
            </a:r>
            <a:r>
              <a:rPr sz="1200" spc="-15" dirty="0">
                <a:latin typeface="Times New Roman"/>
                <a:cs typeface="Times New Roman"/>
              </a:rPr>
              <a:t>issues</a:t>
            </a:r>
            <a:endParaRPr sz="1200" dirty="0">
              <a:latin typeface="Times New Roman"/>
              <a:cs typeface="Times New Roman"/>
            </a:endParaRPr>
          </a:p>
          <a:p>
            <a:pPr>
              <a:lnSpc>
                <a:spcPct val="100000"/>
              </a:lnSpc>
              <a:spcBef>
                <a:spcPts val="55"/>
              </a:spcBef>
            </a:pPr>
            <a:endParaRPr sz="1450" dirty="0">
              <a:latin typeface="Times New Roman"/>
              <a:cs typeface="Times New Roman"/>
            </a:endParaRPr>
          </a:p>
          <a:p>
            <a:pPr marL="480059" indent="-230504" algn="just">
              <a:lnSpc>
                <a:spcPct val="100000"/>
              </a:lnSpc>
              <a:buFont typeface="Arial MT"/>
              <a:buChar char="●"/>
              <a:tabLst>
                <a:tab pos="480695" algn="l"/>
              </a:tabLst>
            </a:pPr>
            <a:r>
              <a:rPr sz="1200" spc="-5" dirty="0">
                <a:latin typeface="Times New Roman"/>
                <a:cs typeface="Times New Roman"/>
              </a:rPr>
              <a:t>User</a:t>
            </a:r>
            <a:r>
              <a:rPr sz="1200" spc="-40" dirty="0">
                <a:latin typeface="Times New Roman"/>
                <a:cs typeface="Times New Roman"/>
              </a:rPr>
              <a:t> </a:t>
            </a:r>
            <a:r>
              <a:rPr sz="1200" spc="-15" dirty="0">
                <a:latin typeface="Times New Roman"/>
                <a:cs typeface="Times New Roman"/>
              </a:rPr>
              <a:t>capabilities</a:t>
            </a:r>
            <a:endParaRPr sz="1200" dirty="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Name</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r>
              <a:rPr sz="1200" spc="20" dirty="0">
                <a:latin typeface="Times New Roman"/>
                <a:cs typeface="Times New Roman"/>
              </a:rPr>
              <a:t> </a:t>
            </a:r>
            <a:r>
              <a:rPr sz="1200" spc="-5" dirty="0">
                <a:latin typeface="Times New Roman"/>
                <a:cs typeface="Times New Roman"/>
              </a:rPr>
              <a:t>being</a:t>
            </a:r>
            <a:r>
              <a:rPr sz="1200" spc="-25" dirty="0">
                <a:latin typeface="Times New Roman"/>
                <a:cs typeface="Times New Roman"/>
              </a:rPr>
              <a:t> </a:t>
            </a:r>
            <a:r>
              <a:rPr sz="1200" spc="-15" dirty="0">
                <a:latin typeface="Times New Roman"/>
                <a:cs typeface="Times New Roman"/>
              </a:rPr>
              <a:t>installed</a:t>
            </a:r>
            <a:endParaRPr sz="1200" dirty="0">
              <a:latin typeface="Times New Roman"/>
              <a:cs typeface="Times New Roman"/>
            </a:endParaRPr>
          </a:p>
          <a:p>
            <a:pPr marL="485140" marR="9525" indent="-6350" algn="just">
              <a:lnSpc>
                <a:spcPct val="151700"/>
              </a:lnSpc>
              <a:spcBef>
                <a:spcPts val="635"/>
              </a:spcBef>
            </a:pPr>
            <a:r>
              <a:rPr sz="1200" dirty="0">
                <a:latin typeface="Times New Roman"/>
                <a:cs typeface="Times New Roman"/>
              </a:rPr>
              <a:t>The training sections that are </a:t>
            </a:r>
            <a:r>
              <a:rPr sz="1200" spc="-5" dirty="0">
                <a:latin typeface="Times New Roman"/>
                <a:cs typeface="Times New Roman"/>
              </a:rPr>
              <a:t>given </a:t>
            </a:r>
            <a:r>
              <a:rPr sz="1200" dirty="0">
                <a:latin typeface="Times New Roman"/>
                <a:cs typeface="Times New Roman"/>
              </a:rPr>
              <a:t>to the operators </a:t>
            </a:r>
            <a:r>
              <a:rPr sz="1200" spc="-5" dirty="0">
                <a:latin typeface="Times New Roman"/>
                <a:cs typeface="Times New Roman"/>
              </a:rPr>
              <a:t>and end </a:t>
            </a:r>
            <a:r>
              <a:rPr sz="1200" dirty="0">
                <a:latin typeface="Times New Roman"/>
                <a:cs typeface="Times New Roman"/>
              </a:rPr>
              <a:t>users are different.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operators</a:t>
            </a:r>
            <a:r>
              <a:rPr sz="1200" spc="-10" dirty="0">
                <a:latin typeface="Times New Roman"/>
                <a:cs typeface="Times New Roman"/>
              </a:rPr>
              <a:t> </a:t>
            </a:r>
            <a:r>
              <a:rPr sz="1200" spc="-5" dirty="0">
                <a:latin typeface="Times New Roman"/>
                <a:cs typeface="Times New Roman"/>
              </a:rPr>
              <a:t>need</a:t>
            </a:r>
            <a:r>
              <a:rPr sz="1200" spc="-2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know</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concept </a:t>
            </a:r>
            <a:r>
              <a:rPr sz="1200" dirty="0">
                <a:latin typeface="Times New Roman"/>
                <a:cs typeface="Times New Roman"/>
              </a:rPr>
              <a:t>of</a:t>
            </a:r>
            <a:r>
              <a:rPr sz="1200" spc="-40" dirty="0">
                <a:latin typeface="Times New Roman"/>
                <a:cs typeface="Times New Roman"/>
              </a:rPr>
              <a:t> </a:t>
            </a:r>
            <a:r>
              <a:rPr sz="1200" spc="-10" dirty="0">
                <a:latin typeface="Times New Roman"/>
                <a:cs typeface="Times New Roman"/>
              </a:rPr>
              <a:t>system</a:t>
            </a:r>
            <a:r>
              <a:rPr sz="1200" spc="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5" dirty="0">
                <a:latin typeface="Times New Roman"/>
                <a:cs typeface="Times New Roman"/>
              </a:rPr>
              <a:t>deep.</a:t>
            </a:r>
            <a:r>
              <a:rPr sz="1200" spc="-20" dirty="0">
                <a:latin typeface="Times New Roman"/>
                <a:cs typeface="Times New Roman"/>
              </a:rPr>
              <a:t> </a:t>
            </a:r>
            <a:r>
              <a:rPr sz="1200" spc="-5" dirty="0">
                <a:latin typeface="Times New Roman"/>
                <a:cs typeface="Times New Roman"/>
              </a:rPr>
              <a:t>But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end</a:t>
            </a:r>
            <a:r>
              <a:rPr sz="1200" spc="-25" dirty="0">
                <a:latin typeface="Times New Roman"/>
                <a:cs typeface="Times New Roman"/>
              </a:rPr>
              <a:t> </a:t>
            </a:r>
            <a:r>
              <a:rPr sz="1200" spc="-5" dirty="0">
                <a:latin typeface="Times New Roman"/>
                <a:cs typeface="Times New Roman"/>
              </a:rPr>
              <a:t>user</a:t>
            </a:r>
            <a:r>
              <a:rPr sz="1200" spc="-35" dirty="0">
                <a:latin typeface="Times New Roman"/>
                <a:cs typeface="Times New Roman"/>
              </a:rPr>
              <a:t> </a:t>
            </a:r>
            <a:r>
              <a:rPr sz="1200" spc="-5" dirty="0">
                <a:latin typeface="Times New Roman"/>
                <a:cs typeface="Times New Roman"/>
              </a:rPr>
              <a:t>training</a:t>
            </a:r>
            <a:r>
              <a:rPr sz="1200" spc="-20"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spc="-20" dirty="0">
                <a:latin typeface="Times New Roman"/>
                <a:cs typeface="Times New Roman"/>
              </a:rPr>
              <a:t>only</a:t>
            </a:r>
            <a:endParaRPr sz="1200" dirty="0">
              <a:latin typeface="Times New Roman"/>
              <a:cs typeface="Times New Roman"/>
            </a:endParaRPr>
          </a:p>
        </p:txBody>
      </p:sp>
      <p:sp>
        <p:nvSpPr>
          <p:cNvPr id="4" name="object 4"/>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8500" cy="9290877"/>
          </a:xfrm>
          <a:prstGeom prst="rect">
            <a:avLst/>
          </a:prstGeom>
        </p:spPr>
        <p:txBody>
          <a:bodyPr vert="horz" wrap="square" lIns="0" tIns="12700" rIns="0" bIns="0" rtlCol="0">
            <a:spAutoFit/>
          </a:bodyPr>
          <a:lstStyle/>
          <a:p>
            <a:pPr marL="21590">
              <a:spcBef>
                <a:spcPts val="100"/>
              </a:spcBef>
              <a:tabLst>
                <a:tab pos="4954270"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49</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485140" marR="64135">
              <a:lnSpc>
                <a:spcPct val="151700"/>
              </a:lnSpc>
              <a:spcBef>
                <a:spcPts val="935"/>
              </a:spcBef>
            </a:pPr>
            <a:r>
              <a:rPr sz="1200" spc="-5" dirty="0">
                <a:latin typeface="Times New Roman"/>
                <a:cs typeface="Times New Roman"/>
              </a:rPr>
              <a:t>concerned</a:t>
            </a:r>
            <a:r>
              <a:rPr sz="1200" spc="235" dirty="0">
                <a:latin typeface="Times New Roman"/>
                <a:cs typeface="Times New Roman"/>
              </a:rPr>
              <a:t> </a:t>
            </a:r>
            <a:r>
              <a:rPr sz="1200" dirty="0">
                <a:latin typeface="Times New Roman"/>
                <a:cs typeface="Times New Roman"/>
              </a:rPr>
              <a:t>with</a:t>
            </a:r>
            <a:r>
              <a:rPr sz="1200" spc="204" dirty="0">
                <a:latin typeface="Times New Roman"/>
                <a:cs typeface="Times New Roman"/>
              </a:rPr>
              <a:t> </a:t>
            </a:r>
            <a:r>
              <a:rPr sz="1200" dirty="0">
                <a:latin typeface="Times New Roman"/>
                <a:cs typeface="Times New Roman"/>
              </a:rPr>
              <a:t>how</a:t>
            </a:r>
            <a:r>
              <a:rPr sz="1200" spc="185" dirty="0">
                <a:latin typeface="Times New Roman"/>
                <a:cs typeface="Times New Roman"/>
              </a:rPr>
              <a:t> </a:t>
            </a:r>
            <a:r>
              <a:rPr sz="1200" dirty="0">
                <a:latin typeface="Times New Roman"/>
                <a:cs typeface="Times New Roman"/>
              </a:rPr>
              <a:t>to</a:t>
            </a:r>
            <a:r>
              <a:rPr sz="1200" spc="175" dirty="0">
                <a:latin typeface="Times New Roman"/>
                <a:cs typeface="Times New Roman"/>
              </a:rPr>
              <a:t> </a:t>
            </a:r>
            <a:r>
              <a:rPr sz="1200" dirty="0">
                <a:latin typeface="Times New Roman"/>
                <a:cs typeface="Times New Roman"/>
              </a:rPr>
              <a:t>perform</a:t>
            </a:r>
            <a:r>
              <a:rPr sz="1200" spc="215" dirty="0">
                <a:latin typeface="Times New Roman"/>
                <a:cs typeface="Times New Roman"/>
              </a:rPr>
              <a:t> </a:t>
            </a:r>
            <a:r>
              <a:rPr sz="1200" dirty="0">
                <a:latin typeface="Times New Roman"/>
                <a:cs typeface="Times New Roman"/>
              </a:rPr>
              <a:t>the</a:t>
            </a:r>
            <a:r>
              <a:rPr sz="1200" spc="200" dirty="0">
                <a:latin typeface="Times New Roman"/>
                <a:cs typeface="Times New Roman"/>
              </a:rPr>
              <a:t> </a:t>
            </a:r>
            <a:r>
              <a:rPr sz="1200" spc="-5" dirty="0">
                <a:latin typeface="Times New Roman"/>
                <a:cs typeface="Times New Roman"/>
              </a:rPr>
              <a:t>transaction</a:t>
            </a:r>
            <a:r>
              <a:rPr sz="1200" spc="229" dirty="0">
                <a:latin typeface="Times New Roman"/>
                <a:cs typeface="Times New Roman"/>
              </a:rPr>
              <a:t> </a:t>
            </a:r>
            <a:r>
              <a:rPr sz="1200" spc="-5" dirty="0">
                <a:latin typeface="Times New Roman"/>
                <a:cs typeface="Times New Roman"/>
              </a:rPr>
              <a:t>and</a:t>
            </a:r>
            <a:r>
              <a:rPr sz="1200" spc="195" dirty="0">
                <a:latin typeface="Times New Roman"/>
                <a:cs typeface="Times New Roman"/>
              </a:rPr>
              <a:t> </a:t>
            </a:r>
            <a:r>
              <a:rPr sz="1200" dirty="0">
                <a:latin typeface="Times New Roman"/>
                <a:cs typeface="Times New Roman"/>
              </a:rPr>
              <a:t>how</a:t>
            </a:r>
            <a:r>
              <a:rPr sz="1200" spc="185" dirty="0">
                <a:latin typeface="Times New Roman"/>
                <a:cs typeface="Times New Roman"/>
              </a:rPr>
              <a:t> </a:t>
            </a:r>
            <a:r>
              <a:rPr sz="1200" dirty="0">
                <a:latin typeface="Times New Roman"/>
                <a:cs typeface="Times New Roman"/>
              </a:rPr>
              <a:t>to</a:t>
            </a:r>
            <a:r>
              <a:rPr sz="1200" spc="200" dirty="0">
                <a:latin typeface="Times New Roman"/>
                <a:cs typeface="Times New Roman"/>
              </a:rPr>
              <a:t> </a:t>
            </a:r>
            <a:r>
              <a:rPr sz="1200" spc="-5" dirty="0">
                <a:latin typeface="Times New Roman"/>
                <a:cs typeface="Times New Roman"/>
              </a:rPr>
              <a:t>access</a:t>
            </a:r>
            <a:r>
              <a:rPr sz="1200" spc="229"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spc="-15" dirty="0">
                <a:latin typeface="Times New Roman"/>
                <a:cs typeface="Times New Roman"/>
              </a:rPr>
              <a:t>transaction </a:t>
            </a:r>
            <a:r>
              <a:rPr sz="1200" spc="-285" dirty="0">
                <a:latin typeface="Times New Roman"/>
                <a:cs typeface="Times New Roman"/>
              </a:rPr>
              <a:t> </a:t>
            </a:r>
            <a:r>
              <a:rPr sz="1200" spc="-15" dirty="0">
                <a:latin typeface="Times New Roman"/>
                <a:cs typeface="Times New Roman"/>
              </a:rPr>
              <a:t>details.</a:t>
            </a:r>
            <a:endParaRPr sz="1200" dirty="0">
              <a:latin typeface="Times New Roman"/>
              <a:cs typeface="Times New Roman"/>
            </a:endParaRPr>
          </a:p>
          <a:p>
            <a:pPr>
              <a:lnSpc>
                <a:spcPct val="100000"/>
              </a:lnSpc>
              <a:spcBef>
                <a:spcPts val="10"/>
              </a:spcBef>
            </a:pPr>
            <a:endParaRPr sz="1650" dirty="0">
              <a:latin typeface="Times New Roman"/>
              <a:cs typeface="Times New Roman"/>
            </a:endParaRPr>
          </a:p>
          <a:p>
            <a:pPr marL="12700">
              <a:lnSpc>
                <a:spcPct val="100000"/>
              </a:lnSpc>
            </a:pPr>
            <a:r>
              <a:rPr sz="1200" spc="-5" dirty="0">
                <a:latin typeface="Times New Roman"/>
                <a:cs typeface="Times New Roman"/>
              </a:rPr>
              <a:t>There</a:t>
            </a:r>
            <a:r>
              <a:rPr sz="1200" spc="-20" dirty="0">
                <a:latin typeface="Times New Roman"/>
                <a:cs typeface="Times New Roman"/>
              </a:rPr>
              <a:t> </a:t>
            </a:r>
            <a:r>
              <a:rPr sz="1200" spc="-5" dirty="0">
                <a:latin typeface="Times New Roman"/>
                <a:cs typeface="Times New Roman"/>
              </a:rPr>
              <a:t>are</a:t>
            </a:r>
            <a:r>
              <a:rPr sz="1200" spc="-35" dirty="0">
                <a:latin typeface="Times New Roman"/>
                <a:cs typeface="Times New Roman"/>
              </a:rPr>
              <a:t> </a:t>
            </a:r>
            <a:r>
              <a:rPr sz="1200" dirty="0">
                <a:latin typeface="Times New Roman"/>
                <a:cs typeface="Times New Roman"/>
              </a:rPr>
              <a:t>mainly</a:t>
            </a:r>
            <a:r>
              <a:rPr sz="1200" spc="-25" dirty="0">
                <a:latin typeface="Times New Roman"/>
                <a:cs typeface="Times New Roman"/>
              </a:rPr>
              <a:t> </a:t>
            </a:r>
            <a:r>
              <a:rPr sz="1200" spc="-5" dirty="0">
                <a:latin typeface="Times New Roman"/>
                <a:cs typeface="Times New Roman"/>
              </a:rPr>
              <a:t>three</a:t>
            </a:r>
            <a:r>
              <a:rPr sz="1200" spc="-15" dirty="0">
                <a:latin typeface="Times New Roman"/>
                <a:cs typeface="Times New Roman"/>
              </a:rPr>
              <a:t> </a:t>
            </a:r>
            <a:r>
              <a:rPr sz="1200" spc="-10" dirty="0">
                <a:latin typeface="Times New Roman"/>
                <a:cs typeface="Times New Roman"/>
              </a:rPr>
              <a:t>types</a:t>
            </a:r>
            <a:r>
              <a:rPr sz="1200" dirty="0">
                <a:latin typeface="Times New Roman"/>
                <a:cs typeface="Times New Roman"/>
              </a:rPr>
              <a:t> of</a:t>
            </a:r>
            <a:r>
              <a:rPr sz="1200" spc="-30" dirty="0">
                <a:latin typeface="Times New Roman"/>
                <a:cs typeface="Times New Roman"/>
              </a:rPr>
              <a:t> </a:t>
            </a:r>
            <a:r>
              <a:rPr sz="1200" spc="-10" dirty="0">
                <a:latin typeface="Times New Roman"/>
                <a:cs typeface="Times New Roman"/>
              </a:rPr>
              <a:t>training</a:t>
            </a:r>
            <a:endParaRPr sz="1200" dirty="0">
              <a:latin typeface="Times New Roman"/>
              <a:cs typeface="Times New Roman"/>
            </a:endParaRPr>
          </a:p>
          <a:p>
            <a:pPr>
              <a:lnSpc>
                <a:spcPct val="100000"/>
              </a:lnSpc>
              <a:spcBef>
                <a:spcPts val="35"/>
              </a:spcBef>
            </a:pPr>
            <a:endParaRPr sz="1400" dirty="0">
              <a:latin typeface="Times New Roman"/>
              <a:cs typeface="Times New Roman"/>
            </a:endParaRPr>
          </a:p>
          <a:p>
            <a:pPr marL="478790" indent="-229235">
              <a:lnSpc>
                <a:spcPct val="100000"/>
              </a:lnSpc>
              <a:buFont typeface="Arial MT"/>
              <a:buChar char="●"/>
              <a:tabLst>
                <a:tab pos="478790" algn="l"/>
                <a:tab pos="479425" algn="l"/>
              </a:tabLst>
            </a:pPr>
            <a:r>
              <a:rPr sz="1200" spc="-5" dirty="0">
                <a:latin typeface="Times New Roman"/>
                <a:cs typeface="Times New Roman"/>
              </a:rPr>
              <a:t>Brain</a:t>
            </a:r>
            <a:r>
              <a:rPr sz="1200" spc="-40" dirty="0">
                <a:latin typeface="Times New Roman"/>
                <a:cs typeface="Times New Roman"/>
              </a:rPr>
              <a:t> </a:t>
            </a:r>
            <a:r>
              <a:rPr sz="1200" dirty="0">
                <a:latin typeface="Times New Roman"/>
                <a:cs typeface="Times New Roman"/>
              </a:rPr>
              <a:t>Storming</a:t>
            </a:r>
            <a:r>
              <a:rPr sz="1200" spc="-65" dirty="0">
                <a:latin typeface="Times New Roman"/>
                <a:cs typeface="Times New Roman"/>
              </a:rPr>
              <a:t> </a:t>
            </a:r>
            <a:r>
              <a:rPr sz="1200" spc="-15" dirty="0">
                <a:latin typeface="Times New Roman"/>
                <a:cs typeface="Times New Roman"/>
              </a:rPr>
              <a:t>Section</a:t>
            </a:r>
            <a:endParaRPr sz="1200" dirty="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15" dirty="0">
                <a:latin typeface="Times New Roman"/>
                <a:cs typeface="Times New Roman"/>
              </a:rPr>
              <a:t>Seminar</a:t>
            </a:r>
            <a:endParaRPr sz="1200" dirty="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Computer </a:t>
            </a:r>
            <a:r>
              <a:rPr sz="1200" spc="-20" dirty="0">
                <a:latin typeface="Times New Roman"/>
                <a:cs typeface="Times New Roman"/>
              </a:rPr>
              <a:t>awareness</a:t>
            </a:r>
            <a:r>
              <a:rPr sz="1200" spc="5" dirty="0">
                <a:latin typeface="Times New Roman"/>
                <a:cs typeface="Times New Roman"/>
              </a:rPr>
              <a:t> </a:t>
            </a:r>
            <a:r>
              <a:rPr sz="1200" spc="-15" dirty="0">
                <a:latin typeface="Times New Roman"/>
                <a:cs typeface="Times New Roman"/>
              </a:rPr>
              <a:t>training</a:t>
            </a:r>
            <a:endParaRPr sz="1200" dirty="0">
              <a:latin typeface="Times New Roman"/>
              <a:cs typeface="Times New Roman"/>
            </a:endParaRPr>
          </a:p>
          <a:p>
            <a:pPr marL="18415" marR="6985" indent="-6350" algn="just">
              <a:lnSpc>
                <a:spcPct val="155000"/>
              </a:lnSpc>
              <a:spcBef>
                <a:spcPts val="520"/>
              </a:spcBef>
            </a:pPr>
            <a:r>
              <a:rPr sz="1200" b="1" spc="-5" dirty="0">
                <a:latin typeface="Times New Roman"/>
                <a:cs typeface="Times New Roman"/>
              </a:rPr>
              <a:t>Brain Storming </a:t>
            </a:r>
            <a:r>
              <a:rPr sz="1200" b="1" dirty="0">
                <a:latin typeface="Times New Roman"/>
                <a:cs typeface="Times New Roman"/>
              </a:rPr>
              <a:t>Section: </a:t>
            </a:r>
            <a:r>
              <a:rPr sz="1200" spc="-15" dirty="0">
                <a:latin typeface="Times New Roman"/>
                <a:cs typeface="Times New Roman"/>
              </a:rPr>
              <a:t>It </a:t>
            </a:r>
            <a:r>
              <a:rPr sz="1200" spc="-5" dirty="0">
                <a:latin typeface="Times New Roman"/>
                <a:cs typeface="Times New Roman"/>
              </a:rPr>
              <a:t>is </a:t>
            </a:r>
            <a:r>
              <a:rPr sz="1200" dirty="0">
                <a:latin typeface="Times New Roman"/>
                <a:cs typeface="Times New Roman"/>
              </a:rPr>
              <a:t>a method </a:t>
            </a:r>
            <a:r>
              <a:rPr sz="1200" spc="5" dirty="0">
                <a:latin typeface="Times New Roman"/>
                <a:cs typeface="Times New Roman"/>
              </a:rPr>
              <a:t>of </a:t>
            </a:r>
            <a:r>
              <a:rPr sz="1200" spc="-5" dirty="0">
                <a:latin typeface="Times New Roman"/>
                <a:cs typeface="Times New Roman"/>
              </a:rPr>
              <a:t>fact </a:t>
            </a:r>
            <a:r>
              <a:rPr sz="1200" dirty="0">
                <a:latin typeface="Times New Roman"/>
                <a:cs typeface="Times New Roman"/>
              </a:rPr>
              <a:t>finding techniques and unknowingly </a:t>
            </a:r>
            <a:r>
              <a:rPr sz="1200" spc="-15" dirty="0">
                <a:latin typeface="Times New Roman"/>
                <a:cs typeface="Times New Roman"/>
              </a:rPr>
              <a:t>the </a:t>
            </a:r>
            <a:r>
              <a:rPr sz="1200" spc="-10" dirty="0">
                <a:latin typeface="Times New Roman"/>
                <a:cs typeface="Times New Roman"/>
              </a:rPr>
              <a:t> </a:t>
            </a:r>
            <a:r>
              <a:rPr sz="1200" spc="-15" dirty="0">
                <a:latin typeface="Times New Roman"/>
                <a:cs typeface="Times New Roman"/>
              </a:rPr>
              <a:t>participants</a:t>
            </a:r>
            <a:r>
              <a:rPr sz="1200" spc="20" dirty="0">
                <a:latin typeface="Times New Roman"/>
                <a:cs typeface="Times New Roman"/>
              </a:rPr>
              <a:t> </a:t>
            </a:r>
            <a:r>
              <a:rPr sz="1200" spc="-5" dirty="0">
                <a:latin typeface="Times New Roman"/>
                <a:cs typeface="Times New Roman"/>
              </a:rPr>
              <a:t>can</a:t>
            </a:r>
            <a:r>
              <a:rPr sz="1200" dirty="0">
                <a:latin typeface="Times New Roman"/>
                <a:cs typeface="Times New Roman"/>
              </a:rPr>
              <a:t> be</a:t>
            </a:r>
            <a:r>
              <a:rPr sz="1200" spc="-5" dirty="0">
                <a:latin typeface="Times New Roman"/>
                <a:cs typeface="Times New Roman"/>
              </a:rPr>
              <a:t> </a:t>
            </a:r>
            <a:r>
              <a:rPr sz="1200" dirty="0">
                <a:latin typeface="Times New Roman"/>
                <a:cs typeface="Times New Roman"/>
              </a:rPr>
              <a:t>made</a:t>
            </a:r>
            <a:r>
              <a:rPr sz="1200" spc="-10" dirty="0">
                <a:latin typeface="Times New Roman"/>
                <a:cs typeface="Times New Roman"/>
              </a:rPr>
              <a:t> </a:t>
            </a:r>
            <a:r>
              <a:rPr sz="1200" spc="-5" dirty="0">
                <a:latin typeface="Times New Roman"/>
                <a:cs typeface="Times New Roman"/>
              </a:rPr>
              <a:t>aware</a:t>
            </a:r>
            <a:r>
              <a:rPr sz="1200" dirty="0">
                <a:latin typeface="Times New Roman"/>
                <a:cs typeface="Times New Roman"/>
              </a:rPr>
              <a:t> of</a:t>
            </a:r>
            <a:r>
              <a:rPr sz="1200" spc="-15" dirty="0">
                <a:latin typeface="Times New Roman"/>
                <a:cs typeface="Times New Roman"/>
              </a:rPr>
              <a:t> </a:t>
            </a:r>
            <a:r>
              <a:rPr sz="1200" spc="-5" dirty="0">
                <a:latin typeface="Times New Roman"/>
                <a:cs typeface="Times New Roman"/>
              </a:rPr>
              <a:t>various</a:t>
            </a:r>
            <a:r>
              <a:rPr sz="1200" dirty="0">
                <a:latin typeface="Times New Roman"/>
                <a:cs typeface="Times New Roman"/>
              </a:rPr>
              <a:t> </a:t>
            </a:r>
            <a:r>
              <a:rPr sz="1200" spc="-10" dirty="0">
                <a:latin typeface="Times New Roman"/>
                <a:cs typeface="Times New Roman"/>
              </a:rPr>
              <a:t>system</a:t>
            </a:r>
            <a:r>
              <a:rPr sz="1200" spc="10" dirty="0">
                <a:latin typeface="Times New Roman"/>
                <a:cs typeface="Times New Roman"/>
              </a:rPr>
              <a:t> </a:t>
            </a:r>
            <a:r>
              <a:rPr sz="1200" spc="-15" dirty="0">
                <a:latin typeface="Times New Roman"/>
                <a:cs typeface="Times New Roman"/>
              </a:rPr>
              <a:t>concepts.</a:t>
            </a:r>
            <a:endParaRPr sz="1200" dirty="0">
              <a:latin typeface="Times New Roman"/>
              <a:cs typeface="Times New Roman"/>
            </a:endParaRPr>
          </a:p>
          <a:p>
            <a:pPr marL="18415" marR="8890" indent="-6350" algn="just">
              <a:lnSpc>
                <a:spcPct val="155000"/>
              </a:lnSpc>
              <a:spcBef>
                <a:spcPts val="805"/>
              </a:spcBef>
            </a:pPr>
            <a:r>
              <a:rPr sz="1200" b="1" spc="-5" dirty="0">
                <a:latin typeface="Times New Roman"/>
                <a:cs typeface="Times New Roman"/>
              </a:rPr>
              <a:t>Seminars: </a:t>
            </a:r>
            <a:r>
              <a:rPr sz="1200" spc="-10" dirty="0">
                <a:latin typeface="Times New Roman"/>
                <a:cs typeface="Times New Roman"/>
              </a:rPr>
              <a:t>In </a:t>
            </a:r>
            <a:r>
              <a:rPr sz="1200" dirty="0">
                <a:latin typeface="Times New Roman"/>
                <a:cs typeface="Times New Roman"/>
              </a:rPr>
              <a:t>the seminar the </a:t>
            </a:r>
            <a:r>
              <a:rPr sz="1200" spc="-15" dirty="0">
                <a:latin typeface="Times New Roman"/>
                <a:cs typeface="Times New Roman"/>
              </a:rPr>
              <a:t>emphasis </a:t>
            </a:r>
            <a:r>
              <a:rPr sz="1200" dirty="0">
                <a:latin typeface="Times New Roman"/>
                <a:cs typeface="Times New Roman"/>
              </a:rPr>
              <a:t>has to </a:t>
            </a:r>
            <a:r>
              <a:rPr sz="1200" spc="5" dirty="0">
                <a:latin typeface="Times New Roman"/>
                <a:cs typeface="Times New Roman"/>
              </a:rPr>
              <a:t>lay </a:t>
            </a:r>
            <a:r>
              <a:rPr sz="1200" dirty="0">
                <a:latin typeface="Times New Roman"/>
                <a:cs typeface="Times New Roman"/>
              </a:rPr>
              <a:t>on the various </a:t>
            </a:r>
            <a:r>
              <a:rPr sz="1200" spc="-5" dirty="0">
                <a:latin typeface="Times New Roman"/>
                <a:cs typeface="Times New Roman"/>
              </a:rPr>
              <a:t>features </a:t>
            </a:r>
            <a:r>
              <a:rPr sz="1200" spc="5" dirty="0">
                <a:latin typeface="Times New Roman"/>
                <a:cs typeface="Times New Roman"/>
              </a:rPr>
              <a:t>of </a:t>
            </a:r>
            <a:r>
              <a:rPr sz="1200" dirty="0">
                <a:latin typeface="Times New Roman"/>
                <a:cs typeface="Times New Roman"/>
              </a:rPr>
              <a:t>the </a:t>
            </a:r>
            <a:r>
              <a:rPr sz="1200" spc="-5" dirty="0">
                <a:latin typeface="Times New Roman"/>
                <a:cs typeface="Times New Roman"/>
              </a:rPr>
              <a:t>system. Use </a:t>
            </a:r>
            <a:r>
              <a:rPr sz="1200" spc="-25" dirty="0">
                <a:latin typeface="Times New Roman"/>
                <a:cs typeface="Times New Roman"/>
              </a:rPr>
              <a:t>of </a:t>
            </a:r>
            <a:r>
              <a:rPr sz="1200" spc="-285" dirty="0">
                <a:latin typeface="Times New Roman"/>
                <a:cs typeface="Times New Roman"/>
              </a:rPr>
              <a:t> </a:t>
            </a:r>
            <a:r>
              <a:rPr sz="1200" spc="-5" dirty="0">
                <a:latin typeface="Times New Roman"/>
                <a:cs typeface="Times New Roman"/>
              </a:rPr>
              <a:t>various </a:t>
            </a:r>
            <a:r>
              <a:rPr sz="1200" dirty="0">
                <a:latin typeface="Times New Roman"/>
                <a:cs typeface="Times New Roman"/>
              </a:rPr>
              <a:t>reports input</a:t>
            </a:r>
            <a:r>
              <a:rPr sz="1200" spc="5" dirty="0">
                <a:latin typeface="Times New Roman"/>
                <a:cs typeface="Times New Roman"/>
              </a:rPr>
              <a:t> </a:t>
            </a:r>
            <a:r>
              <a:rPr sz="1200" dirty="0">
                <a:latin typeface="Times New Roman"/>
                <a:cs typeface="Times New Roman"/>
              </a:rPr>
              <a:t>and output </a:t>
            </a:r>
            <a:r>
              <a:rPr sz="1200" spc="-5" dirty="0">
                <a:latin typeface="Times New Roman"/>
                <a:cs typeface="Times New Roman"/>
              </a:rPr>
              <a:t>procedures</a:t>
            </a:r>
            <a:r>
              <a:rPr sz="1200" dirty="0">
                <a:latin typeface="Times New Roman"/>
                <a:cs typeface="Times New Roman"/>
              </a:rPr>
              <a:t> etc. </a:t>
            </a:r>
            <a:r>
              <a:rPr sz="1200" spc="-5" dirty="0">
                <a:latin typeface="Times New Roman"/>
                <a:cs typeface="Times New Roman"/>
              </a:rPr>
              <a:t>after </a:t>
            </a:r>
            <a:r>
              <a:rPr sz="1200" dirty="0">
                <a:latin typeface="Times New Roman"/>
                <a:cs typeface="Times New Roman"/>
              </a:rPr>
              <a:t>the seminars if require</a:t>
            </a:r>
            <a:r>
              <a:rPr sz="1200" spc="5" dirty="0">
                <a:latin typeface="Times New Roman"/>
                <a:cs typeface="Times New Roman"/>
              </a:rPr>
              <a:t> </a:t>
            </a:r>
            <a:r>
              <a:rPr sz="1200" dirty="0">
                <a:latin typeface="Times New Roman"/>
                <a:cs typeface="Times New Roman"/>
              </a:rPr>
              <a:t>a </a:t>
            </a:r>
            <a:r>
              <a:rPr sz="1200" spc="-10" dirty="0">
                <a:latin typeface="Times New Roman"/>
                <a:cs typeface="Times New Roman"/>
              </a:rPr>
              <a:t>practical </a:t>
            </a:r>
            <a:r>
              <a:rPr sz="1200" spc="-5" dirty="0">
                <a:latin typeface="Times New Roman"/>
                <a:cs typeface="Times New Roman"/>
              </a:rPr>
              <a:t> workshop</a:t>
            </a:r>
            <a:r>
              <a:rPr sz="1200" spc="-35" dirty="0">
                <a:latin typeface="Times New Roman"/>
                <a:cs typeface="Times New Roman"/>
              </a:rPr>
              <a:t> </a:t>
            </a:r>
            <a:r>
              <a:rPr sz="1200" spc="-5" dirty="0">
                <a:latin typeface="Times New Roman"/>
                <a:cs typeface="Times New Roman"/>
              </a:rPr>
              <a:t>can</a:t>
            </a:r>
            <a:r>
              <a:rPr sz="1200" dirty="0">
                <a:latin typeface="Times New Roman"/>
                <a:cs typeface="Times New Roman"/>
              </a:rPr>
              <a:t> be</a:t>
            </a:r>
            <a:r>
              <a:rPr sz="1200" spc="-30" dirty="0">
                <a:latin typeface="Times New Roman"/>
                <a:cs typeface="Times New Roman"/>
              </a:rPr>
              <a:t> </a:t>
            </a:r>
            <a:r>
              <a:rPr sz="1200" spc="-5" dirty="0">
                <a:latin typeface="Times New Roman"/>
                <a:cs typeface="Times New Roman"/>
              </a:rPr>
              <a:t>organized</a:t>
            </a:r>
            <a:r>
              <a:rPr sz="1200" spc="1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5" dirty="0">
                <a:latin typeface="Times New Roman"/>
                <a:cs typeface="Times New Roman"/>
              </a:rPr>
              <a:t>order</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have</a:t>
            </a:r>
            <a:r>
              <a:rPr sz="1200" spc="-20" dirty="0">
                <a:latin typeface="Times New Roman"/>
                <a:cs typeface="Times New Roman"/>
              </a:rPr>
              <a:t> </a:t>
            </a:r>
            <a:r>
              <a:rPr sz="1200" spc="-5" dirty="0">
                <a:latin typeface="Times New Roman"/>
                <a:cs typeface="Times New Roman"/>
              </a:rPr>
              <a:t>proper</a:t>
            </a:r>
            <a:r>
              <a:rPr sz="1200" dirty="0">
                <a:latin typeface="Times New Roman"/>
                <a:cs typeface="Times New Roman"/>
              </a:rPr>
              <a:t> </a:t>
            </a:r>
            <a:r>
              <a:rPr sz="1200" spc="-5" dirty="0">
                <a:latin typeface="Times New Roman"/>
                <a:cs typeface="Times New Roman"/>
              </a:rPr>
              <a:t>control</a:t>
            </a:r>
            <a:r>
              <a:rPr sz="1200" spc="-10" dirty="0">
                <a:latin typeface="Times New Roman"/>
                <a:cs typeface="Times New Roman"/>
              </a:rPr>
              <a:t> </a:t>
            </a:r>
            <a:r>
              <a:rPr sz="1200" spc="-5" dirty="0">
                <a:latin typeface="Times New Roman"/>
                <a:cs typeface="Times New Roman"/>
              </a:rPr>
              <a:t>over</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operational</a:t>
            </a:r>
            <a:r>
              <a:rPr sz="1200" spc="15" dirty="0">
                <a:latin typeface="Times New Roman"/>
                <a:cs typeface="Times New Roman"/>
              </a:rPr>
              <a:t> </a:t>
            </a:r>
            <a:r>
              <a:rPr sz="1200" spc="-15" dirty="0">
                <a:latin typeface="Times New Roman"/>
                <a:cs typeface="Times New Roman"/>
              </a:rPr>
              <a:t>staff.</a:t>
            </a:r>
            <a:endParaRPr sz="1200" dirty="0">
              <a:latin typeface="Times New Roman"/>
              <a:cs typeface="Times New Roman"/>
            </a:endParaRPr>
          </a:p>
          <a:p>
            <a:pPr marL="18415" marR="5715" indent="-6350" algn="just">
              <a:lnSpc>
                <a:spcPct val="155100"/>
              </a:lnSpc>
              <a:spcBef>
                <a:spcPts val="800"/>
              </a:spcBef>
            </a:pPr>
            <a:r>
              <a:rPr sz="1200" b="1" spc="-5" dirty="0">
                <a:latin typeface="Times New Roman"/>
                <a:cs typeface="Times New Roman"/>
              </a:rPr>
              <a:t>Computer Awareness</a:t>
            </a:r>
            <a:r>
              <a:rPr sz="1200" b="1" dirty="0">
                <a:latin typeface="Times New Roman"/>
                <a:cs typeface="Times New Roman"/>
              </a:rPr>
              <a:t> Training </a:t>
            </a:r>
            <a:r>
              <a:rPr sz="1200" b="1" spc="-5" dirty="0">
                <a:latin typeface="Times New Roman"/>
                <a:cs typeface="Times New Roman"/>
              </a:rPr>
              <a:t>(Technical</a:t>
            </a:r>
            <a:r>
              <a:rPr sz="1200" b="1" dirty="0">
                <a:latin typeface="Times New Roman"/>
                <a:cs typeface="Times New Roman"/>
              </a:rPr>
              <a:t> </a:t>
            </a:r>
            <a:r>
              <a:rPr sz="1200" b="1" spc="-5" dirty="0">
                <a:latin typeface="Times New Roman"/>
                <a:cs typeface="Times New Roman"/>
              </a:rPr>
              <a:t>Training):</a:t>
            </a:r>
            <a:r>
              <a:rPr sz="1200" spc="-5" dirty="0">
                <a:latin typeface="Times New Roman"/>
                <a:cs typeface="Times New Roman"/>
              </a:rPr>
              <a:t>Training </a:t>
            </a:r>
            <a:r>
              <a:rPr sz="1200" dirty="0">
                <a:latin typeface="Times New Roman"/>
                <a:cs typeface="Times New Roman"/>
              </a:rPr>
              <a:t>is </a:t>
            </a:r>
            <a:r>
              <a:rPr sz="1200" spc="-5" dirty="0">
                <a:latin typeface="Times New Roman"/>
                <a:cs typeface="Times New Roman"/>
              </a:rPr>
              <a:t>given</a:t>
            </a:r>
            <a:r>
              <a:rPr sz="1200" dirty="0">
                <a:latin typeface="Times New Roman"/>
                <a:cs typeface="Times New Roman"/>
              </a:rPr>
              <a:t> </a:t>
            </a:r>
            <a:r>
              <a:rPr sz="1200" spc="-5" dirty="0">
                <a:latin typeface="Times New Roman"/>
                <a:cs typeface="Times New Roman"/>
              </a:rPr>
              <a:t>based</a:t>
            </a:r>
            <a:r>
              <a:rPr sz="1200" dirty="0">
                <a:latin typeface="Times New Roman"/>
                <a:cs typeface="Times New Roman"/>
              </a:rPr>
              <a:t> </a:t>
            </a:r>
            <a:r>
              <a:rPr sz="1200" spc="-5" dirty="0">
                <a:latin typeface="Times New Roman"/>
                <a:cs typeface="Times New Roman"/>
              </a:rPr>
              <a:t>upon</a:t>
            </a:r>
            <a:r>
              <a:rPr sz="1200" dirty="0">
                <a:latin typeface="Times New Roman"/>
                <a:cs typeface="Times New Roman"/>
              </a:rPr>
              <a:t> </a:t>
            </a:r>
            <a:r>
              <a:rPr sz="1200" spc="-20" dirty="0">
                <a:latin typeface="Times New Roman"/>
                <a:cs typeface="Times New Roman"/>
              </a:rPr>
              <a:t>the </a:t>
            </a:r>
            <a:r>
              <a:rPr sz="1200" spc="-15" dirty="0">
                <a:latin typeface="Times New Roman"/>
                <a:cs typeface="Times New Roman"/>
              </a:rPr>
              <a:t> </a:t>
            </a:r>
            <a:r>
              <a:rPr sz="1200" dirty="0">
                <a:latin typeface="Times New Roman"/>
                <a:cs typeface="Times New Roman"/>
              </a:rPr>
              <a:t>environment in which the </a:t>
            </a:r>
            <a:r>
              <a:rPr sz="1200" spc="-5" dirty="0">
                <a:latin typeface="Times New Roman"/>
                <a:cs typeface="Times New Roman"/>
              </a:rPr>
              <a:t>system is </a:t>
            </a:r>
            <a:r>
              <a:rPr sz="1200" dirty="0">
                <a:latin typeface="Times New Roman"/>
                <a:cs typeface="Times New Roman"/>
              </a:rPr>
              <a:t>running </a:t>
            </a:r>
            <a:r>
              <a:rPr sz="1200" spc="-5" dirty="0">
                <a:latin typeface="Times New Roman"/>
                <a:cs typeface="Times New Roman"/>
              </a:rPr>
              <a:t>and various </a:t>
            </a:r>
            <a:r>
              <a:rPr sz="1200" dirty="0">
                <a:latin typeface="Times New Roman"/>
                <a:cs typeface="Times New Roman"/>
              </a:rPr>
              <a:t>software environments helping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working</a:t>
            </a:r>
            <a:r>
              <a:rPr sz="1200" spc="-1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system.</a:t>
            </a:r>
            <a:endParaRPr sz="1200" dirty="0">
              <a:latin typeface="Times New Roman"/>
              <a:cs typeface="Times New Roman"/>
            </a:endParaRPr>
          </a:p>
          <a:p>
            <a:pPr>
              <a:lnSpc>
                <a:spcPct val="100000"/>
              </a:lnSpc>
              <a:spcBef>
                <a:spcPts val="10"/>
              </a:spcBef>
            </a:pPr>
            <a:endParaRPr sz="1650" dirty="0">
              <a:latin typeface="Times New Roman"/>
              <a:cs typeface="Times New Roman"/>
            </a:endParaRPr>
          </a:p>
          <a:p>
            <a:pPr marL="707390" indent="-457834" algn="just">
              <a:lnSpc>
                <a:spcPct val="100000"/>
              </a:lnSpc>
              <a:buAutoNum type="arabicPeriod"/>
              <a:tabLst>
                <a:tab pos="708025" algn="l"/>
              </a:tabLst>
            </a:pPr>
            <a:r>
              <a:rPr sz="1200" b="1" spc="-10" dirty="0">
                <a:latin typeface="Times New Roman"/>
                <a:cs typeface="Times New Roman"/>
              </a:rPr>
              <a:t>Post-Implementation </a:t>
            </a:r>
            <a:r>
              <a:rPr sz="1200" b="1" spc="-15" dirty="0">
                <a:latin typeface="Times New Roman"/>
                <a:cs typeface="Times New Roman"/>
              </a:rPr>
              <a:t>Review</a:t>
            </a:r>
            <a:endParaRPr sz="1200" dirty="0">
              <a:latin typeface="Times New Roman"/>
              <a:cs typeface="Times New Roman"/>
            </a:endParaRPr>
          </a:p>
          <a:p>
            <a:pPr marL="12700" marR="13335" indent="228600" algn="just">
              <a:lnSpc>
                <a:spcPct val="155000"/>
              </a:lnSpc>
              <a:spcBef>
                <a:spcPts val="530"/>
              </a:spcBef>
            </a:pPr>
            <a:r>
              <a:rPr sz="1200" spc="-5" dirty="0">
                <a:latin typeface="Times New Roman"/>
                <a:cs typeface="Times New Roman"/>
              </a:rPr>
              <a:t>Post </a:t>
            </a:r>
            <a:r>
              <a:rPr sz="1200" dirty="0">
                <a:latin typeface="Times New Roman"/>
                <a:cs typeface="Times New Roman"/>
              </a:rPr>
              <a:t>implementation review </a:t>
            </a:r>
            <a:r>
              <a:rPr sz="1200" spc="-5" dirty="0">
                <a:latin typeface="Times New Roman"/>
                <a:cs typeface="Times New Roman"/>
              </a:rPr>
              <a:t>is conducted </a:t>
            </a:r>
            <a:r>
              <a:rPr sz="1200" dirty="0">
                <a:latin typeface="Times New Roman"/>
                <a:cs typeface="Times New Roman"/>
              </a:rPr>
              <a:t>after the installation of the package. And it </a:t>
            </a:r>
            <a:r>
              <a:rPr sz="1200" spc="-30" dirty="0">
                <a:latin typeface="Times New Roman"/>
                <a:cs typeface="Times New Roman"/>
              </a:rPr>
              <a:t>is </a:t>
            </a:r>
            <a:r>
              <a:rPr sz="1200" spc="-25" dirty="0">
                <a:latin typeface="Times New Roman"/>
                <a:cs typeface="Times New Roman"/>
              </a:rPr>
              <a:t> </a:t>
            </a:r>
            <a:r>
              <a:rPr sz="1200" dirty="0">
                <a:latin typeface="Times New Roman"/>
                <a:cs typeface="Times New Roman"/>
              </a:rPr>
              <a:t>conducted</a:t>
            </a:r>
            <a:r>
              <a:rPr sz="1200" spc="5" dirty="0">
                <a:latin typeface="Times New Roman"/>
                <a:cs typeface="Times New Roman"/>
              </a:rPr>
              <a:t> </a:t>
            </a:r>
            <a:r>
              <a:rPr sz="1200" dirty="0">
                <a:latin typeface="Times New Roman"/>
                <a:cs typeface="Times New Roman"/>
              </a:rPr>
              <a:t>to determine</a:t>
            </a:r>
            <a:r>
              <a:rPr sz="1200" spc="5" dirty="0">
                <a:latin typeface="Times New Roman"/>
                <a:cs typeface="Times New Roman"/>
              </a:rPr>
              <a:t> </a:t>
            </a:r>
            <a:r>
              <a:rPr sz="1200" dirty="0">
                <a:latin typeface="Times New Roman"/>
                <a:cs typeface="Times New Roman"/>
              </a:rPr>
              <a:t>how closely the new </a:t>
            </a:r>
            <a:r>
              <a:rPr sz="1200" spc="-5" dirty="0">
                <a:latin typeface="Times New Roman"/>
                <a:cs typeface="Times New Roman"/>
              </a:rPr>
              <a:t>system</a:t>
            </a:r>
            <a:r>
              <a:rPr sz="1200" dirty="0">
                <a:latin typeface="Times New Roman"/>
                <a:cs typeface="Times New Roman"/>
              </a:rPr>
              <a:t> confirms to plan. The new </a:t>
            </a:r>
            <a:r>
              <a:rPr sz="1200" spc="-10" dirty="0">
                <a:latin typeface="Times New Roman"/>
                <a:cs typeface="Times New Roman"/>
              </a:rPr>
              <a:t>system </a:t>
            </a:r>
            <a:r>
              <a:rPr sz="1200" spc="-5" dirty="0">
                <a:latin typeface="Times New Roman"/>
                <a:cs typeface="Times New Roman"/>
              </a:rPr>
              <a:t> performance</a:t>
            </a:r>
            <a:r>
              <a:rPr sz="1200" spc="20"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5" dirty="0">
                <a:latin typeface="Times New Roman"/>
                <a:cs typeface="Times New Roman"/>
              </a:rPr>
              <a:t>user</a:t>
            </a:r>
            <a:r>
              <a:rPr sz="1200" spc="-20" dirty="0">
                <a:latin typeface="Times New Roman"/>
                <a:cs typeface="Times New Roman"/>
              </a:rPr>
              <a:t> </a:t>
            </a:r>
            <a:r>
              <a:rPr sz="1200" spc="-5" dirty="0">
                <a:latin typeface="Times New Roman"/>
                <a:cs typeface="Times New Roman"/>
              </a:rPr>
              <a:t>specification</a:t>
            </a:r>
            <a:r>
              <a:rPr sz="1200" spc="20" dirty="0">
                <a:latin typeface="Times New Roman"/>
                <a:cs typeface="Times New Roman"/>
              </a:rPr>
              <a:t> </a:t>
            </a:r>
            <a:r>
              <a:rPr sz="1200" spc="-5" dirty="0">
                <a:latin typeface="Times New Roman"/>
                <a:cs typeface="Times New Roman"/>
              </a:rPr>
              <a:t>are</a:t>
            </a:r>
            <a:r>
              <a:rPr sz="1200" spc="-20" dirty="0">
                <a:latin typeface="Times New Roman"/>
                <a:cs typeface="Times New Roman"/>
              </a:rPr>
              <a:t> </a:t>
            </a:r>
            <a:r>
              <a:rPr sz="1200" spc="-5" dirty="0">
                <a:latin typeface="Times New Roman"/>
                <a:cs typeface="Times New Roman"/>
              </a:rPr>
              <a:t>audited and</a:t>
            </a:r>
            <a:r>
              <a:rPr sz="1200" spc="-15" dirty="0">
                <a:latin typeface="Times New Roman"/>
                <a:cs typeface="Times New Roman"/>
              </a:rPr>
              <a:t> </a:t>
            </a:r>
            <a:r>
              <a:rPr sz="1200" spc="-5" dirty="0">
                <a:latin typeface="Times New Roman"/>
                <a:cs typeface="Times New Roman"/>
              </a:rPr>
              <a:t>checked</a:t>
            </a:r>
            <a:r>
              <a:rPr sz="1200" spc="5" dirty="0">
                <a:latin typeface="Times New Roman"/>
                <a:cs typeface="Times New Roman"/>
              </a:rPr>
              <a:t> </a:t>
            </a:r>
            <a:r>
              <a:rPr sz="1200" spc="-5" dirty="0">
                <a:latin typeface="Times New Roman"/>
                <a:cs typeface="Times New Roman"/>
              </a:rPr>
              <a:t>for</a:t>
            </a:r>
            <a:r>
              <a:rPr sz="1200" spc="-20" dirty="0">
                <a:latin typeface="Times New Roman"/>
                <a:cs typeface="Times New Roman"/>
              </a:rPr>
              <a:t> </a:t>
            </a:r>
            <a:r>
              <a:rPr sz="1200" spc="-5" dirty="0">
                <a:latin typeface="Times New Roman"/>
                <a:cs typeface="Times New Roman"/>
              </a:rPr>
              <a:t>any</a:t>
            </a:r>
            <a:r>
              <a:rPr sz="1200" spc="-30" dirty="0">
                <a:latin typeface="Times New Roman"/>
                <a:cs typeface="Times New Roman"/>
              </a:rPr>
              <a:t> </a:t>
            </a:r>
            <a:r>
              <a:rPr sz="1200" spc="-15" dirty="0">
                <a:latin typeface="Times New Roman"/>
                <a:cs typeface="Times New Roman"/>
              </a:rPr>
              <a:t>difference.</a:t>
            </a:r>
            <a:endParaRPr sz="1200" dirty="0">
              <a:latin typeface="Times New Roman"/>
              <a:cs typeface="Times New Roman"/>
            </a:endParaRPr>
          </a:p>
          <a:p>
            <a:pPr>
              <a:lnSpc>
                <a:spcPct val="100000"/>
              </a:lnSpc>
              <a:spcBef>
                <a:spcPts val="25"/>
              </a:spcBef>
            </a:pPr>
            <a:endParaRPr sz="1650" dirty="0">
              <a:latin typeface="Times New Roman"/>
              <a:cs typeface="Times New Roman"/>
            </a:endParaRPr>
          </a:p>
          <a:p>
            <a:pPr marL="709295" indent="-459740" algn="just">
              <a:lnSpc>
                <a:spcPct val="100000"/>
              </a:lnSpc>
              <a:buAutoNum type="arabicPeriod" startAt="2"/>
              <a:tabLst>
                <a:tab pos="709930" algn="l"/>
              </a:tabLst>
            </a:pPr>
            <a:r>
              <a:rPr sz="1200" b="1" spc="-15" dirty="0">
                <a:latin typeface="Times New Roman"/>
                <a:cs typeface="Times New Roman"/>
              </a:rPr>
              <a:t>Conversion</a:t>
            </a:r>
            <a:endParaRPr sz="1200" dirty="0">
              <a:latin typeface="Times New Roman"/>
              <a:cs typeface="Times New Roman"/>
            </a:endParaRPr>
          </a:p>
          <a:p>
            <a:pPr marL="12700" marR="5080" indent="228600" algn="just">
              <a:lnSpc>
                <a:spcPct val="155000"/>
              </a:lnSpc>
              <a:spcBef>
                <a:spcPts val="515"/>
              </a:spcBef>
            </a:pPr>
            <a:r>
              <a:rPr sz="1200" dirty="0">
                <a:latin typeface="Times New Roman"/>
                <a:cs typeface="Times New Roman"/>
              </a:rPr>
              <a:t>Implementation </a:t>
            </a:r>
            <a:r>
              <a:rPr sz="1200" spc="-5" dirty="0">
                <a:latin typeface="Times New Roman"/>
                <a:cs typeface="Times New Roman"/>
              </a:rPr>
              <a:t>is </a:t>
            </a:r>
            <a:r>
              <a:rPr sz="1200" dirty="0">
                <a:latin typeface="Times New Roman"/>
                <a:cs typeface="Times New Roman"/>
              </a:rPr>
              <a:t>the process of bringing a developed </a:t>
            </a:r>
            <a:r>
              <a:rPr sz="1200" spc="-5" dirty="0">
                <a:latin typeface="Times New Roman"/>
                <a:cs typeface="Times New Roman"/>
              </a:rPr>
              <a:t>system </a:t>
            </a:r>
            <a:r>
              <a:rPr sz="1200" dirty="0">
                <a:latin typeface="Times New Roman"/>
                <a:cs typeface="Times New Roman"/>
              </a:rPr>
              <a:t>into operational </a:t>
            </a:r>
            <a:r>
              <a:rPr sz="1200" spc="-5" dirty="0">
                <a:latin typeface="Times New Roman"/>
                <a:cs typeface="Times New Roman"/>
              </a:rPr>
              <a:t>use </a:t>
            </a:r>
            <a:r>
              <a:rPr sz="1200" spc="-15" dirty="0">
                <a:latin typeface="Times New Roman"/>
                <a:cs typeface="Times New Roman"/>
              </a:rPr>
              <a:t>and </a:t>
            </a:r>
            <a:r>
              <a:rPr sz="1200" spc="-10" dirty="0">
                <a:latin typeface="Times New Roman"/>
                <a:cs typeface="Times New Roman"/>
              </a:rPr>
              <a:t> </a:t>
            </a:r>
            <a:r>
              <a:rPr sz="1200" dirty="0">
                <a:latin typeface="Times New Roman"/>
                <a:cs typeface="Times New Roman"/>
              </a:rPr>
              <a:t>turning it over to the </a:t>
            </a:r>
            <a:r>
              <a:rPr sz="1200" spc="-10" dirty="0">
                <a:latin typeface="Times New Roman"/>
                <a:cs typeface="Times New Roman"/>
              </a:rPr>
              <a:t>user. Implementation </a:t>
            </a:r>
            <a:r>
              <a:rPr sz="1200" dirty="0">
                <a:latin typeface="Times New Roman"/>
                <a:cs typeface="Times New Roman"/>
              </a:rPr>
              <a:t>activities extend </a:t>
            </a:r>
            <a:r>
              <a:rPr sz="1200" spc="-5" dirty="0">
                <a:latin typeface="Times New Roman"/>
                <a:cs typeface="Times New Roman"/>
              </a:rPr>
              <a:t>from </a:t>
            </a:r>
            <a:r>
              <a:rPr sz="1200" dirty="0">
                <a:latin typeface="Times New Roman"/>
                <a:cs typeface="Times New Roman"/>
              </a:rPr>
              <a:t>planning </a:t>
            </a:r>
            <a:r>
              <a:rPr sz="1200" spc="-5" dirty="0">
                <a:latin typeface="Times New Roman"/>
                <a:cs typeface="Times New Roman"/>
              </a:rPr>
              <a:t>through </a:t>
            </a:r>
            <a:r>
              <a:rPr sz="1200" spc="-10" dirty="0">
                <a:latin typeface="Times New Roman"/>
                <a:cs typeface="Times New Roman"/>
              </a:rPr>
              <a:t>conversion </a:t>
            </a:r>
            <a:r>
              <a:rPr sz="1200" spc="-5" dirty="0">
                <a:latin typeface="Times New Roman"/>
                <a:cs typeface="Times New Roman"/>
              </a:rPr>
              <a:t> from </a:t>
            </a:r>
            <a:r>
              <a:rPr sz="1200" dirty="0">
                <a:latin typeface="Times New Roman"/>
                <a:cs typeface="Times New Roman"/>
              </a:rPr>
              <a:t>the old </a:t>
            </a:r>
            <a:r>
              <a:rPr sz="1200" spc="-5" dirty="0">
                <a:latin typeface="Times New Roman"/>
                <a:cs typeface="Times New Roman"/>
              </a:rPr>
              <a:t>system </a:t>
            </a:r>
            <a:r>
              <a:rPr sz="1200" dirty="0">
                <a:latin typeface="Times New Roman"/>
                <a:cs typeface="Times New Roman"/>
              </a:rPr>
              <a:t>to </a:t>
            </a:r>
            <a:r>
              <a:rPr sz="1200" spc="-5" dirty="0">
                <a:latin typeface="Times New Roman"/>
                <a:cs typeface="Times New Roman"/>
              </a:rPr>
              <a:t>the </a:t>
            </a:r>
            <a:r>
              <a:rPr sz="1200" dirty="0">
                <a:latin typeface="Times New Roman"/>
                <a:cs typeface="Times New Roman"/>
              </a:rPr>
              <a:t>new. </a:t>
            </a:r>
            <a:r>
              <a:rPr sz="1200" spc="-5" dirty="0">
                <a:latin typeface="Times New Roman"/>
                <a:cs typeface="Times New Roman"/>
              </a:rPr>
              <a:t>At </a:t>
            </a:r>
            <a:r>
              <a:rPr sz="1200" dirty="0">
                <a:latin typeface="Times New Roman"/>
                <a:cs typeface="Times New Roman"/>
              </a:rPr>
              <a:t>the beginning of the development </a:t>
            </a:r>
            <a:r>
              <a:rPr sz="1200" spc="-5" dirty="0">
                <a:latin typeface="Times New Roman"/>
                <a:cs typeface="Times New Roman"/>
              </a:rPr>
              <a:t>phase </a:t>
            </a:r>
            <a:r>
              <a:rPr sz="1200" dirty="0">
                <a:latin typeface="Times New Roman"/>
                <a:cs typeface="Times New Roman"/>
              </a:rPr>
              <a:t>a </a:t>
            </a:r>
            <a:r>
              <a:rPr sz="1200" spc="-10" dirty="0">
                <a:latin typeface="Times New Roman"/>
                <a:cs typeface="Times New Roman"/>
              </a:rPr>
              <a:t>preliminary </a:t>
            </a:r>
            <a:r>
              <a:rPr sz="1200" spc="-5" dirty="0">
                <a:latin typeface="Times New Roman"/>
                <a:cs typeface="Times New Roman"/>
              </a:rPr>
              <a:t> </a:t>
            </a:r>
            <a:r>
              <a:rPr sz="1200" dirty="0">
                <a:latin typeface="Times New Roman"/>
                <a:cs typeface="Times New Roman"/>
              </a:rPr>
              <a:t>implementation plan </a:t>
            </a:r>
            <a:r>
              <a:rPr sz="1200" spc="-5" dirty="0">
                <a:latin typeface="Times New Roman"/>
                <a:cs typeface="Times New Roman"/>
              </a:rPr>
              <a:t>is </a:t>
            </a:r>
            <a:r>
              <a:rPr sz="1200" dirty="0">
                <a:latin typeface="Times New Roman"/>
                <a:cs typeface="Times New Roman"/>
              </a:rPr>
              <a:t>created to schedule </a:t>
            </a:r>
            <a:r>
              <a:rPr sz="1200" spc="-5" dirty="0">
                <a:latin typeface="Times New Roman"/>
                <a:cs typeface="Times New Roman"/>
              </a:rPr>
              <a:t>and </a:t>
            </a:r>
            <a:r>
              <a:rPr sz="1200" dirty="0">
                <a:latin typeface="Times New Roman"/>
                <a:cs typeface="Times New Roman"/>
              </a:rPr>
              <a:t>manage the </a:t>
            </a:r>
            <a:r>
              <a:rPr sz="1200" spc="5" dirty="0">
                <a:latin typeface="Times New Roman"/>
                <a:cs typeface="Times New Roman"/>
              </a:rPr>
              <a:t>many </a:t>
            </a:r>
            <a:r>
              <a:rPr sz="1200" dirty="0">
                <a:latin typeface="Times New Roman"/>
                <a:cs typeface="Times New Roman"/>
              </a:rPr>
              <a:t>different activities that </a:t>
            </a:r>
            <a:r>
              <a:rPr sz="1200" spc="-15" dirty="0">
                <a:latin typeface="Times New Roman"/>
                <a:cs typeface="Times New Roman"/>
              </a:rPr>
              <a:t>must </a:t>
            </a:r>
            <a:r>
              <a:rPr sz="1200" spc="-28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5" dirty="0">
                <a:latin typeface="Times New Roman"/>
                <a:cs typeface="Times New Roman"/>
              </a:rPr>
              <a:t>integrated</a:t>
            </a:r>
            <a:r>
              <a:rPr sz="1200" spc="10" dirty="0">
                <a:latin typeface="Times New Roman"/>
                <a:cs typeface="Times New Roman"/>
              </a:rPr>
              <a:t> </a:t>
            </a:r>
            <a:r>
              <a:rPr sz="1200" dirty="0">
                <a:latin typeface="Times New Roman"/>
                <a:cs typeface="Times New Roman"/>
              </a:rPr>
              <a:t>into</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5" dirty="0">
                <a:latin typeface="Times New Roman"/>
                <a:cs typeface="Times New Roman"/>
              </a:rPr>
              <a:t>plan.</a:t>
            </a:r>
            <a:endParaRPr sz="1200" dirty="0">
              <a:latin typeface="Times New Roman"/>
              <a:cs typeface="Times New Roman"/>
            </a:endParaRPr>
          </a:p>
          <a:p>
            <a:pPr marL="12700" marR="12065" indent="228600" algn="just">
              <a:lnSpc>
                <a:spcPct val="155000"/>
              </a:lnSpc>
              <a:spcBef>
                <a:spcPts val="810"/>
              </a:spcBef>
            </a:pPr>
            <a:r>
              <a:rPr sz="1200" dirty="0">
                <a:latin typeface="Times New Roman"/>
                <a:cs typeface="Times New Roman"/>
              </a:rPr>
              <a:t>The term implementation </a:t>
            </a:r>
            <a:r>
              <a:rPr sz="1200" spc="-5" dirty="0">
                <a:latin typeface="Times New Roman"/>
                <a:cs typeface="Times New Roman"/>
              </a:rPr>
              <a:t>has </a:t>
            </a:r>
            <a:r>
              <a:rPr sz="1200" dirty="0">
                <a:latin typeface="Times New Roman"/>
                <a:cs typeface="Times New Roman"/>
              </a:rPr>
              <a:t>different meaning, </a:t>
            </a:r>
            <a:r>
              <a:rPr sz="1200" spc="-5" dirty="0">
                <a:latin typeface="Times New Roman"/>
                <a:cs typeface="Times New Roman"/>
              </a:rPr>
              <a:t>ranging from </a:t>
            </a:r>
            <a:r>
              <a:rPr sz="1200" dirty="0">
                <a:latin typeface="Times New Roman"/>
                <a:cs typeface="Times New Roman"/>
              </a:rPr>
              <a:t>the conversion of </a:t>
            </a:r>
            <a:r>
              <a:rPr sz="1200" spc="-10" dirty="0">
                <a:latin typeface="Times New Roman"/>
                <a:cs typeface="Times New Roman"/>
              </a:rPr>
              <a:t>basic </a:t>
            </a:r>
            <a:r>
              <a:rPr sz="1200" spc="-5" dirty="0">
                <a:latin typeface="Times New Roman"/>
                <a:cs typeface="Times New Roman"/>
              </a:rPr>
              <a:t> </a:t>
            </a:r>
            <a:r>
              <a:rPr sz="1200" dirty="0">
                <a:latin typeface="Times New Roman"/>
                <a:cs typeface="Times New Roman"/>
              </a:rPr>
              <a:t>application to a replacement of a </a:t>
            </a:r>
            <a:r>
              <a:rPr sz="1200" spc="-5" dirty="0">
                <a:latin typeface="Times New Roman"/>
                <a:cs typeface="Times New Roman"/>
              </a:rPr>
              <a:t>system. </a:t>
            </a:r>
            <a:r>
              <a:rPr sz="1200" dirty="0">
                <a:latin typeface="Times New Roman"/>
                <a:cs typeface="Times New Roman"/>
              </a:rPr>
              <a:t>Implementation </a:t>
            </a:r>
            <a:r>
              <a:rPr sz="1200" spc="-5" dirty="0">
                <a:latin typeface="Times New Roman"/>
                <a:cs typeface="Times New Roman"/>
              </a:rPr>
              <a:t>is used </a:t>
            </a:r>
            <a:r>
              <a:rPr sz="1200" dirty="0">
                <a:latin typeface="Times New Roman"/>
                <a:cs typeface="Times New Roman"/>
              </a:rPr>
              <a:t>here to mean the process </a:t>
            </a:r>
            <a:r>
              <a:rPr sz="1200" spc="-25" dirty="0">
                <a:latin typeface="Times New Roman"/>
                <a:cs typeface="Times New Roman"/>
              </a:rPr>
              <a:t>of </a:t>
            </a:r>
            <a:r>
              <a:rPr sz="1200" spc="-20" dirty="0">
                <a:latin typeface="Times New Roman"/>
                <a:cs typeface="Times New Roman"/>
              </a:rPr>
              <a:t> </a:t>
            </a:r>
            <a:r>
              <a:rPr sz="1200" spc="-5" dirty="0">
                <a:latin typeface="Times New Roman"/>
                <a:cs typeface="Times New Roman"/>
              </a:rPr>
              <a:t>converting</a:t>
            </a:r>
            <a:r>
              <a:rPr sz="1200" dirty="0">
                <a:latin typeface="Times New Roman"/>
                <a:cs typeface="Times New Roman"/>
              </a:rPr>
              <a:t> a</a:t>
            </a:r>
            <a:r>
              <a:rPr sz="1200" spc="-20" dirty="0">
                <a:latin typeface="Times New Roman"/>
                <a:cs typeface="Times New Roman"/>
              </a:rPr>
              <a:t> </a:t>
            </a:r>
            <a:r>
              <a:rPr sz="1200" spc="-5" dirty="0">
                <a:latin typeface="Times New Roman"/>
                <a:cs typeface="Times New Roman"/>
              </a:rPr>
              <a:t>new</a:t>
            </a:r>
            <a:r>
              <a:rPr sz="1200" spc="-1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5" dirty="0">
                <a:latin typeface="Times New Roman"/>
                <a:cs typeface="Times New Roman"/>
              </a:rPr>
              <a:t>revised </a:t>
            </a:r>
            <a:r>
              <a:rPr sz="1200" spc="-10" dirty="0">
                <a:latin typeface="Times New Roman"/>
                <a:cs typeface="Times New Roman"/>
              </a:rPr>
              <a:t>system</a:t>
            </a:r>
            <a:r>
              <a:rPr sz="1200" spc="25" dirty="0">
                <a:latin typeface="Times New Roman"/>
                <a:cs typeface="Times New Roman"/>
              </a:rPr>
              <a:t> </a:t>
            </a:r>
            <a:r>
              <a:rPr sz="1200" spc="-5" dirty="0">
                <a:latin typeface="Times New Roman"/>
                <a:cs typeface="Times New Roman"/>
              </a:rPr>
              <a:t>designed</a:t>
            </a:r>
            <a:r>
              <a:rPr sz="1200" dirty="0">
                <a:latin typeface="Times New Roman"/>
                <a:cs typeface="Times New Roman"/>
              </a:rPr>
              <a:t> to</a:t>
            </a:r>
            <a:r>
              <a:rPr sz="1200" spc="-15" dirty="0">
                <a:latin typeface="Times New Roman"/>
                <a:cs typeface="Times New Roman"/>
              </a:rPr>
              <a:t> operational</a:t>
            </a:r>
            <a:r>
              <a:rPr sz="1200" spc="40" dirty="0">
                <a:latin typeface="Times New Roman"/>
                <a:cs typeface="Times New Roman"/>
              </a:rPr>
              <a:t> </a:t>
            </a:r>
            <a:r>
              <a:rPr sz="1200" spc="-20" dirty="0">
                <a:latin typeface="Times New Roman"/>
                <a:cs typeface="Times New Roman"/>
              </a:rPr>
              <a:t>one.</a:t>
            </a:r>
            <a:endParaRPr sz="1200" dirty="0">
              <a:latin typeface="Times New Roman"/>
              <a:cs typeface="Times New Roman"/>
            </a:endParaRPr>
          </a:p>
        </p:txBody>
      </p:sp>
      <p:sp>
        <p:nvSpPr>
          <p:cNvPr id="4" name="object 4"/>
          <p:cNvSpPr/>
          <p:nvPr/>
        </p:nvSpPr>
        <p:spPr>
          <a:xfrm>
            <a:off x="432054" y="467106"/>
            <a:ext cx="6705600" cy="9941560"/>
          </a:xfrm>
          <a:custGeom>
            <a:avLst/>
            <a:gdLst/>
            <a:ahLst/>
            <a:cxnLst/>
            <a:rect l="l" t="t" r="r" b="b"/>
            <a:pathLst>
              <a:path w="6705600" h="9941560">
                <a:moveTo>
                  <a:pt x="0" y="9941052"/>
                </a:moveTo>
                <a:lnTo>
                  <a:pt x="6705600" y="9941052"/>
                </a:lnTo>
                <a:lnTo>
                  <a:pt x="6705600" y="0"/>
                </a:lnTo>
                <a:lnTo>
                  <a:pt x="0" y="0"/>
                </a:lnTo>
                <a:lnTo>
                  <a:pt x="0" y="9941052"/>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7865" cy="8239759"/>
          </a:xfrm>
          <a:prstGeom prst="rect">
            <a:avLst/>
          </a:prstGeom>
        </p:spPr>
        <p:txBody>
          <a:bodyPr vert="horz" wrap="square" lIns="0" tIns="12700" rIns="0" bIns="0" rtlCol="0">
            <a:spAutoFit/>
          </a:bodyPr>
          <a:lstStyle/>
          <a:p>
            <a:pPr marL="280670" indent="-268605" algn="just">
              <a:lnSpc>
                <a:spcPct val="100000"/>
              </a:lnSpc>
              <a:spcBef>
                <a:spcPts val="100"/>
              </a:spcBef>
              <a:buAutoNum type="arabicPeriod" startAt="3"/>
              <a:tabLst>
                <a:tab pos="281305" algn="l"/>
              </a:tabLst>
            </a:pPr>
            <a:r>
              <a:rPr sz="1400" b="1" dirty="0">
                <a:latin typeface="Times New Roman"/>
                <a:cs typeface="Times New Roman"/>
              </a:rPr>
              <a:t>System</a:t>
            </a:r>
            <a:r>
              <a:rPr sz="1400" b="1" spc="-55" dirty="0">
                <a:latin typeface="Times New Roman"/>
                <a:cs typeface="Times New Roman"/>
              </a:rPr>
              <a:t> </a:t>
            </a:r>
            <a:r>
              <a:rPr sz="1400" b="1" dirty="0">
                <a:latin typeface="Times New Roman"/>
                <a:cs typeface="Times New Roman"/>
              </a:rPr>
              <a:t>Security</a:t>
            </a:r>
            <a:r>
              <a:rPr sz="1400" b="1" spc="-50"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spc="-15" dirty="0">
                <a:latin typeface="Times New Roman"/>
                <a:cs typeface="Times New Roman"/>
              </a:rPr>
              <a:t>Maintenance</a:t>
            </a:r>
            <a:endParaRPr sz="1400">
              <a:latin typeface="Times New Roman"/>
              <a:cs typeface="Times New Roman"/>
            </a:endParaRPr>
          </a:p>
          <a:p>
            <a:pPr marL="12700" marR="5080" indent="600075" algn="just">
              <a:lnSpc>
                <a:spcPct val="155000"/>
              </a:lnSpc>
              <a:spcBef>
                <a:spcPts val="434"/>
              </a:spcBef>
            </a:pPr>
            <a:r>
              <a:rPr sz="1200" dirty="0">
                <a:latin typeface="Times New Roman"/>
                <a:cs typeface="Times New Roman"/>
              </a:rPr>
              <a:t>Even </a:t>
            </a:r>
            <a:r>
              <a:rPr sz="1200" spc="-5" dirty="0">
                <a:latin typeface="Times New Roman"/>
                <a:cs typeface="Times New Roman"/>
              </a:rPr>
              <a:t>though </a:t>
            </a:r>
            <a:r>
              <a:rPr sz="1200" dirty="0">
                <a:latin typeface="Times New Roman"/>
                <a:cs typeface="Times New Roman"/>
              </a:rPr>
              <a:t>the changeover of the </a:t>
            </a:r>
            <a:r>
              <a:rPr sz="1200" spc="-5" dirty="0">
                <a:latin typeface="Times New Roman"/>
                <a:cs typeface="Times New Roman"/>
              </a:rPr>
              <a:t>system is </a:t>
            </a:r>
            <a:r>
              <a:rPr sz="1200" dirty="0">
                <a:latin typeface="Times New Roman"/>
                <a:cs typeface="Times New Roman"/>
              </a:rPr>
              <a:t>fully </a:t>
            </a:r>
            <a:r>
              <a:rPr sz="1200" spc="-5" dirty="0">
                <a:latin typeface="Times New Roman"/>
                <a:cs typeface="Times New Roman"/>
              </a:rPr>
              <a:t>correct and </a:t>
            </a:r>
            <a:r>
              <a:rPr sz="1200" dirty="0">
                <a:latin typeface="Times New Roman"/>
                <a:cs typeface="Times New Roman"/>
              </a:rPr>
              <a:t>complete, it is not </a:t>
            </a:r>
            <a:r>
              <a:rPr sz="1200" spc="-1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end </a:t>
            </a:r>
            <a:r>
              <a:rPr sz="1200" dirty="0">
                <a:latin typeface="Times New Roman"/>
                <a:cs typeface="Times New Roman"/>
              </a:rPr>
              <a:t>of the </a:t>
            </a:r>
            <a:r>
              <a:rPr sz="1200" spc="-20" dirty="0">
                <a:latin typeface="Times New Roman"/>
                <a:cs typeface="Times New Roman"/>
              </a:rPr>
              <a:t>matter. </a:t>
            </a:r>
            <a:r>
              <a:rPr sz="1200" dirty="0">
                <a:latin typeface="Times New Roman"/>
                <a:cs typeface="Times New Roman"/>
              </a:rPr>
              <a:t>The </a:t>
            </a:r>
            <a:r>
              <a:rPr sz="1200" spc="-10" dirty="0">
                <a:latin typeface="Times New Roman"/>
                <a:cs typeface="Times New Roman"/>
              </a:rPr>
              <a:t>system </a:t>
            </a:r>
            <a:r>
              <a:rPr sz="1200" dirty="0">
                <a:latin typeface="Times New Roman"/>
                <a:cs typeface="Times New Roman"/>
              </a:rPr>
              <a:t>should </a:t>
            </a:r>
            <a:r>
              <a:rPr sz="1200" spc="5" dirty="0">
                <a:latin typeface="Times New Roman"/>
                <a:cs typeface="Times New Roman"/>
              </a:rPr>
              <a:t>be </a:t>
            </a:r>
            <a:r>
              <a:rPr sz="1200" spc="-15" dirty="0">
                <a:latin typeface="Times New Roman"/>
                <a:cs typeface="Times New Roman"/>
              </a:rPr>
              <a:t>given proper </a:t>
            </a:r>
            <a:r>
              <a:rPr sz="1200" spc="-10" dirty="0">
                <a:latin typeface="Times New Roman"/>
                <a:cs typeface="Times New Roman"/>
              </a:rPr>
              <a:t>security </a:t>
            </a:r>
            <a:r>
              <a:rPr sz="1200" spc="-5" dirty="0">
                <a:latin typeface="Times New Roman"/>
                <a:cs typeface="Times New Roman"/>
              </a:rPr>
              <a:t>and </a:t>
            </a:r>
            <a:r>
              <a:rPr sz="1200" spc="-10" dirty="0">
                <a:latin typeface="Times New Roman"/>
                <a:cs typeface="Times New Roman"/>
              </a:rPr>
              <a:t>maintenance </a:t>
            </a:r>
            <a:r>
              <a:rPr sz="1200" dirty="0">
                <a:latin typeface="Times New Roman"/>
                <a:cs typeface="Times New Roman"/>
              </a:rPr>
              <a:t>in </a:t>
            </a:r>
            <a:r>
              <a:rPr sz="1200" spc="-10" dirty="0">
                <a:latin typeface="Times New Roman"/>
                <a:cs typeface="Times New Roman"/>
              </a:rPr>
              <a:t>order </a:t>
            </a:r>
            <a:r>
              <a:rPr sz="1200" dirty="0">
                <a:latin typeface="Times New Roman"/>
                <a:cs typeface="Times New Roman"/>
              </a:rPr>
              <a:t>to </a:t>
            </a:r>
            <a:r>
              <a:rPr sz="1200" spc="-10" dirty="0">
                <a:latin typeface="Times New Roman"/>
                <a:cs typeface="Times New Roman"/>
              </a:rPr>
              <a:t>keep </a:t>
            </a:r>
            <a:r>
              <a:rPr sz="1200" spc="-290" dirty="0">
                <a:latin typeface="Times New Roman"/>
                <a:cs typeface="Times New Roman"/>
              </a:rPr>
              <a:t> </a:t>
            </a:r>
            <a:r>
              <a:rPr sz="1200" dirty="0">
                <a:latin typeface="Times New Roman"/>
                <a:cs typeface="Times New Roman"/>
              </a:rPr>
              <a:t>them</a:t>
            </a:r>
            <a:r>
              <a:rPr sz="1200" spc="5" dirty="0">
                <a:latin typeface="Times New Roman"/>
                <a:cs typeface="Times New Roman"/>
              </a:rPr>
              <a:t> </a:t>
            </a:r>
            <a:r>
              <a:rPr sz="1200" spc="-15" dirty="0">
                <a:latin typeface="Times New Roman"/>
                <a:cs typeface="Times New Roman"/>
              </a:rPr>
              <a:t>efficient</a:t>
            </a:r>
            <a:r>
              <a:rPr sz="1200" spc="5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15" dirty="0">
                <a:latin typeface="Times New Roman"/>
                <a:cs typeface="Times New Roman"/>
              </a:rPr>
              <a:t>up-to-date.</a:t>
            </a:r>
            <a:endParaRPr sz="1200">
              <a:latin typeface="Times New Roman"/>
              <a:cs typeface="Times New Roman"/>
            </a:endParaRPr>
          </a:p>
          <a:p>
            <a:pPr>
              <a:lnSpc>
                <a:spcPct val="100000"/>
              </a:lnSpc>
              <a:spcBef>
                <a:spcPts val="20"/>
              </a:spcBef>
            </a:pPr>
            <a:endParaRPr sz="1650">
              <a:latin typeface="Times New Roman"/>
              <a:cs typeface="Times New Roman"/>
            </a:endParaRPr>
          </a:p>
          <a:p>
            <a:pPr marL="707390" lvl="1" indent="-457834" algn="just">
              <a:lnSpc>
                <a:spcPct val="100000"/>
              </a:lnSpc>
              <a:buAutoNum type="arabicPeriod"/>
              <a:tabLst>
                <a:tab pos="708025" algn="l"/>
              </a:tabLst>
            </a:pPr>
            <a:r>
              <a:rPr sz="1200" b="1" spc="-5" dirty="0">
                <a:latin typeface="Times New Roman"/>
                <a:cs typeface="Times New Roman"/>
              </a:rPr>
              <a:t>S</a:t>
            </a:r>
            <a:r>
              <a:rPr sz="1200" b="1" dirty="0">
                <a:latin typeface="Times New Roman"/>
                <a:cs typeface="Times New Roman"/>
              </a:rPr>
              <a:t>yst</a:t>
            </a:r>
            <a:r>
              <a:rPr sz="1200" b="1" spc="-15" dirty="0">
                <a:latin typeface="Times New Roman"/>
                <a:cs typeface="Times New Roman"/>
              </a:rPr>
              <a:t>e</a:t>
            </a:r>
            <a:r>
              <a:rPr sz="1200" b="1" spc="-5" dirty="0">
                <a:latin typeface="Times New Roman"/>
                <a:cs typeface="Times New Roman"/>
              </a:rPr>
              <a:t>m</a:t>
            </a:r>
            <a:r>
              <a:rPr sz="1200" b="1" spc="-55" dirty="0">
                <a:latin typeface="Times New Roman"/>
                <a:cs typeface="Times New Roman"/>
              </a:rPr>
              <a:t> </a:t>
            </a:r>
            <a:r>
              <a:rPr sz="1200" b="1" spc="-20" dirty="0">
                <a:latin typeface="Times New Roman"/>
                <a:cs typeface="Times New Roman"/>
              </a:rPr>
              <a:t>M</a:t>
            </a:r>
            <a:r>
              <a:rPr sz="1200" b="1" spc="-15" dirty="0">
                <a:latin typeface="Times New Roman"/>
                <a:cs typeface="Times New Roman"/>
              </a:rPr>
              <a:t>a</a:t>
            </a:r>
            <a:r>
              <a:rPr sz="1200" b="1" spc="-10" dirty="0">
                <a:latin typeface="Times New Roman"/>
                <a:cs typeface="Times New Roman"/>
              </a:rPr>
              <a:t>i</a:t>
            </a:r>
            <a:r>
              <a:rPr sz="1200" b="1" spc="-15" dirty="0">
                <a:latin typeface="Times New Roman"/>
                <a:cs typeface="Times New Roman"/>
              </a:rPr>
              <a:t>n</a:t>
            </a:r>
            <a:r>
              <a:rPr sz="1200" b="1" spc="-20" dirty="0">
                <a:latin typeface="Times New Roman"/>
                <a:cs typeface="Times New Roman"/>
              </a:rPr>
              <a:t>te</a:t>
            </a:r>
            <a:r>
              <a:rPr sz="1200" b="1" spc="-15" dirty="0">
                <a:latin typeface="Times New Roman"/>
                <a:cs typeface="Times New Roman"/>
              </a:rPr>
              <a:t>nan</a:t>
            </a:r>
            <a:r>
              <a:rPr sz="1200" b="1" spc="-20" dirty="0">
                <a:latin typeface="Times New Roman"/>
                <a:cs typeface="Times New Roman"/>
              </a:rPr>
              <a:t>c</a:t>
            </a:r>
            <a:r>
              <a:rPr sz="1200" b="1" dirty="0">
                <a:latin typeface="Times New Roman"/>
                <a:cs typeface="Times New Roman"/>
              </a:rPr>
              <a:t>e</a:t>
            </a:r>
            <a:endParaRPr sz="1200">
              <a:latin typeface="Times New Roman"/>
              <a:cs typeface="Times New Roman"/>
            </a:endParaRPr>
          </a:p>
          <a:p>
            <a:pPr marL="12700" marR="6350" indent="228600" algn="just">
              <a:lnSpc>
                <a:spcPct val="155100"/>
              </a:lnSpc>
              <a:spcBef>
                <a:spcPts val="515"/>
              </a:spcBef>
            </a:pPr>
            <a:r>
              <a:rPr sz="1200" dirty="0">
                <a:latin typeface="Times New Roman"/>
                <a:cs typeface="Times New Roman"/>
              </a:rPr>
              <a:t>This </a:t>
            </a:r>
            <a:r>
              <a:rPr sz="1200" spc="-5" dirty="0">
                <a:latin typeface="Times New Roman"/>
                <a:cs typeface="Times New Roman"/>
              </a:rPr>
              <a:t>software </a:t>
            </a:r>
            <a:r>
              <a:rPr sz="1200" dirty="0">
                <a:latin typeface="Times New Roman"/>
                <a:cs typeface="Times New Roman"/>
              </a:rPr>
              <a:t>can be modified </a:t>
            </a:r>
            <a:r>
              <a:rPr sz="1200" spc="-5" dirty="0">
                <a:latin typeface="Times New Roman"/>
                <a:cs typeface="Times New Roman"/>
              </a:rPr>
              <a:t>as </a:t>
            </a:r>
            <a:r>
              <a:rPr sz="1200" dirty="0">
                <a:latin typeface="Times New Roman"/>
                <a:cs typeface="Times New Roman"/>
              </a:rPr>
              <a:t>need occurs. Maintenance includes </a:t>
            </a:r>
            <a:r>
              <a:rPr sz="1200" spc="-5" dirty="0">
                <a:latin typeface="Times New Roman"/>
                <a:cs typeface="Times New Roman"/>
              </a:rPr>
              <a:t>all </a:t>
            </a:r>
            <a:r>
              <a:rPr sz="1200" dirty="0">
                <a:latin typeface="Times New Roman"/>
                <a:cs typeface="Times New Roman"/>
              </a:rPr>
              <a:t>the </a:t>
            </a:r>
            <a:r>
              <a:rPr sz="1200" spc="-10" dirty="0">
                <a:latin typeface="Times New Roman"/>
                <a:cs typeface="Times New Roman"/>
              </a:rPr>
              <a:t>activities after </a:t>
            </a:r>
            <a:r>
              <a:rPr sz="1200" spc="-285" dirty="0">
                <a:latin typeface="Times New Roman"/>
                <a:cs typeface="Times New Roman"/>
              </a:rPr>
              <a:t> </a:t>
            </a:r>
            <a:r>
              <a:rPr sz="1200" dirty="0">
                <a:latin typeface="Times New Roman"/>
                <a:cs typeface="Times New Roman"/>
              </a:rPr>
              <a:t>installation </a:t>
            </a:r>
            <a:r>
              <a:rPr sz="1200" spc="-5" dirty="0">
                <a:latin typeface="Times New Roman"/>
                <a:cs typeface="Times New Roman"/>
              </a:rPr>
              <a:t>of </a:t>
            </a:r>
            <a:r>
              <a:rPr sz="1200" dirty="0">
                <a:latin typeface="Times New Roman"/>
                <a:cs typeface="Times New Roman"/>
              </a:rPr>
              <a:t>the software that is </a:t>
            </a:r>
            <a:r>
              <a:rPr sz="1200" spc="-5" dirty="0">
                <a:latin typeface="Times New Roman"/>
                <a:cs typeface="Times New Roman"/>
              </a:rPr>
              <a:t>performed </a:t>
            </a:r>
            <a:r>
              <a:rPr sz="1200" dirty="0">
                <a:latin typeface="Times New Roman"/>
                <a:cs typeface="Times New Roman"/>
              </a:rPr>
              <a:t>to </a:t>
            </a:r>
            <a:r>
              <a:rPr sz="1200" spc="-5" dirty="0">
                <a:latin typeface="Times New Roman"/>
                <a:cs typeface="Times New Roman"/>
              </a:rPr>
              <a:t>keep </a:t>
            </a: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operational. The </a:t>
            </a:r>
            <a:r>
              <a:rPr sz="1200" spc="-5" dirty="0">
                <a:latin typeface="Times New Roman"/>
                <a:cs typeface="Times New Roman"/>
              </a:rPr>
              <a:t>process </a:t>
            </a:r>
            <a:r>
              <a:rPr sz="1200" spc="-30" dirty="0">
                <a:latin typeface="Times New Roman"/>
                <a:cs typeface="Times New Roman"/>
              </a:rPr>
              <a:t>of </a:t>
            </a:r>
            <a:r>
              <a:rPr sz="1200" spc="-25" dirty="0">
                <a:latin typeface="Times New Roman"/>
                <a:cs typeface="Times New Roman"/>
              </a:rPr>
              <a:t> </a:t>
            </a:r>
            <a:r>
              <a:rPr sz="1200" dirty="0">
                <a:latin typeface="Times New Roman"/>
                <a:cs typeface="Times New Roman"/>
              </a:rPr>
              <a:t>maintaining</a:t>
            </a:r>
            <a:r>
              <a:rPr sz="1200" spc="-40" dirty="0">
                <a:latin typeface="Times New Roman"/>
                <a:cs typeface="Times New Roman"/>
              </a:rPr>
              <a:t> </a:t>
            </a:r>
            <a:r>
              <a:rPr sz="1200" spc="-15" dirty="0">
                <a:latin typeface="Times New Roman"/>
                <a:cs typeface="Times New Roman"/>
              </a:rPr>
              <a:t>involves:</a:t>
            </a:r>
            <a:endParaRPr sz="1200">
              <a:latin typeface="Times New Roman"/>
              <a:cs typeface="Times New Roman"/>
            </a:endParaRPr>
          </a:p>
          <a:p>
            <a:pPr>
              <a:lnSpc>
                <a:spcPct val="100000"/>
              </a:lnSpc>
              <a:spcBef>
                <a:spcPts val="20"/>
              </a:spcBef>
            </a:pPr>
            <a:endParaRPr sz="1650">
              <a:latin typeface="Times New Roman"/>
              <a:cs typeface="Times New Roman"/>
            </a:endParaRPr>
          </a:p>
          <a:p>
            <a:pPr marL="480059" indent="-230504" algn="just">
              <a:lnSpc>
                <a:spcPct val="100000"/>
              </a:lnSpc>
              <a:spcBef>
                <a:spcPts val="5"/>
              </a:spcBef>
              <a:buFont typeface="Arial MT"/>
              <a:buChar char="●"/>
              <a:tabLst>
                <a:tab pos="480695" algn="l"/>
              </a:tabLst>
            </a:pPr>
            <a:r>
              <a:rPr sz="1200" spc="-15" dirty="0">
                <a:latin typeface="Times New Roman"/>
                <a:cs typeface="Times New Roman"/>
              </a:rPr>
              <a:t>Understanding</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existing</a:t>
            </a:r>
            <a:r>
              <a:rPr sz="1200" spc="-15" dirty="0">
                <a:latin typeface="Times New Roman"/>
                <a:cs typeface="Times New Roman"/>
              </a:rPr>
              <a:t> software</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Understand</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5" dirty="0">
                <a:latin typeface="Times New Roman"/>
                <a:cs typeface="Times New Roman"/>
              </a:rPr>
              <a:t>effect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5" dirty="0">
                <a:latin typeface="Times New Roman"/>
                <a:cs typeface="Times New Roman"/>
              </a:rPr>
              <a:t>change</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15" dirty="0">
                <a:latin typeface="Times New Roman"/>
                <a:cs typeface="Times New Roman"/>
              </a:rPr>
              <a:t>Test</a:t>
            </a:r>
            <a:r>
              <a:rPr sz="1200" spc="-60" dirty="0">
                <a:latin typeface="Times New Roman"/>
                <a:cs typeface="Times New Roman"/>
              </a:rPr>
              <a:t> </a:t>
            </a:r>
            <a:r>
              <a:rPr sz="1200" dirty="0">
                <a:latin typeface="Times New Roman"/>
                <a:cs typeface="Times New Roman"/>
              </a:rPr>
              <a:t>for</a:t>
            </a:r>
            <a:r>
              <a:rPr sz="1200" spc="-65" dirty="0">
                <a:latin typeface="Times New Roman"/>
                <a:cs typeface="Times New Roman"/>
              </a:rPr>
              <a:t> </a:t>
            </a:r>
            <a:r>
              <a:rPr sz="1200" spc="-15" dirty="0">
                <a:latin typeface="Times New Roman"/>
                <a:cs typeface="Times New Roman"/>
              </a:rPr>
              <a:t>satisfaction</a:t>
            </a:r>
            <a:endParaRPr sz="1200">
              <a:latin typeface="Times New Roman"/>
              <a:cs typeface="Times New Roman"/>
            </a:endParaRPr>
          </a:p>
          <a:p>
            <a:pPr>
              <a:lnSpc>
                <a:spcPct val="100000"/>
              </a:lnSpc>
              <a:spcBef>
                <a:spcPts val="55"/>
              </a:spcBef>
            </a:pPr>
            <a:endParaRPr sz="1100">
              <a:latin typeface="Times New Roman"/>
              <a:cs typeface="Times New Roman"/>
            </a:endParaRPr>
          </a:p>
          <a:p>
            <a:pPr marL="241300">
              <a:lnSpc>
                <a:spcPct val="100000"/>
              </a:lnSpc>
            </a:pPr>
            <a:r>
              <a:rPr sz="1200" dirty="0">
                <a:latin typeface="Times New Roman"/>
                <a:cs typeface="Times New Roman"/>
              </a:rPr>
              <a:t>Maintenance</a:t>
            </a:r>
            <a:r>
              <a:rPr sz="1200" spc="80" dirty="0">
                <a:latin typeface="Times New Roman"/>
                <a:cs typeface="Times New Roman"/>
              </a:rPr>
              <a:t> </a:t>
            </a:r>
            <a:r>
              <a:rPr sz="1200" dirty="0">
                <a:latin typeface="Times New Roman"/>
                <a:cs typeface="Times New Roman"/>
              </a:rPr>
              <a:t>can</a:t>
            </a:r>
            <a:r>
              <a:rPr sz="1200" spc="85" dirty="0">
                <a:latin typeface="Times New Roman"/>
                <a:cs typeface="Times New Roman"/>
              </a:rPr>
              <a:t> </a:t>
            </a:r>
            <a:r>
              <a:rPr sz="1200" dirty="0">
                <a:latin typeface="Times New Roman"/>
                <a:cs typeface="Times New Roman"/>
              </a:rPr>
              <a:t>be</a:t>
            </a:r>
            <a:r>
              <a:rPr sz="1200" spc="70" dirty="0">
                <a:latin typeface="Times New Roman"/>
                <a:cs typeface="Times New Roman"/>
              </a:rPr>
              <a:t> </a:t>
            </a:r>
            <a:r>
              <a:rPr sz="1200" dirty="0">
                <a:latin typeface="Times New Roman"/>
                <a:cs typeface="Times New Roman"/>
              </a:rPr>
              <a:t>done</a:t>
            </a:r>
            <a:r>
              <a:rPr sz="1200" spc="80" dirty="0">
                <a:latin typeface="Times New Roman"/>
                <a:cs typeface="Times New Roman"/>
              </a:rPr>
              <a:t> </a:t>
            </a:r>
            <a:r>
              <a:rPr sz="1200" dirty="0">
                <a:latin typeface="Times New Roman"/>
                <a:cs typeface="Times New Roman"/>
              </a:rPr>
              <a:t>to</a:t>
            </a:r>
            <a:r>
              <a:rPr sz="1200" spc="85" dirty="0">
                <a:latin typeface="Times New Roman"/>
                <a:cs typeface="Times New Roman"/>
              </a:rPr>
              <a:t> </a:t>
            </a:r>
            <a:r>
              <a:rPr sz="1200" dirty="0">
                <a:latin typeface="Times New Roman"/>
                <a:cs typeface="Times New Roman"/>
              </a:rPr>
              <a:t>this</a:t>
            </a:r>
            <a:r>
              <a:rPr sz="1200" spc="65" dirty="0">
                <a:latin typeface="Times New Roman"/>
                <a:cs typeface="Times New Roman"/>
              </a:rPr>
              <a:t> </a:t>
            </a:r>
            <a:r>
              <a:rPr sz="1200" dirty="0">
                <a:latin typeface="Times New Roman"/>
                <a:cs typeface="Times New Roman"/>
              </a:rPr>
              <a:t>project</a:t>
            </a:r>
            <a:r>
              <a:rPr sz="1200" spc="85" dirty="0">
                <a:latin typeface="Times New Roman"/>
                <a:cs typeface="Times New Roman"/>
              </a:rPr>
              <a:t> </a:t>
            </a:r>
            <a:r>
              <a:rPr sz="1200" spc="5" dirty="0">
                <a:latin typeface="Times New Roman"/>
                <a:cs typeface="Times New Roman"/>
              </a:rPr>
              <a:t>by</a:t>
            </a:r>
            <a:r>
              <a:rPr sz="1200" spc="60" dirty="0">
                <a:latin typeface="Times New Roman"/>
                <a:cs typeface="Times New Roman"/>
              </a:rPr>
              <a:t> </a:t>
            </a:r>
            <a:r>
              <a:rPr sz="1200" dirty="0">
                <a:latin typeface="Times New Roman"/>
                <a:cs typeface="Times New Roman"/>
              </a:rPr>
              <a:t>simply</a:t>
            </a:r>
            <a:r>
              <a:rPr sz="1200" spc="70" dirty="0">
                <a:latin typeface="Times New Roman"/>
                <a:cs typeface="Times New Roman"/>
              </a:rPr>
              <a:t> </a:t>
            </a:r>
            <a:r>
              <a:rPr sz="1200" dirty="0">
                <a:latin typeface="Times New Roman"/>
                <a:cs typeface="Times New Roman"/>
              </a:rPr>
              <a:t>adding</a:t>
            </a:r>
            <a:r>
              <a:rPr sz="1200" spc="7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new</a:t>
            </a:r>
            <a:r>
              <a:rPr sz="1200" spc="75" dirty="0">
                <a:latin typeface="Times New Roman"/>
                <a:cs typeface="Times New Roman"/>
              </a:rPr>
              <a:t> </a:t>
            </a:r>
            <a:r>
              <a:rPr sz="1200" dirty="0">
                <a:latin typeface="Times New Roman"/>
                <a:cs typeface="Times New Roman"/>
              </a:rPr>
              <a:t>requirements</a:t>
            </a:r>
            <a:r>
              <a:rPr sz="1200" spc="80" dirty="0">
                <a:latin typeface="Times New Roman"/>
                <a:cs typeface="Times New Roman"/>
              </a:rPr>
              <a:t> </a:t>
            </a:r>
            <a:r>
              <a:rPr sz="1200" dirty="0">
                <a:latin typeface="Times New Roman"/>
                <a:cs typeface="Times New Roman"/>
              </a:rPr>
              <a:t>that</a:t>
            </a:r>
            <a:r>
              <a:rPr sz="1200" spc="85" dirty="0">
                <a:latin typeface="Times New Roman"/>
                <a:cs typeface="Times New Roman"/>
              </a:rPr>
              <a:t> </a:t>
            </a:r>
            <a:r>
              <a:rPr sz="1200" spc="-20" dirty="0">
                <a:latin typeface="Times New Roman"/>
                <a:cs typeface="Times New Roman"/>
              </a:rPr>
              <a:t>are</a:t>
            </a:r>
            <a:endParaRPr sz="1200">
              <a:latin typeface="Times New Roman"/>
              <a:cs typeface="Times New Roman"/>
            </a:endParaRPr>
          </a:p>
          <a:p>
            <a:pPr marL="12700" algn="just">
              <a:lnSpc>
                <a:spcPct val="100000"/>
              </a:lnSpc>
              <a:spcBef>
                <a:spcPts val="790"/>
              </a:spcBef>
            </a:pP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form</a:t>
            </a:r>
            <a:r>
              <a:rPr sz="1200" spc="-15"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spc="-5" dirty="0">
                <a:latin typeface="Times New Roman"/>
                <a:cs typeface="Times New Roman"/>
              </a:rPr>
              <a:t>database</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5" dirty="0">
                <a:latin typeface="Times New Roman"/>
                <a:cs typeface="Times New Roman"/>
              </a:rPr>
              <a:t>can</a:t>
            </a:r>
            <a:r>
              <a:rPr sz="1200" spc="-15" dirty="0">
                <a:latin typeface="Times New Roman"/>
                <a:cs typeface="Times New Roman"/>
              </a:rPr>
              <a:t> </a:t>
            </a:r>
            <a:r>
              <a:rPr sz="1200" spc="-5" dirty="0">
                <a:latin typeface="Times New Roman"/>
                <a:cs typeface="Times New Roman"/>
              </a:rPr>
              <a:t>be</a:t>
            </a:r>
            <a:r>
              <a:rPr sz="1200" spc="-20" dirty="0">
                <a:latin typeface="Times New Roman"/>
                <a:cs typeface="Times New Roman"/>
              </a:rPr>
              <a:t> </a:t>
            </a:r>
            <a:r>
              <a:rPr sz="1200" spc="-15" dirty="0">
                <a:latin typeface="Times New Roman"/>
                <a:cs typeface="Times New Roman"/>
              </a:rPr>
              <a:t>modified.</a:t>
            </a:r>
            <a:endParaRPr sz="1200">
              <a:latin typeface="Times New Roman"/>
              <a:cs typeface="Times New Roman"/>
            </a:endParaRPr>
          </a:p>
          <a:p>
            <a:pPr marL="12700" marR="5080" indent="228600" algn="just">
              <a:lnSpc>
                <a:spcPct val="155000"/>
              </a:lnSpc>
              <a:spcBef>
                <a:spcPts val="795"/>
              </a:spcBef>
            </a:pPr>
            <a:r>
              <a:rPr sz="1200" dirty="0">
                <a:latin typeface="Times New Roman"/>
                <a:cs typeface="Times New Roman"/>
              </a:rPr>
              <a:t>The maintenance process </a:t>
            </a:r>
            <a:r>
              <a:rPr sz="1200" spc="-5" dirty="0">
                <a:latin typeface="Times New Roman"/>
                <a:cs typeface="Times New Roman"/>
              </a:rPr>
              <a:t>also helps </a:t>
            </a:r>
            <a:r>
              <a:rPr sz="1200" dirty="0">
                <a:latin typeface="Times New Roman"/>
                <a:cs typeface="Times New Roman"/>
              </a:rPr>
              <a:t>to remove </a:t>
            </a:r>
            <a:r>
              <a:rPr sz="1200" spc="-5" dirty="0">
                <a:latin typeface="Times New Roman"/>
                <a:cs typeface="Times New Roman"/>
              </a:rPr>
              <a:t>an </a:t>
            </a:r>
            <a:r>
              <a:rPr sz="1200" dirty="0">
                <a:latin typeface="Times New Roman"/>
                <a:cs typeface="Times New Roman"/>
              </a:rPr>
              <a:t>error that raise in the system even </a:t>
            </a:r>
            <a:r>
              <a:rPr sz="1200" spc="-5" dirty="0">
                <a:latin typeface="Times New Roman"/>
                <a:cs typeface="Times New Roman"/>
              </a:rPr>
              <a:t>after </a:t>
            </a:r>
            <a:r>
              <a:rPr sz="1200" dirty="0">
                <a:latin typeface="Times New Roman"/>
                <a:cs typeface="Times New Roman"/>
              </a:rPr>
              <a:t> testing process. The complexity </a:t>
            </a:r>
            <a:r>
              <a:rPr sz="1200" spc="5" dirty="0">
                <a:latin typeface="Times New Roman"/>
                <a:cs typeface="Times New Roman"/>
              </a:rPr>
              <a:t>of </a:t>
            </a:r>
            <a:r>
              <a:rPr sz="1200" dirty="0">
                <a:latin typeface="Times New Roman"/>
                <a:cs typeface="Times New Roman"/>
              </a:rPr>
              <a:t>the maintenance task coupled with the neglect of </a:t>
            </a:r>
            <a:r>
              <a:rPr sz="1200" spc="-20" dirty="0">
                <a:latin typeface="Times New Roman"/>
                <a:cs typeface="Times New Roman"/>
              </a:rPr>
              <a:t>the </a:t>
            </a:r>
            <a:r>
              <a:rPr sz="1200" spc="-15" dirty="0">
                <a:latin typeface="Times New Roman"/>
                <a:cs typeface="Times New Roman"/>
              </a:rPr>
              <a:t> </a:t>
            </a:r>
            <a:r>
              <a:rPr sz="1200" dirty="0">
                <a:latin typeface="Times New Roman"/>
                <a:cs typeface="Times New Roman"/>
              </a:rPr>
              <a:t>maintenance concerns during development makes maintenance the most costly activity in </a:t>
            </a:r>
            <a:r>
              <a:rPr sz="1200" spc="-15" dirty="0">
                <a:latin typeface="Times New Roman"/>
                <a:cs typeface="Times New Roman"/>
              </a:rPr>
              <a:t>life </a:t>
            </a:r>
            <a:r>
              <a:rPr sz="1200" spc="-1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r>
              <a:rPr sz="1200" spc="25" dirty="0">
                <a:latin typeface="Times New Roman"/>
                <a:cs typeface="Times New Roman"/>
              </a:rPr>
              <a:t> </a:t>
            </a:r>
            <a:r>
              <a:rPr sz="1200" spc="-15" dirty="0">
                <a:latin typeface="Times New Roman"/>
                <a:cs typeface="Times New Roman"/>
              </a:rPr>
              <a:t>project.</a:t>
            </a:r>
            <a:endParaRPr sz="1200">
              <a:latin typeface="Times New Roman"/>
              <a:cs typeface="Times New Roman"/>
            </a:endParaRPr>
          </a:p>
          <a:p>
            <a:pPr marL="12700" marR="6350" indent="228600" algn="just">
              <a:lnSpc>
                <a:spcPct val="155100"/>
              </a:lnSpc>
              <a:spcBef>
                <a:spcPts val="805"/>
              </a:spcBef>
            </a:pP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security </a:t>
            </a:r>
            <a:r>
              <a:rPr sz="1200" spc="-5" dirty="0">
                <a:latin typeface="Times New Roman"/>
                <a:cs typeface="Times New Roman"/>
              </a:rPr>
              <a:t>is </a:t>
            </a:r>
            <a:r>
              <a:rPr sz="1200" dirty="0">
                <a:latin typeface="Times New Roman"/>
                <a:cs typeface="Times New Roman"/>
              </a:rPr>
              <a:t>for protection against fraud </a:t>
            </a:r>
            <a:r>
              <a:rPr sz="1200" spc="-5" dirty="0">
                <a:latin typeface="Times New Roman"/>
                <a:cs typeface="Times New Roman"/>
              </a:rPr>
              <a:t>and </a:t>
            </a:r>
            <a:r>
              <a:rPr sz="1200" dirty="0">
                <a:latin typeface="Times New Roman"/>
                <a:cs typeface="Times New Roman"/>
              </a:rPr>
              <a:t>disaster. </a:t>
            </a:r>
            <a:r>
              <a:rPr sz="1200" spc="-5" dirty="0">
                <a:latin typeface="Times New Roman"/>
                <a:cs typeface="Times New Roman"/>
              </a:rPr>
              <a:t>To </a:t>
            </a:r>
            <a:r>
              <a:rPr sz="1200" dirty="0">
                <a:latin typeface="Times New Roman"/>
                <a:cs typeface="Times New Roman"/>
              </a:rPr>
              <a:t>avoid </a:t>
            </a:r>
            <a:r>
              <a:rPr sz="1200" spc="-10" dirty="0">
                <a:latin typeface="Times New Roman"/>
                <a:cs typeface="Times New Roman"/>
              </a:rPr>
              <a:t>unauthorized </a:t>
            </a:r>
            <a:r>
              <a:rPr sz="1200" spc="-5" dirty="0">
                <a:latin typeface="Times New Roman"/>
                <a:cs typeface="Times New Roman"/>
              </a:rPr>
              <a:t> access, password </a:t>
            </a:r>
            <a:r>
              <a:rPr sz="1200" dirty="0">
                <a:latin typeface="Times New Roman"/>
                <a:cs typeface="Times New Roman"/>
              </a:rPr>
              <a:t>protection </a:t>
            </a:r>
            <a:r>
              <a:rPr sz="1200" spc="-5" dirty="0">
                <a:latin typeface="Times New Roman"/>
                <a:cs typeface="Times New Roman"/>
              </a:rPr>
              <a:t>is </a:t>
            </a:r>
            <a:r>
              <a:rPr sz="1200" dirty="0">
                <a:latin typeface="Times New Roman"/>
                <a:cs typeface="Times New Roman"/>
              </a:rPr>
              <a:t>highly recommended while running this </a:t>
            </a:r>
            <a:r>
              <a:rPr sz="1200" spc="-5" dirty="0">
                <a:latin typeface="Times New Roman"/>
                <a:cs typeface="Times New Roman"/>
              </a:rPr>
              <a:t>new system.</a:t>
            </a:r>
            <a:r>
              <a:rPr sz="1200" dirty="0">
                <a:latin typeface="Times New Roman"/>
                <a:cs typeface="Times New Roman"/>
              </a:rPr>
              <a:t>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password</a:t>
            </a:r>
            <a:r>
              <a:rPr sz="1200" spc="-25" dirty="0">
                <a:latin typeface="Times New Roman"/>
                <a:cs typeface="Times New Roman"/>
              </a:rPr>
              <a:t> </a:t>
            </a:r>
            <a:r>
              <a:rPr sz="1200" spc="-5" dirty="0">
                <a:latin typeface="Times New Roman"/>
                <a:cs typeface="Times New Roman"/>
              </a:rPr>
              <a:t>has</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spc="-5" dirty="0">
                <a:latin typeface="Times New Roman"/>
                <a:cs typeface="Times New Roman"/>
              </a:rPr>
              <a:t>maintained</a:t>
            </a:r>
            <a:r>
              <a:rPr sz="1200" spc="15" dirty="0">
                <a:latin typeface="Times New Roman"/>
                <a:cs typeface="Times New Roman"/>
              </a:rPr>
              <a:t> </a:t>
            </a:r>
            <a:r>
              <a:rPr sz="1200" spc="-5" dirty="0">
                <a:latin typeface="Times New Roman"/>
                <a:cs typeface="Times New Roman"/>
              </a:rPr>
              <a:t>directly</a:t>
            </a:r>
            <a:r>
              <a:rPr sz="1200" spc="2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files</a:t>
            </a:r>
            <a:r>
              <a:rPr sz="1200" spc="-20" dirty="0">
                <a:latin typeface="Times New Roman"/>
                <a:cs typeface="Times New Roman"/>
              </a:rPr>
              <a:t> </a:t>
            </a:r>
            <a:r>
              <a:rPr sz="1200" spc="-5" dirty="0">
                <a:latin typeface="Times New Roman"/>
                <a:cs typeface="Times New Roman"/>
              </a:rPr>
              <a:t>have</a:t>
            </a:r>
            <a:r>
              <a:rPr sz="1200" dirty="0">
                <a:latin typeface="Times New Roman"/>
                <a:cs typeface="Times New Roman"/>
              </a:rPr>
              <a:t> to</a:t>
            </a:r>
            <a:r>
              <a:rPr sz="1200" spc="-25" dirty="0">
                <a:latin typeface="Times New Roman"/>
                <a:cs typeface="Times New Roman"/>
              </a:rPr>
              <a:t> </a:t>
            </a:r>
            <a:r>
              <a:rPr sz="1200" dirty="0">
                <a:latin typeface="Times New Roman"/>
                <a:cs typeface="Times New Roman"/>
              </a:rPr>
              <a:t>be </a:t>
            </a:r>
            <a:r>
              <a:rPr sz="1200" spc="-5" dirty="0">
                <a:latin typeface="Times New Roman"/>
                <a:cs typeface="Times New Roman"/>
              </a:rPr>
              <a:t>kept very</a:t>
            </a:r>
            <a:r>
              <a:rPr sz="1200" spc="-20" dirty="0">
                <a:latin typeface="Times New Roman"/>
                <a:cs typeface="Times New Roman"/>
              </a:rPr>
              <a:t> </a:t>
            </a:r>
            <a:r>
              <a:rPr sz="1200" spc="-15" dirty="0">
                <a:latin typeface="Times New Roman"/>
                <a:cs typeface="Times New Roman"/>
              </a:rPr>
              <a:t>confidential.</a:t>
            </a:r>
            <a:endParaRPr sz="1200">
              <a:latin typeface="Times New Roman"/>
              <a:cs typeface="Times New Roman"/>
            </a:endParaRPr>
          </a:p>
          <a:p>
            <a:pPr>
              <a:lnSpc>
                <a:spcPct val="100000"/>
              </a:lnSpc>
              <a:spcBef>
                <a:spcPts val="20"/>
              </a:spcBef>
            </a:pPr>
            <a:endParaRPr sz="1650">
              <a:latin typeface="Times New Roman"/>
              <a:cs typeface="Times New Roman"/>
            </a:endParaRPr>
          </a:p>
          <a:p>
            <a:pPr marL="250190" algn="just">
              <a:lnSpc>
                <a:spcPct val="100000"/>
              </a:lnSpc>
            </a:pPr>
            <a:r>
              <a:rPr sz="1200" b="1" dirty="0">
                <a:latin typeface="Times New Roman"/>
                <a:cs typeface="Times New Roman"/>
              </a:rPr>
              <a:t>8.3.2</a:t>
            </a:r>
            <a:r>
              <a:rPr sz="1200" b="1" spc="-55" dirty="0">
                <a:latin typeface="Times New Roman"/>
                <a:cs typeface="Times New Roman"/>
              </a:rPr>
              <a:t> </a:t>
            </a:r>
            <a:r>
              <a:rPr sz="1200" b="1" dirty="0">
                <a:latin typeface="Times New Roman"/>
                <a:cs typeface="Times New Roman"/>
              </a:rPr>
              <a:t>System</a:t>
            </a:r>
            <a:r>
              <a:rPr sz="1200" b="1" spc="-60" dirty="0">
                <a:latin typeface="Times New Roman"/>
                <a:cs typeface="Times New Roman"/>
              </a:rPr>
              <a:t> </a:t>
            </a:r>
            <a:r>
              <a:rPr sz="1200" b="1" spc="-15" dirty="0">
                <a:latin typeface="Times New Roman"/>
                <a:cs typeface="Times New Roman"/>
              </a:rPr>
              <a:t>Security</a:t>
            </a:r>
            <a:endParaRPr sz="1200">
              <a:latin typeface="Times New Roman"/>
              <a:cs typeface="Times New Roman"/>
            </a:endParaRPr>
          </a:p>
          <a:p>
            <a:pPr marL="12700" marR="5080" indent="457200" algn="just">
              <a:lnSpc>
                <a:spcPct val="155000"/>
              </a:lnSpc>
              <a:spcBef>
                <a:spcPts val="515"/>
              </a:spcBef>
            </a:pPr>
            <a:r>
              <a:rPr sz="1200" dirty="0">
                <a:latin typeface="Times New Roman"/>
                <a:cs typeface="Times New Roman"/>
              </a:rPr>
              <a:t>The security features considered while developing the </a:t>
            </a:r>
            <a:r>
              <a:rPr sz="1200" spc="-5" dirty="0">
                <a:latin typeface="Times New Roman"/>
                <a:cs typeface="Times New Roman"/>
              </a:rPr>
              <a:t>system so as </a:t>
            </a:r>
            <a:r>
              <a:rPr sz="1200" dirty="0">
                <a:latin typeface="Times New Roman"/>
                <a:cs typeface="Times New Roman"/>
              </a:rPr>
              <a:t>to avoid the </a:t>
            </a:r>
            <a:r>
              <a:rPr sz="1200" spc="-15" dirty="0">
                <a:latin typeface="Times New Roman"/>
                <a:cs typeface="Times New Roman"/>
              </a:rPr>
              <a:t>errors </a:t>
            </a:r>
            <a:r>
              <a:rPr sz="1200" spc="-10" dirty="0">
                <a:latin typeface="Times New Roman"/>
                <a:cs typeface="Times New Roman"/>
              </a:rPr>
              <a:t> </a:t>
            </a:r>
            <a:r>
              <a:rPr sz="1200" spc="-5" dirty="0">
                <a:latin typeface="Times New Roman"/>
                <a:cs typeface="Times New Roman"/>
              </a:rPr>
              <a:t>and omissions </a:t>
            </a:r>
            <a:r>
              <a:rPr sz="1200" dirty="0">
                <a:latin typeface="Times New Roman"/>
                <a:cs typeface="Times New Roman"/>
              </a:rPr>
              <a:t>that </a:t>
            </a:r>
            <a:r>
              <a:rPr sz="1200" spc="5" dirty="0">
                <a:latin typeface="Times New Roman"/>
                <a:cs typeface="Times New Roman"/>
              </a:rPr>
              <a:t>may </a:t>
            </a:r>
            <a:r>
              <a:rPr sz="1200" dirty="0">
                <a:latin typeface="Times New Roman"/>
                <a:cs typeface="Times New Roman"/>
              </a:rPr>
              <a:t>lead to </a:t>
            </a:r>
            <a:r>
              <a:rPr sz="1200" spc="-5" dirty="0">
                <a:latin typeface="Times New Roman"/>
                <a:cs typeface="Times New Roman"/>
              </a:rPr>
              <a:t>serious </a:t>
            </a:r>
            <a:r>
              <a:rPr sz="1200" dirty="0">
                <a:latin typeface="Times New Roman"/>
                <a:cs typeface="Times New Roman"/>
              </a:rPr>
              <a:t>problems. The </a:t>
            </a:r>
            <a:r>
              <a:rPr sz="1200" spc="-5" dirty="0">
                <a:latin typeface="Times New Roman"/>
                <a:cs typeface="Times New Roman"/>
              </a:rPr>
              <a:t>system </a:t>
            </a:r>
            <a:r>
              <a:rPr sz="1200" spc="5" dirty="0">
                <a:latin typeface="Times New Roman"/>
                <a:cs typeface="Times New Roman"/>
              </a:rPr>
              <a:t>may </a:t>
            </a:r>
            <a:r>
              <a:rPr sz="1200" dirty="0">
                <a:latin typeface="Times New Roman"/>
                <a:cs typeface="Times New Roman"/>
              </a:rPr>
              <a:t>have to face the </a:t>
            </a:r>
            <a:r>
              <a:rPr sz="1200" spc="-10" dirty="0">
                <a:latin typeface="Times New Roman"/>
                <a:cs typeface="Times New Roman"/>
              </a:rPr>
              <a:t>unwanted </a:t>
            </a:r>
            <a:r>
              <a:rPr sz="1200" spc="-5" dirty="0">
                <a:latin typeface="Times New Roman"/>
                <a:cs typeface="Times New Roman"/>
              </a:rPr>
              <a:t> </a:t>
            </a:r>
            <a:r>
              <a:rPr sz="1200" dirty="0">
                <a:latin typeface="Times New Roman"/>
                <a:cs typeface="Times New Roman"/>
              </a:rPr>
              <a:t>events called threats. Computer system secures against a particular threat if counter </a:t>
            </a:r>
            <a:r>
              <a:rPr sz="1200" spc="-10" dirty="0">
                <a:latin typeface="Times New Roman"/>
                <a:cs typeface="Times New Roman"/>
              </a:rPr>
              <a:t>measures </a:t>
            </a:r>
            <a:r>
              <a:rPr sz="1200" spc="-5" dirty="0">
                <a:latin typeface="Times New Roman"/>
                <a:cs typeface="Times New Roman"/>
              </a:rPr>
              <a:t> </a:t>
            </a:r>
            <a:r>
              <a:rPr sz="1200" dirty="0">
                <a:latin typeface="Times New Roman"/>
                <a:cs typeface="Times New Roman"/>
              </a:rPr>
              <a:t>have been taken to reduce </a:t>
            </a:r>
            <a:r>
              <a:rPr sz="1200" spc="-5" dirty="0">
                <a:latin typeface="Times New Roman"/>
                <a:cs typeface="Times New Roman"/>
              </a:rPr>
              <a:t>and </a:t>
            </a:r>
            <a:r>
              <a:rPr sz="1200" spc="5" dirty="0">
                <a:latin typeface="Times New Roman"/>
                <a:cs typeface="Times New Roman"/>
              </a:rPr>
              <a:t>acceptably </a:t>
            </a:r>
            <a:r>
              <a:rPr sz="1200" spc="-5" dirty="0">
                <a:latin typeface="Times New Roman"/>
                <a:cs typeface="Times New Roman"/>
              </a:rPr>
              <a:t>low </a:t>
            </a:r>
            <a:r>
              <a:rPr sz="1200" dirty="0">
                <a:latin typeface="Times New Roman"/>
                <a:cs typeface="Times New Roman"/>
              </a:rPr>
              <a:t>level amount of </a:t>
            </a:r>
            <a:r>
              <a:rPr sz="1200" spc="-5" dirty="0">
                <a:latin typeface="Times New Roman"/>
                <a:cs typeface="Times New Roman"/>
              </a:rPr>
              <a:t>loss </a:t>
            </a:r>
            <a:r>
              <a:rPr sz="1200" dirty="0">
                <a:latin typeface="Times New Roman"/>
                <a:cs typeface="Times New Roman"/>
              </a:rPr>
              <a:t>that the threat </a:t>
            </a:r>
            <a:r>
              <a:rPr sz="1200" spc="5" dirty="0">
                <a:latin typeface="Times New Roman"/>
                <a:cs typeface="Times New Roman"/>
              </a:rPr>
              <a:t>may </a:t>
            </a:r>
            <a:r>
              <a:rPr sz="1200" dirty="0">
                <a:latin typeface="Times New Roman"/>
                <a:cs typeface="Times New Roman"/>
              </a:rPr>
              <a:t>be </a:t>
            </a:r>
            <a:r>
              <a:rPr sz="1200" spc="5" dirty="0">
                <a:latin typeface="Times New Roman"/>
                <a:cs typeface="Times New Roman"/>
              </a:rPr>
              <a:t> </a:t>
            </a:r>
            <a:r>
              <a:rPr sz="1200" spc="-5" dirty="0">
                <a:latin typeface="Times New Roman"/>
                <a:cs typeface="Times New Roman"/>
              </a:rPr>
              <a:t>expected </a:t>
            </a:r>
            <a:r>
              <a:rPr sz="1200" dirty="0">
                <a:latin typeface="Times New Roman"/>
                <a:cs typeface="Times New Roman"/>
              </a:rPr>
              <a:t>to</a:t>
            </a:r>
            <a:r>
              <a:rPr sz="1200" spc="-15" dirty="0">
                <a:latin typeface="Times New Roman"/>
                <a:cs typeface="Times New Roman"/>
              </a:rPr>
              <a:t> </a:t>
            </a:r>
            <a:r>
              <a:rPr sz="1200" spc="-5" dirty="0">
                <a:latin typeface="Times New Roman"/>
                <a:cs typeface="Times New Roman"/>
              </a:rPr>
              <a:t>cause</a:t>
            </a:r>
            <a:r>
              <a:rPr sz="1200" spc="-20" dirty="0">
                <a:latin typeface="Times New Roman"/>
                <a:cs typeface="Times New Roman"/>
              </a:rPr>
              <a:t> </a:t>
            </a:r>
            <a:r>
              <a:rPr sz="1200" spc="-5" dirty="0">
                <a:latin typeface="Times New Roman"/>
                <a:cs typeface="Times New Roman"/>
              </a:rPr>
              <a:t>over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given period</a:t>
            </a:r>
            <a:r>
              <a:rPr sz="1200"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time.</a:t>
            </a:r>
            <a:endParaRPr sz="1200">
              <a:latin typeface="Times New Roman"/>
              <a:cs typeface="Times New Roman"/>
            </a:endParaRPr>
          </a:p>
        </p:txBody>
      </p:sp>
      <p:sp>
        <p:nvSpPr>
          <p:cNvPr id="6" name="object 6"/>
          <p:cNvSpPr/>
          <p:nvPr/>
        </p:nvSpPr>
        <p:spPr>
          <a:xfrm>
            <a:off x="432054" y="467106"/>
            <a:ext cx="6629400" cy="9941560"/>
          </a:xfrm>
          <a:custGeom>
            <a:avLst/>
            <a:gdLst/>
            <a:ahLst/>
            <a:cxnLst/>
            <a:rect l="l" t="t" r="r" b="b"/>
            <a:pathLst>
              <a:path w="6629400" h="9941560">
                <a:moveTo>
                  <a:pt x="0" y="9941052"/>
                </a:moveTo>
                <a:lnTo>
                  <a:pt x="6629400" y="9941052"/>
                </a:lnTo>
                <a:lnTo>
                  <a:pt x="66294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5777230" cy="8261350"/>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Computer</a:t>
            </a:r>
            <a:r>
              <a:rPr sz="1200" spc="-2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5" dirty="0">
                <a:latin typeface="Times New Roman"/>
                <a:cs typeface="Times New Roman"/>
              </a:rPr>
              <a:t>protected from</a:t>
            </a:r>
            <a:r>
              <a:rPr sz="1200" spc="-1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5" dirty="0">
                <a:latin typeface="Times New Roman"/>
                <a:cs typeface="Times New Roman"/>
              </a:rPr>
              <a:t>three </a:t>
            </a:r>
            <a:r>
              <a:rPr sz="1200" spc="-15" dirty="0">
                <a:latin typeface="Times New Roman"/>
                <a:cs typeface="Times New Roman"/>
              </a:rPr>
              <a:t>problems:</a:t>
            </a:r>
            <a:endParaRPr sz="1200">
              <a:latin typeface="Times New Roman"/>
              <a:cs typeface="Times New Roman"/>
            </a:endParaRPr>
          </a:p>
          <a:p>
            <a:pPr>
              <a:lnSpc>
                <a:spcPct val="100000"/>
              </a:lnSpc>
              <a:spcBef>
                <a:spcPts val="25"/>
              </a:spcBef>
            </a:pPr>
            <a:endParaRPr sz="1400">
              <a:latin typeface="Times New Roman"/>
              <a:cs typeface="Times New Roman"/>
            </a:endParaRPr>
          </a:p>
          <a:p>
            <a:pPr marL="478790" indent="-229235">
              <a:lnSpc>
                <a:spcPct val="100000"/>
              </a:lnSpc>
              <a:buFont typeface="Arial MT"/>
              <a:buChar char="●"/>
              <a:tabLst>
                <a:tab pos="478790" algn="l"/>
                <a:tab pos="479425" algn="l"/>
              </a:tabLst>
            </a:pPr>
            <a:r>
              <a:rPr sz="1200" spc="-10" dirty="0">
                <a:latin typeface="Times New Roman"/>
                <a:cs typeface="Times New Roman"/>
              </a:rPr>
              <a:t>Loss</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5" dirty="0">
                <a:latin typeface="Times New Roman"/>
                <a:cs typeface="Times New Roman"/>
              </a:rPr>
              <a:t>availability</a:t>
            </a:r>
            <a:endParaRPr sz="120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10" dirty="0">
                <a:latin typeface="Times New Roman"/>
                <a:cs typeface="Times New Roman"/>
              </a:rPr>
              <a:t>Loss</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15" dirty="0">
                <a:latin typeface="Times New Roman"/>
                <a:cs typeface="Times New Roman"/>
              </a:rPr>
              <a:t>integrity</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10" dirty="0">
                <a:latin typeface="Times New Roman"/>
                <a:cs typeface="Times New Roman"/>
              </a:rPr>
              <a:t>Loss</a:t>
            </a:r>
            <a:r>
              <a:rPr sz="1200" spc="-1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5" dirty="0">
                <a:latin typeface="Times New Roman"/>
                <a:cs typeface="Times New Roman"/>
              </a:rPr>
              <a:t>confidentiality</a:t>
            </a:r>
            <a:endParaRPr sz="1200">
              <a:latin typeface="Times New Roman"/>
              <a:cs typeface="Times New Roman"/>
            </a:endParaRPr>
          </a:p>
          <a:p>
            <a:pPr marL="12700" marR="6350" indent="228600" algn="just">
              <a:lnSpc>
                <a:spcPct val="155000"/>
              </a:lnSpc>
              <a:spcBef>
                <a:spcPts val="525"/>
              </a:spcBef>
            </a:pPr>
            <a:r>
              <a:rPr sz="1200" dirty="0">
                <a:latin typeface="Times New Roman"/>
                <a:cs typeface="Times New Roman"/>
              </a:rPr>
              <a:t>These problems </a:t>
            </a:r>
            <a:r>
              <a:rPr sz="1200" spc="5" dirty="0">
                <a:latin typeface="Times New Roman"/>
                <a:cs typeface="Times New Roman"/>
              </a:rPr>
              <a:t>may </a:t>
            </a:r>
            <a:r>
              <a:rPr sz="1200" dirty="0">
                <a:latin typeface="Times New Roman"/>
                <a:cs typeface="Times New Roman"/>
              </a:rPr>
              <a:t>adversely that </a:t>
            </a:r>
            <a:r>
              <a:rPr sz="1200" spc="-10" dirty="0">
                <a:latin typeface="Times New Roman"/>
                <a:cs typeface="Times New Roman"/>
              </a:rPr>
              <a:t>affect </a:t>
            </a:r>
            <a:r>
              <a:rPr sz="1200" dirty="0">
                <a:latin typeface="Times New Roman"/>
                <a:cs typeface="Times New Roman"/>
              </a:rPr>
              <a:t>the availability of the </a:t>
            </a:r>
            <a:r>
              <a:rPr sz="1200" spc="-10" dirty="0">
                <a:latin typeface="Times New Roman"/>
                <a:cs typeface="Times New Roman"/>
              </a:rPr>
              <a:t>computer </a:t>
            </a:r>
            <a:r>
              <a:rPr sz="1200" spc="-5" dirty="0">
                <a:latin typeface="Times New Roman"/>
                <a:cs typeface="Times New Roman"/>
              </a:rPr>
              <a:t>system </a:t>
            </a:r>
            <a:r>
              <a:rPr sz="1200" dirty="0">
                <a:latin typeface="Times New Roman"/>
                <a:cs typeface="Times New Roman"/>
              </a:rPr>
              <a:t>carry </a:t>
            </a:r>
            <a:r>
              <a:rPr sz="1200" spc="-25" dirty="0">
                <a:latin typeface="Times New Roman"/>
                <a:cs typeface="Times New Roman"/>
              </a:rPr>
              <a:t>out </a:t>
            </a:r>
            <a:r>
              <a:rPr sz="1200" spc="-285" dirty="0">
                <a:latin typeface="Times New Roman"/>
                <a:cs typeface="Times New Roman"/>
              </a:rPr>
              <a:t> </a:t>
            </a:r>
            <a:r>
              <a:rPr sz="1200" spc="-5" dirty="0">
                <a:latin typeface="Times New Roman"/>
                <a:cs typeface="Times New Roman"/>
              </a:rPr>
              <a:t>its intended task. A </a:t>
            </a:r>
            <a:r>
              <a:rPr sz="1200" dirty="0">
                <a:latin typeface="Times New Roman"/>
                <a:cs typeface="Times New Roman"/>
              </a:rPr>
              <a:t>threat to a computer </a:t>
            </a:r>
            <a:r>
              <a:rPr sz="1200" spc="-5" dirty="0">
                <a:latin typeface="Times New Roman"/>
                <a:cs typeface="Times New Roman"/>
              </a:rPr>
              <a:t>system is </a:t>
            </a:r>
            <a:r>
              <a:rPr sz="1200" spc="5" dirty="0">
                <a:latin typeface="Times New Roman"/>
                <a:cs typeface="Times New Roman"/>
              </a:rPr>
              <a:t>any </a:t>
            </a:r>
            <a:r>
              <a:rPr sz="1200" spc="-5" dirty="0">
                <a:latin typeface="Times New Roman"/>
                <a:cs typeface="Times New Roman"/>
              </a:rPr>
              <a:t>events </a:t>
            </a:r>
            <a:r>
              <a:rPr sz="1200" dirty="0">
                <a:latin typeface="Times New Roman"/>
                <a:cs typeface="Times New Roman"/>
              </a:rPr>
              <a:t>that adversely affect the one </a:t>
            </a:r>
            <a:r>
              <a:rPr sz="1200" spc="-15" dirty="0">
                <a:latin typeface="Times New Roman"/>
                <a:cs typeface="Times New Roman"/>
              </a:rPr>
              <a:t>or </a:t>
            </a:r>
            <a:r>
              <a:rPr sz="1200" spc="-10" dirty="0">
                <a:latin typeface="Times New Roman"/>
                <a:cs typeface="Times New Roman"/>
              </a:rPr>
              <a:t> </a:t>
            </a:r>
            <a:r>
              <a:rPr sz="1200" dirty="0">
                <a:latin typeface="Times New Roman"/>
                <a:cs typeface="Times New Roman"/>
              </a:rPr>
              <a:t>more</a:t>
            </a:r>
            <a:r>
              <a:rPr sz="1200" spc="-35" dirty="0">
                <a:latin typeface="Times New Roman"/>
                <a:cs typeface="Times New Roman"/>
              </a:rPr>
              <a:t> </a:t>
            </a:r>
            <a:r>
              <a:rPr sz="1200" spc="-5" dirty="0">
                <a:latin typeface="Times New Roman"/>
                <a:cs typeface="Times New Roman"/>
              </a:rPr>
              <a:t>assets</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5" dirty="0">
                <a:latin typeface="Times New Roman"/>
                <a:cs typeface="Times New Roman"/>
              </a:rPr>
              <a:t>resources,</a:t>
            </a:r>
            <a:r>
              <a:rPr sz="1200" spc="10" dirty="0">
                <a:latin typeface="Times New Roman"/>
                <a:cs typeface="Times New Roman"/>
              </a:rPr>
              <a:t> </a:t>
            </a:r>
            <a:r>
              <a:rPr sz="1200" spc="-5" dirty="0">
                <a:latin typeface="Times New Roman"/>
                <a:cs typeface="Times New Roman"/>
              </a:rPr>
              <a:t>which</a:t>
            </a:r>
            <a:r>
              <a:rPr sz="1200" spc="-25" dirty="0">
                <a:latin typeface="Times New Roman"/>
                <a:cs typeface="Times New Roman"/>
              </a:rPr>
              <a:t> </a:t>
            </a:r>
            <a:r>
              <a:rPr sz="1200" dirty="0">
                <a:latin typeface="Times New Roman"/>
                <a:cs typeface="Times New Roman"/>
              </a:rPr>
              <a:t>make</a:t>
            </a:r>
            <a:r>
              <a:rPr sz="1200" spc="-10" dirty="0">
                <a:latin typeface="Times New Roman"/>
                <a:cs typeface="Times New Roman"/>
              </a:rPr>
              <a:t> </a:t>
            </a:r>
            <a:r>
              <a:rPr sz="1200" dirty="0">
                <a:latin typeface="Times New Roman"/>
                <a:cs typeface="Times New Roman"/>
              </a:rPr>
              <a:t>up</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a:p>
            <a:pPr>
              <a:lnSpc>
                <a:spcPct val="100000"/>
              </a:lnSpc>
              <a:spcBef>
                <a:spcPts val="25"/>
              </a:spcBef>
            </a:pPr>
            <a:endParaRPr sz="1650">
              <a:latin typeface="Times New Roman"/>
              <a:cs typeface="Times New Roman"/>
            </a:endParaRPr>
          </a:p>
          <a:p>
            <a:pPr marL="12700">
              <a:lnSpc>
                <a:spcPct val="100000"/>
              </a:lnSpc>
            </a:pPr>
            <a:r>
              <a:rPr sz="1200" spc="-5" dirty="0">
                <a:latin typeface="Times New Roman"/>
                <a:cs typeface="Times New Roman"/>
              </a:rPr>
              <a:t>An</a:t>
            </a:r>
            <a:r>
              <a:rPr sz="1200" spc="-25" dirty="0">
                <a:latin typeface="Times New Roman"/>
                <a:cs typeface="Times New Roman"/>
              </a:rPr>
              <a:t> </a:t>
            </a:r>
            <a:r>
              <a:rPr sz="1200" spc="-5" dirty="0">
                <a:latin typeface="Times New Roman"/>
                <a:cs typeface="Times New Roman"/>
              </a:rPr>
              <a:t>event can</a:t>
            </a:r>
            <a:r>
              <a:rPr sz="1200" dirty="0">
                <a:latin typeface="Times New Roman"/>
                <a:cs typeface="Times New Roman"/>
              </a:rPr>
              <a:t> be</a:t>
            </a:r>
            <a:r>
              <a:rPr sz="1200" spc="-25" dirty="0">
                <a:latin typeface="Times New Roman"/>
                <a:cs typeface="Times New Roman"/>
              </a:rPr>
              <a:t> </a:t>
            </a:r>
            <a:r>
              <a:rPr sz="1200" spc="-5" dirty="0">
                <a:latin typeface="Times New Roman"/>
                <a:cs typeface="Times New Roman"/>
              </a:rPr>
              <a:t>any</a:t>
            </a:r>
            <a:r>
              <a:rPr sz="1200" spc="-1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5" dirty="0">
                <a:latin typeface="Times New Roman"/>
                <a:cs typeface="Times New Roman"/>
              </a:rPr>
              <a:t>following:</a:t>
            </a:r>
            <a:endParaRPr sz="1200">
              <a:latin typeface="Times New Roman"/>
              <a:cs typeface="Times New Roman"/>
            </a:endParaRPr>
          </a:p>
          <a:p>
            <a:pPr>
              <a:lnSpc>
                <a:spcPct val="100000"/>
              </a:lnSpc>
              <a:spcBef>
                <a:spcPts val="20"/>
              </a:spcBef>
            </a:pPr>
            <a:endParaRPr sz="1400">
              <a:latin typeface="Times New Roman"/>
              <a:cs typeface="Times New Roman"/>
            </a:endParaRPr>
          </a:p>
          <a:p>
            <a:pPr marL="480059" indent="-230504" algn="just">
              <a:lnSpc>
                <a:spcPct val="100000"/>
              </a:lnSpc>
              <a:spcBef>
                <a:spcPts val="5"/>
              </a:spcBef>
              <a:buFont typeface="Arial MT"/>
              <a:buChar char="●"/>
              <a:tabLst>
                <a:tab pos="480695" algn="l"/>
              </a:tabLst>
            </a:pPr>
            <a:r>
              <a:rPr sz="1200" spc="-5" dirty="0">
                <a:latin typeface="Times New Roman"/>
                <a:cs typeface="Times New Roman"/>
              </a:rPr>
              <a:t>Interruption</a:t>
            </a:r>
            <a:r>
              <a:rPr sz="1200" dirty="0">
                <a:latin typeface="Times New Roman"/>
                <a:cs typeface="Times New Roman"/>
              </a:rPr>
              <a:t> of</a:t>
            </a:r>
            <a:r>
              <a:rPr sz="1200" spc="-65" dirty="0">
                <a:latin typeface="Times New Roman"/>
                <a:cs typeface="Times New Roman"/>
              </a:rPr>
              <a:t> </a:t>
            </a:r>
            <a:r>
              <a:rPr sz="1200" spc="-15" dirty="0">
                <a:latin typeface="Times New Roman"/>
                <a:cs typeface="Times New Roman"/>
              </a:rPr>
              <a:t>communication</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Destruction</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20" dirty="0">
                <a:latin typeface="Times New Roman"/>
                <a:cs typeface="Times New Roman"/>
              </a:rPr>
              <a:t>hardware</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Modification</a:t>
            </a:r>
            <a:r>
              <a:rPr sz="1200" spc="-3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15" dirty="0">
                <a:latin typeface="Times New Roman"/>
                <a:cs typeface="Times New Roman"/>
              </a:rPr>
              <a:t>software</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Removal</a:t>
            </a:r>
            <a:r>
              <a:rPr sz="1200" spc="-2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20" dirty="0">
                <a:latin typeface="Times New Roman"/>
                <a:cs typeface="Times New Roman"/>
              </a:rPr>
              <a:t>programs</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Disclosure</a:t>
            </a:r>
            <a:r>
              <a:rPr sz="1200" spc="-4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15" dirty="0">
                <a:latin typeface="Times New Roman"/>
                <a:cs typeface="Times New Roman"/>
              </a:rPr>
              <a:t>information</a:t>
            </a:r>
            <a:endParaRPr sz="1200">
              <a:latin typeface="Times New Roman"/>
              <a:cs typeface="Times New Roman"/>
            </a:endParaRPr>
          </a:p>
          <a:p>
            <a:pPr>
              <a:lnSpc>
                <a:spcPct val="100000"/>
              </a:lnSpc>
              <a:spcBef>
                <a:spcPts val="35"/>
              </a:spcBef>
              <a:buFont typeface="Arial MT"/>
              <a:buChar char="●"/>
            </a:pPr>
            <a:endParaRPr sz="1400">
              <a:latin typeface="Times New Roman"/>
              <a:cs typeface="Times New Roman"/>
            </a:endParaRPr>
          </a:p>
          <a:p>
            <a:pPr marL="12700">
              <a:lnSpc>
                <a:spcPct val="100000"/>
              </a:lnSpc>
            </a:pPr>
            <a:r>
              <a:rPr sz="1200" spc="-5" dirty="0">
                <a:latin typeface="Times New Roman"/>
                <a:cs typeface="Times New Roman"/>
              </a:rPr>
              <a:t>There</a:t>
            </a:r>
            <a:r>
              <a:rPr sz="1200" spc="-15" dirty="0">
                <a:latin typeface="Times New Roman"/>
                <a:cs typeface="Times New Roman"/>
              </a:rPr>
              <a:t> </a:t>
            </a:r>
            <a:r>
              <a:rPr sz="1200" spc="-5" dirty="0">
                <a:latin typeface="Times New Roman"/>
                <a:cs typeface="Times New Roman"/>
              </a:rPr>
              <a:t>are</a:t>
            </a:r>
            <a:r>
              <a:rPr sz="1200" spc="-30" dirty="0">
                <a:latin typeface="Times New Roman"/>
                <a:cs typeface="Times New Roman"/>
              </a:rPr>
              <a:t> </a:t>
            </a:r>
            <a:r>
              <a:rPr sz="1200" dirty="0">
                <a:latin typeface="Times New Roman"/>
                <a:cs typeface="Times New Roman"/>
              </a:rPr>
              <a:t>many</a:t>
            </a:r>
            <a:r>
              <a:rPr sz="1200" spc="-25" dirty="0">
                <a:latin typeface="Times New Roman"/>
                <a:cs typeface="Times New Roman"/>
              </a:rPr>
              <a:t> </a:t>
            </a:r>
            <a:r>
              <a:rPr sz="1200" dirty="0">
                <a:latin typeface="Times New Roman"/>
                <a:cs typeface="Times New Roman"/>
              </a:rPr>
              <a:t>methods</a:t>
            </a:r>
            <a:r>
              <a:rPr sz="1200" spc="-1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spc="-5" dirty="0">
                <a:latin typeface="Times New Roman"/>
                <a:cs typeface="Times New Roman"/>
              </a:rPr>
              <a:t>handling </a:t>
            </a:r>
            <a:r>
              <a:rPr sz="1200" dirty="0">
                <a:latin typeface="Times New Roman"/>
                <a:cs typeface="Times New Roman"/>
              </a:rPr>
              <a:t>a</a:t>
            </a:r>
            <a:r>
              <a:rPr sz="1200" spc="-30" dirty="0">
                <a:latin typeface="Times New Roman"/>
                <a:cs typeface="Times New Roman"/>
              </a:rPr>
              <a:t> </a:t>
            </a:r>
            <a:r>
              <a:rPr sz="1200" spc="-15" dirty="0">
                <a:latin typeface="Times New Roman"/>
                <a:cs typeface="Times New Roman"/>
              </a:rPr>
              <a:t>threat:</a:t>
            </a:r>
            <a:endParaRPr sz="1200">
              <a:latin typeface="Times New Roman"/>
              <a:cs typeface="Times New Roman"/>
            </a:endParaRPr>
          </a:p>
          <a:p>
            <a:pPr>
              <a:lnSpc>
                <a:spcPct val="100000"/>
              </a:lnSpc>
              <a:spcBef>
                <a:spcPts val="35"/>
              </a:spcBef>
            </a:pPr>
            <a:endParaRPr sz="1400">
              <a:latin typeface="Times New Roman"/>
              <a:cs typeface="Times New Roman"/>
            </a:endParaRPr>
          </a:p>
          <a:p>
            <a:pPr marL="480059" indent="-230504" algn="just">
              <a:lnSpc>
                <a:spcPct val="100000"/>
              </a:lnSpc>
              <a:buFont typeface="Arial MT"/>
              <a:buChar char="●"/>
              <a:tabLst>
                <a:tab pos="480695" algn="l"/>
              </a:tabLst>
            </a:pPr>
            <a:r>
              <a:rPr sz="1200" spc="-15" dirty="0">
                <a:latin typeface="Times New Roman"/>
                <a:cs typeface="Times New Roman"/>
              </a:rPr>
              <a:t>Avoid</a:t>
            </a:r>
            <a:r>
              <a:rPr sz="1200" spc="-45"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spc="-5" dirty="0">
                <a:latin typeface="Times New Roman"/>
                <a:cs typeface="Times New Roman"/>
              </a:rPr>
              <a:t>altering </a:t>
            </a:r>
            <a:r>
              <a:rPr sz="1200" dirty="0">
                <a:latin typeface="Times New Roman"/>
                <a:cs typeface="Times New Roman"/>
              </a:rPr>
              <a:t>the</a:t>
            </a:r>
            <a:r>
              <a:rPr sz="1200" spc="-40" dirty="0">
                <a:latin typeface="Times New Roman"/>
                <a:cs typeface="Times New Roman"/>
              </a:rPr>
              <a:t> </a:t>
            </a:r>
            <a:r>
              <a:rPr sz="1200" spc="-15" dirty="0">
                <a:latin typeface="Times New Roman"/>
                <a:cs typeface="Times New Roman"/>
              </a:rPr>
              <a:t>design</a:t>
            </a:r>
            <a:endParaRPr sz="1200">
              <a:latin typeface="Times New Roman"/>
              <a:cs typeface="Times New Roman"/>
            </a:endParaRPr>
          </a:p>
          <a:p>
            <a:pPr marL="480059" indent="-230504" algn="just">
              <a:lnSpc>
                <a:spcPct val="100000"/>
              </a:lnSpc>
              <a:spcBef>
                <a:spcPts val="900"/>
              </a:spcBef>
              <a:buFont typeface="Arial MT"/>
              <a:buChar char="●"/>
              <a:tabLst>
                <a:tab pos="480695" algn="l"/>
              </a:tabLst>
            </a:pPr>
            <a:r>
              <a:rPr sz="1200" spc="-5" dirty="0">
                <a:latin typeface="Times New Roman"/>
                <a:cs typeface="Times New Roman"/>
              </a:rPr>
              <a:t>Threat</a:t>
            </a:r>
            <a:r>
              <a:rPr sz="1200" spc="-50" dirty="0">
                <a:latin typeface="Times New Roman"/>
                <a:cs typeface="Times New Roman"/>
              </a:rPr>
              <a:t> </a:t>
            </a:r>
            <a:r>
              <a:rPr sz="1200" spc="-15" dirty="0">
                <a:latin typeface="Times New Roman"/>
                <a:cs typeface="Times New Roman"/>
              </a:rPr>
              <a:t>retention</a:t>
            </a:r>
            <a:endParaRPr sz="1200">
              <a:latin typeface="Times New Roman"/>
              <a:cs typeface="Times New Roman"/>
            </a:endParaRPr>
          </a:p>
          <a:p>
            <a:pPr marL="478790" indent="-229235">
              <a:lnSpc>
                <a:spcPct val="100000"/>
              </a:lnSpc>
              <a:spcBef>
                <a:spcPts val="900"/>
              </a:spcBef>
              <a:buFont typeface="Arial MT"/>
              <a:buChar char="●"/>
              <a:tabLst>
                <a:tab pos="478790" algn="l"/>
                <a:tab pos="479425" algn="l"/>
              </a:tabLst>
            </a:pPr>
            <a:r>
              <a:rPr sz="1200" spc="-5" dirty="0">
                <a:latin typeface="Times New Roman"/>
                <a:cs typeface="Times New Roman"/>
              </a:rPr>
              <a:t>Threat</a:t>
            </a:r>
            <a:r>
              <a:rPr sz="1200" spc="15" dirty="0">
                <a:latin typeface="Times New Roman"/>
                <a:cs typeface="Times New Roman"/>
              </a:rPr>
              <a:t> </a:t>
            </a:r>
            <a:r>
              <a:rPr sz="1200" spc="-15" dirty="0">
                <a:latin typeface="Times New Roman"/>
                <a:cs typeface="Times New Roman"/>
              </a:rPr>
              <a:t>reduction(i.e.</a:t>
            </a:r>
            <a:r>
              <a:rPr sz="1200" spc="25" dirty="0">
                <a:latin typeface="Times New Roman"/>
                <a:cs typeface="Times New Roman"/>
              </a:rPr>
              <a:t> </a:t>
            </a:r>
            <a:r>
              <a:rPr sz="1200" spc="-5" dirty="0">
                <a:latin typeface="Times New Roman"/>
                <a:cs typeface="Times New Roman"/>
              </a:rPr>
              <a:t>frequency</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5" dirty="0">
                <a:latin typeface="Times New Roman"/>
                <a:cs typeface="Times New Roman"/>
              </a:rPr>
              <a:t>occurrence</a:t>
            </a:r>
            <a:r>
              <a:rPr sz="1200" spc="3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5" dirty="0">
                <a:latin typeface="Times New Roman"/>
                <a:cs typeface="Times New Roman"/>
              </a:rPr>
              <a:t>threat</a:t>
            </a:r>
            <a:r>
              <a:rPr sz="1200" spc="1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spc="-20" dirty="0">
                <a:latin typeface="Times New Roman"/>
                <a:cs typeface="Times New Roman"/>
              </a:rPr>
              <a:t>reduced)</a:t>
            </a:r>
            <a:endParaRPr sz="1200">
              <a:latin typeface="Times New Roman"/>
              <a:cs typeface="Times New Roman"/>
            </a:endParaRPr>
          </a:p>
          <a:p>
            <a:pPr>
              <a:lnSpc>
                <a:spcPct val="100000"/>
              </a:lnSpc>
              <a:spcBef>
                <a:spcPts val="20"/>
              </a:spcBef>
            </a:pPr>
            <a:endParaRPr sz="1400">
              <a:latin typeface="Times New Roman"/>
              <a:cs typeface="Times New Roman"/>
            </a:endParaRPr>
          </a:p>
          <a:p>
            <a:pPr marL="469900" indent="-457200">
              <a:lnSpc>
                <a:spcPct val="100000"/>
              </a:lnSpc>
              <a:buAutoNum type="arabicPeriod"/>
              <a:tabLst>
                <a:tab pos="469265" algn="l"/>
                <a:tab pos="469900" algn="l"/>
              </a:tabLst>
            </a:pPr>
            <a:r>
              <a:rPr sz="1200" b="1" spc="-5" dirty="0">
                <a:latin typeface="Times New Roman"/>
                <a:cs typeface="Times New Roman"/>
              </a:rPr>
              <a:t>Da</a:t>
            </a:r>
            <a:r>
              <a:rPr sz="1200" b="1" spc="-10" dirty="0">
                <a:latin typeface="Times New Roman"/>
                <a:cs typeface="Times New Roman"/>
              </a:rPr>
              <a:t>t</a:t>
            </a:r>
            <a:r>
              <a:rPr sz="1200" b="1" spc="-5" dirty="0">
                <a:latin typeface="Times New Roman"/>
                <a:cs typeface="Times New Roman"/>
              </a:rPr>
              <a:t>abase</a:t>
            </a:r>
            <a:r>
              <a:rPr sz="1200" b="1" spc="-50" dirty="0">
                <a:latin typeface="Times New Roman"/>
                <a:cs typeface="Times New Roman"/>
              </a:rPr>
              <a:t> </a:t>
            </a:r>
            <a:r>
              <a:rPr sz="1200" b="1" spc="-15" dirty="0">
                <a:latin typeface="Times New Roman"/>
                <a:cs typeface="Times New Roman"/>
              </a:rPr>
              <a:t>S</a:t>
            </a:r>
            <a:r>
              <a:rPr sz="1200" b="1" spc="-20" dirty="0">
                <a:latin typeface="Times New Roman"/>
                <a:cs typeface="Times New Roman"/>
              </a:rPr>
              <a:t>ec</a:t>
            </a:r>
            <a:r>
              <a:rPr sz="1200" b="1" spc="-15" dirty="0">
                <a:latin typeface="Times New Roman"/>
                <a:cs typeface="Times New Roman"/>
              </a:rPr>
              <a:t>u</a:t>
            </a:r>
            <a:r>
              <a:rPr sz="1200" b="1" spc="-20" dirty="0">
                <a:latin typeface="Times New Roman"/>
                <a:cs typeface="Times New Roman"/>
              </a:rPr>
              <a:t>r</a:t>
            </a:r>
            <a:r>
              <a:rPr sz="1200" b="1" spc="-10" dirty="0">
                <a:latin typeface="Times New Roman"/>
                <a:cs typeface="Times New Roman"/>
              </a:rPr>
              <a:t>i</a:t>
            </a:r>
            <a:r>
              <a:rPr sz="1200" b="1" spc="-20" dirty="0">
                <a:latin typeface="Times New Roman"/>
                <a:cs typeface="Times New Roman"/>
              </a:rPr>
              <a:t>t</a:t>
            </a:r>
            <a:r>
              <a:rPr sz="1200" b="1" dirty="0">
                <a:latin typeface="Times New Roman"/>
                <a:cs typeface="Times New Roman"/>
              </a:rPr>
              <a:t>y</a:t>
            </a:r>
            <a:endParaRPr sz="1200">
              <a:latin typeface="Times New Roman"/>
              <a:cs typeface="Times New Roman"/>
            </a:endParaRPr>
          </a:p>
          <a:p>
            <a:pPr marL="12700" marR="1035685">
              <a:lnSpc>
                <a:spcPts val="3000"/>
              </a:lnSpc>
              <a:spcBef>
                <a:spcPts val="305"/>
              </a:spcBef>
            </a:pPr>
            <a:r>
              <a:rPr sz="1200" dirty="0">
                <a:latin typeface="Times New Roman"/>
                <a:cs typeface="Times New Roman"/>
              </a:rPr>
              <a:t>The </a:t>
            </a:r>
            <a:r>
              <a:rPr sz="1200" spc="-5" dirty="0">
                <a:latin typeface="Times New Roman"/>
                <a:cs typeface="Times New Roman"/>
              </a:rPr>
              <a:t>first level </a:t>
            </a:r>
            <a:r>
              <a:rPr sz="1200" dirty="0">
                <a:latin typeface="Times New Roman"/>
                <a:cs typeface="Times New Roman"/>
              </a:rPr>
              <a:t>of </a:t>
            </a:r>
            <a:r>
              <a:rPr sz="1200" spc="-5" dirty="0">
                <a:latin typeface="Times New Roman"/>
                <a:cs typeface="Times New Roman"/>
              </a:rPr>
              <a:t>security </a:t>
            </a:r>
            <a:r>
              <a:rPr sz="1200" spc="-10" dirty="0">
                <a:latin typeface="Times New Roman"/>
                <a:cs typeface="Times New Roman"/>
              </a:rPr>
              <a:t>employed </a:t>
            </a:r>
            <a:r>
              <a:rPr sz="1200" dirty="0">
                <a:latin typeface="Times New Roman"/>
                <a:cs typeface="Times New Roman"/>
              </a:rPr>
              <a:t>in this </a:t>
            </a:r>
            <a:r>
              <a:rPr sz="1200" spc="-5" dirty="0">
                <a:latin typeface="Times New Roman"/>
                <a:cs typeface="Times New Roman"/>
              </a:rPr>
              <a:t>application is at </a:t>
            </a:r>
            <a:r>
              <a:rPr sz="1200" dirty="0">
                <a:latin typeface="Times New Roman"/>
                <a:cs typeface="Times New Roman"/>
              </a:rPr>
              <a:t>the </a:t>
            </a:r>
            <a:r>
              <a:rPr sz="1200" spc="-5" dirty="0">
                <a:latin typeface="Times New Roman"/>
                <a:cs typeface="Times New Roman"/>
              </a:rPr>
              <a:t>database </a:t>
            </a:r>
            <a:r>
              <a:rPr sz="1200" spc="-15" dirty="0">
                <a:latin typeface="Times New Roman"/>
                <a:cs typeface="Times New Roman"/>
              </a:rPr>
              <a:t>level. </a:t>
            </a:r>
            <a:r>
              <a:rPr sz="1200" spc="-285" dirty="0">
                <a:latin typeface="Times New Roman"/>
                <a:cs typeface="Times New Roman"/>
              </a:rPr>
              <a:t> </a:t>
            </a:r>
            <a:r>
              <a:rPr sz="1200" spc="-5" dirty="0">
                <a:latin typeface="Times New Roman"/>
                <a:cs typeface="Times New Roman"/>
              </a:rPr>
              <a:t>SQL</a:t>
            </a:r>
            <a:r>
              <a:rPr sz="1200" spc="-90" dirty="0">
                <a:latin typeface="Times New Roman"/>
                <a:cs typeface="Times New Roman"/>
              </a:rPr>
              <a:t> </a:t>
            </a:r>
            <a:r>
              <a:rPr sz="1200" spc="-5" dirty="0">
                <a:latin typeface="Times New Roman"/>
                <a:cs typeface="Times New Roman"/>
              </a:rPr>
              <a:t>Server</a:t>
            </a:r>
            <a:r>
              <a:rPr sz="1200" spc="-15" dirty="0">
                <a:latin typeface="Times New Roman"/>
                <a:cs typeface="Times New Roman"/>
              </a:rPr>
              <a:t> </a:t>
            </a:r>
            <a:r>
              <a:rPr sz="1200" spc="-5" dirty="0">
                <a:latin typeface="Times New Roman"/>
                <a:cs typeface="Times New Roman"/>
              </a:rPr>
              <a:t>validates</a:t>
            </a:r>
            <a:r>
              <a:rPr sz="1200" dirty="0">
                <a:latin typeface="Times New Roman"/>
                <a:cs typeface="Times New Roman"/>
              </a:rPr>
              <a:t> </a:t>
            </a:r>
            <a:r>
              <a:rPr sz="1200" spc="-5" dirty="0">
                <a:latin typeface="Times New Roman"/>
                <a:cs typeface="Times New Roman"/>
              </a:rPr>
              <a:t>users</a:t>
            </a:r>
            <a:r>
              <a:rPr sz="1200" spc="-40" dirty="0">
                <a:latin typeface="Times New Roman"/>
                <a:cs typeface="Times New Roman"/>
              </a:rPr>
              <a:t> </a:t>
            </a:r>
            <a:r>
              <a:rPr sz="1200" spc="-5" dirty="0">
                <a:latin typeface="Times New Roman"/>
                <a:cs typeface="Times New Roman"/>
              </a:rPr>
              <a:t>at</a:t>
            </a:r>
            <a:r>
              <a:rPr sz="1200" spc="-10" dirty="0">
                <a:latin typeface="Times New Roman"/>
                <a:cs typeface="Times New Roman"/>
              </a:rPr>
              <a:t> </a:t>
            </a:r>
            <a:r>
              <a:rPr sz="1200" spc="-5" dirty="0">
                <a:latin typeface="Times New Roman"/>
                <a:cs typeface="Times New Roman"/>
              </a:rPr>
              <a:t>two</a:t>
            </a:r>
            <a:r>
              <a:rPr sz="1200" spc="-25" dirty="0">
                <a:latin typeface="Times New Roman"/>
                <a:cs typeface="Times New Roman"/>
              </a:rPr>
              <a:t> </a:t>
            </a:r>
            <a:r>
              <a:rPr sz="1200" spc="-15" dirty="0">
                <a:latin typeface="Times New Roman"/>
                <a:cs typeface="Times New Roman"/>
              </a:rPr>
              <a:t>levels:</a:t>
            </a:r>
            <a:endParaRPr sz="1200">
              <a:latin typeface="Times New Roman"/>
              <a:cs typeface="Times New Roman"/>
            </a:endParaRPr>
          </a:p>
          <a:p>
            <a:pPr>
              <a:lnSpc>
                <a:spcPct val="100000"/>
              </a:lnSpc>
              <a:spcBef>
                <a:spcPts val="20"/>
              </a:spcBef>
            </a:pPr>
            <a:endParaRPr sz="1200">
              <a:latin typeface="Times New Roman"/>
              <a:cs typeface="Times New Roman"/>
            </a:endParaRPr>
          </a:p>
          <a:p>
            <a:pPr marL="480059" lvl="1" indent="-230504" algn="just">
              <a:lnSpc>
                <a:spcPct val="100000"/>
              </a:lnSpc>
              <a:spcBef>
                <a:spcPts val="5"/>
              </a:spcBef>
              <a:buFont typeface="Arial MT"/>
              <a:buChar char="●"/>
              <a:tabLst>
                <a:tab pos="480695" algn="l"/>
              </a:tabLst>
            </a:pPr>
            <a:r>
              <a:rPr sz="1200" spc="-10" dirty="0">
                <a:latin typeface="Times New Roman"/>
                <a:cs typeface="Times New Roman"/>
              </a:rPr>
              <a:t>Login</a:t>
            </a:r>
            <a:r>
              <a:rPr sz="1200" spc="-15" dirty="0">
                <a:latin typeface="Times New Roman"/>
                <a:cs typeface="Times New Roman"/>
              </a:rPr>
              <a:t> authentication</a:t>
            </a:r>
            <a:endParaRPr sz="1200">
              <a:latin typeface="Times New Roman"/>
              <a:cs typeface="Times New Roman"/>
            </a:endParaRPr>
          </a:p>
          <a:p>
            <a:pPr marL="480059" lvl="1" indent="-230504" algn="just">
              <a:lnSpc>
                <a:spcPct val="100000"/>
              </a:lnSpc>
              <a:spcBef>
                <a:spcPts val="900"/>
              </a:spcBef>
              <a:buFont typeface="Arial MT"/>
              <a:buChar char="●"/>
              <a:tabLst>
                <a:tab pos="480695" algn="l"/>
              </a:tabLst>
            </a:pPr>
            <a:r>
              <a:rPr sz="1200" spc="-5" dirty="0">
                <a:latin typeface="Times New Roman"/>
                <a:cs typeface="Times New Roman"/>
              </a:rPr>
              <a:t>Permission</a:t>
            </a:r>
            <a:r>
              <a:rPr sz="1200" spc="-35" dirty="0">
                <a:latin typeface="Times New Roman"/>
                <a:cs typeface="Times New Roman"/>
              </a:rPr>
              <a:t> </a:t>
            </a:r>
            <a:r>
              <a:rPr sz="1200" spc="-5" dirty="0">
                <a:latin typeface="Times New Roman"/>
                <a:cs typeface="Times New Roman"/>
              </a:rPr>
              <a:t>validation</a:t>
            </a:r>
            <a:r>
              <a:rPr sz="1200" dirty="0">
                <a:latin typeface="Times New Roman"/>
                <a:cs typeface="Times New Roman"/>
              </a:rPr>
              <a:t> on</a:t>
            </a:r>
            <a:r>
              <a:rPr sz="1200" spc="-35" dirty="0">
                <a:latin typeface="Times New Roman"/>
                <a:cs typeface="Times New Roman"/>
              </a:rPr>
              <a:t> </a:t>
            </a:r>
            <a:r>
              <a:rPr sz="1200" spc="-5" dirty="0">
                <a:latin typeface="Times New Roman"/>
                <a:cs typeface="Times New Roman"/>
              </a:rPr>
              <a:t>user</a:t>
            </a:r>
            <a:r>
              <a:rPr sz="1200" spc="-30" dirty="0">
                <a:latin typeface="Times New Roman"/>
                <a:cs typeface="Times New Roman"/>
              </a:rPr>
              <a:t> </a:t>
            </a:r>
            <a:r>
              <a:rPr sz="1200" spc="-15" dirty="0">
                <a:latin typeface="Times New Roman"/>
                <a:cs typeface="Times New Roman"/>
              </a:rPr>
              <a:t>database.</a:t>
            </a:r>
            <a:endParaRPr sz="1200">
              <a:latin typeface="Times New Roman"/>
              <a:cs typeface="Times New Roman"/>
            </a:endParaRPr>
          </a:p>
          <a:p>
            <a:pPr marL="12700" marR="5080" indent="228600" algn="just">
              <a:lnSpc>
                <a:spcPct val="155100"/>
              </a:lnSpc>
              <a:spcBef>
                <a:spcPts val="525"/>
              </a:spcBef>
            </a:pPr>
            <a:r>
              <a:rPr sz="1200" spc="30" dirty="0">
                <a:latin typeface="Times New Roman"/>
                <a:cs typeface="Times New Roman"/>
              </a:rPr>
              <a:t>PHP</a:t>
            </a:r>
            <a:r>
              <a:rPr sz="1200" spc="35" dirty="0">
                <a:latin typeface="Times New Roman"/>
                <a:cs typeface="Times New Roman"/>
              </a:rPr>
              <a:t> </a:t>
            </a:r>
            <a:r>
              <a:rPr sz="1200" spc="-5" dirty="0">
                <a:latin typeface="Times New Roman"/>
                <a:cs typeface="Times New Roman"/>
              </a:rPr>
              <a:t>is</a:t>
            </a:r>
            <a:r>
              <a:rPr sz="1200" dirty="0">
                <a:latin typeface="Times New Roman"/>
                <a:cs typeface="Times New Roman"/>
              </a:rPr>
              <a:t> a widely </a:t>
            </a:r>
            <a:r>
              <a:rPr sz="1200" spc="-5" dirty="0">
                <a:latin typeface="Times New Roman"/>
                <a:cs typeface="Times New Roman"/>
              </a:rPr>
              <a:t>used</a:t>
            </a:r>
            <a:r>
              <a:rPr sz="1200" dirty="0">
                <a:latin typeface="Times New Roman"/>
                <a:cs typeface="Times New Roman"/>
              </a:rPr>
              <a:t> general</a:t>
            </a:r>
            <a:r>
              <a:rPr sz="1200" spc="5" dirty="0">
                <a:latin typeface="Times New Roman"/>
                <a:cs typeface="Times New Roman"/>
              </a:rPr>
              <a:t> </a:t>
            </a:r>
            <a:r>
              <a:rPr sz="1200" dirty="0">
                <a:latin typeface="Times New Roman"/>
                <a:cs typeface="Times New Roman"/>
              </a:rPr>
              <a:t>purpose scripting language</a:t>
            </a:r>
            <a:r>
              <a:rPr sz="1200" spc="300" dirty="0">
                <a:latin typeface="Times New Roman"/>
                <a:cs typeface="Times New Roman"/>
              </a:rPr>
              <a:t> </a:t>
            </a:r>
            <a:r>
              <a:rPr sz="1200" dirty="0">
                <a:latin typeface="Times New Roman"/>
                <a:cs typeface="Times New Roman"/>
              </a:rPr>
              <a:t>that</a:t>
            </a:r>
            <a:r>
              <a:rPr sz="1200" spc="300" dirty="0">
                <a:latin typeface="Times New Roman"/>
                <a:cs typeface="Times New Roman"/>
              </a:rPr>
              <a:t> </a:t>
            </a:r>
            <a:r>
              <a:rPr sz="1200" spc="-5" dirty="0">
                <a:latin typeface="Times New Roman"/>
                <a:cs typeface="Times New Roman"/>
              </a:rPr>
              <a:t>is</a:t>
            </a:r>
            <a:r>
              <a:rPr sz="1200" spc="290" dirty="0">
                <a:latin typeface="Times New Roman"/>
                <a:cs typeface="Times New Roman"/>
              </a:rPr>
              <a:t> </a:t>
            </a:r>
            <a:r>
              <a:rPr sz="1200" dirty="0">
                <a:latin typeface="Times New Roman"/>
                <a:cs typeface="Times New Roman"/>
              </a:rPr>
              <a:t>especially suited</a:t>
            </a:r>
            <a:r>
              <a:rPr sz="1200" spc="300" dirty="0">
                <a:latin typeface="Times New Roman"/>
                <a:cs typeface="Times New Roman"/>
              </a:rPr>
              <a:t> </a:t>
            </a:r>
            <a:r>
              <a:rPr sz="1200" spc="-15" dirty="0">
                <a:latin typeface="Times New Roman"/>
                <a:cs typeface="Times New Roman"/>
              </a:rPr>
              <a:t>for </a:t>
            </a:r>
            <a:r>
              <a:rPr sz="1200" spc="-10" dirty="0">
                <a:latin typeface="Times New Roman"/>
                <a:cs typeface="Times New Roman"/>
              </a:rPr>
              <a:t> </a:t>
            </a:r>
            <a:r>
              <a:rPr sz="1200" spc="-5" dirty="0">
                <a:latin typeface="Times New Roman"/>
                <a:cs typeface="Times New Roman"/>
              </a:rPr>
              <a:t>web </a:t>
            </a:r>
            <a:r>
              <a:rPr sz="1200" dirty="0">
                <a:latin typeface="Times New Roman"/>
                <a:cs typeface="Times New Roman"/>
              </a:rPr>
              <a:t>developing . The </a:t>
            </a:r>
            <a:r>
              <a:rPr sz="1200" spc="-25" dirty="0">
                <a:latin typeface="Times New Roman"/>
                <a:cs typeface="Times New Roman"/>
              </a:rPr>
              <a:t>PHP </a:t>
            </a:r>
            <a:r>
              <a:rPr sz="1200" spc="-20" dirty="0">
                <a:latin typeface="Times New Roman"/>
                <a:cs typeface="Times New Roman"/>
              </a:rPr>
              <a:t>can </a:t>
            </a:r>
            <a:r>
              <a:rPr sz="1200" spc="-30" dirty="0">
                <a:latin typeface="Times New Roman"/>
                <a:cs typeface="Times New Roman"/>
              </a:rPr>
              <a:t>generate dynamic </a:t>
            </a:r>
            <a:r>
              <a:rPr sz="1200" spc="-25" dirty="0">
                <a:latin typeface="Times New Roman"/>
                <a:cs typeface="Times New Roman"/>
              </a:rPr>
              <a:t>page </a:t>
            </a:r>
            <a:r>
              <a:rPr sz="1200" spc="-30" dirty="0">
                <a:latin typeface="Times New Roman"/>
                <a:cs typeface="Times New Roman"/>
              </a:rPr>
              <a:t>content. </a:t>
            </a:r>
            <a:r>
              <a:rPr sz="1200" spc="-40" dirty="0">
                <a:latin typeface="Times New Roman"/>
                <a:cs typeface="Times New Roman"/>
              </a:rPr>
              <a:t>It </a:t>
            </a:r>
            <a:r>
              <a:rPr sz="1200" spc="-45" dirty="0">
                <a:latin typeface="Times New Roman"/>
                <a:cs typeface="Times New Roman"/>
              </a:rPr>
              <a:t>can </a:t>
            </a:r>
            <a:r>
              <a:rPr sz="1200" spc="-55" dirty="0">
                <a:latin typeface="Times New Roman"/>
                <a:cs typeface="Times New Roman"/>
              </a:rPr>
              <a:t>create </a:t>
            </a:r>
            <a:r>
              <a:rPr sz="1200" dirty="0">
                <a:latin typeface="Times New Roman"/>
                <a:cs typeface="Times New Roman"/>
              </a:rPr>
              <a:t>, </a:t>
            </a:r>
            <a:r>
              <a:rPr sz="1200" spc="-20" dirty="0">
                <a:latin typeface="Times New Roman"/>
                <a:cs typeface="Times New Roman"/>
              </a:rPr>
              <a:t>open </a:t>
            </a:r>
            <a:r>
              <a:rPr sz="1200" dirty="0">
                <a:latin typeface="Times New Roman"/>
                <a:cs typeface="Times New Roman"/>
              </a:rPr>
              <a:t>, </a:t>
            </a:r>
            <a:r>
              <a:rPr sz="1200" spc="-15" dirty="0">
                <a:latin typeface="Times New Roman"/>
                <a:cs typeface="Times New Roman"/>
              </a:rPr>
              <a:t>read </a:t>
            </a:r>
            <a:r>
              <a:rPr sz="1200" dirty="0">
                <a:latin typeface="Times New Roman"/>
                <a:cs typeface="Times New Roman"/>
              </a:rPr>
              <a:t>, </a:t>
            </a:r>
            <a:r>
              <a:rPr sz="1200" spc="-20" dirty="0">
                <a:latin typeface="Times New Roman"/>
                <a:cs typeface="Times New Roman"/>
              </a:rPr>
              <a:t>write </a:t>
            </a:r>
            <a:r>
              <a:rPr sz="1200" dirty="0">
                <a:latin typeface="Times New Roman"/>
                <a:cs typeface="Times New Roman"/>
              </a:rPr>
              <a:t>, </a:t>
            </a:r>
            <a:r>
              <a:rPr sz="1200" spc="5" dirty="0">
                <a:latin typeface="Times New Roman"/>
                <a:cs typeface="Times New Roman"/>
              </a:rPr>
              <a:t> </a:t>
            </a:r>
            <a:r>
              <a:rPr sz="1200" spc="-25" dirty="0">
                <a:latin typeface="Times New Roman"/>
                <a:cs typeface="Times New Roman"/>
              </a:rPr>
              <a:t>delete</a:t>
            </a:r>
            <a:r>
              <a:rPr sz="1200" dirty="0">
                <a:latin typeface="Times New Roman"/>
                <a:cs typeface="Times New Roman"/>
              </a:rPr>
              <a:t> ,</a:t>
            </a:r>
            <a:r>
              <a:rPr sz="1200" spc="-40" dirty="0">
                <a:latin typeface="Times New Roman"/>
                <a:cs typeface="Times New Roman"/>
              </a:rPr>
              <a:t> </a:t>
            </a:r>
            <a:r>
              <a:rPr sz="1200" spc="-20" dirty="0">
                <a:latin typeface="Times New Roman"/>
                <a:cs typeface="Times New Roman"/>
              </a:rPr>
              <a:t>and</a:t>
            </a:r>
            <a:r>
              <a:rPr sz="1200" spc="-25" dirty="0">
                <a:latin typeface="Times New Roman"/>
                <a:cs typeface="Times New Roman"/>
              </a:rPr>
              <a:t> close</a:t>
            </a:r>
            <a:r>
              <a:rPr sz="1200" spc="-20" dirty="0">
                <a:latin typeface="Times New Roman"/>
                <a:cs typeface="Times New Roman"/>
              </a:rPr>
              <a:t> </a:t>
            </a:r>
            <a:r>
              <a:rPr sz="1200" spc="-25" dirty="0">
                <a:latin typeface="Times New Roman"/>
                <a:cs typeface="Times New Roman"/>
              </a:rPr>
              <a:t>files</a:t>
            </a:r>
            <a:r>
              <a:rPr sz="1200" spc="-15" dirty="0">
                <a:latin typeface="Times New Roman"/>
                <a:cs typeface="Times New Roman"/>
              </a:rPr>
              <a:t> on</a:t>
            </a:r>
            <a:r>
              <a:rPr sz="1200" spc="-40" dirty="0">
                <a:latin typeface="Times New Roman"/>
                <a:cs typeface="Times New Roman"/>
              </a:rPr>
              <a:t> </a:t>
            </a:r>
            <a:r>
              <a:rPr sz="1200" spc="-25" dirty="0">
                <a:latin typeface="Times New Roman"/>
                <a:cs typeface="Times New Roman"/>
              </a:rPr>
              <a:t>server.</a:t>
            </a:r>
            <a:endParaRPr sz="1200">
              <a:latin typeface="Times New Roman"/>
              <a:cs typeface="Times New Roman"/>
            </a:endParaRPr>
          </a:p>
        </p:txBody>
      </p:sp>
      <p:sp>
        <p:nvSpPr>
          <p:cNvPr id="6" name="object 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4" name="object 4"/>
          <p:cNvSpPr txBox="1"/>
          <p:nvPr/>
        </p:nvSpPr>
        <p:spPr>
          <a:xfrm>
            <a:off x="5834634"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5" name="object 5"/>
          <p:cNvSpPr txBox="1"/>
          <p:nvPr/>
        </p:nvSpPr>
        <p:spPr>
          <a:xfrm>
            <a:off x="892555" y="851661"/>
            <a:ext cx="5779770" cy="5403215"/>
          </a:xfrm>
          <a:prstGeom prst="rect">
            <a:avLst/>
          </a:prstGeom>
        </p:spPr>
        <p:txBody>
          <a:bodyPr vert="horz" wrap="square" lIns="0" tIns="12700" rIns="0" bIns="0" rtlCol="0">
            <a:spAutoFit/>
          </a:bodyPr>
          <a:lstStyle/>
          <a:p>
            <a:pPr marL="466725" lvl="3" indent="-454659" algn="just">
              <a:lnSpc>
                <a:spcPct val="100000"/>
              </a:lnSpc>
              <a:spcBef>
                <a:spcPts val="100"/>
              </a:spcBef>
              <a:buAutoNum type="arabicPeriod" startAt="2"/>
              <a:tabLst>
                <a:tab pos="467359" algn="l"/>
              </a:tabLst>
            </a:pPr>
            <a:r>
              <a:rPr sz="1200" b="1" spc="-5" dirty="0">
                <a:latin typeface="Times New Roman"/>
                <a:cs typeface="Times New Roman"/>
              </a:rPr>
              <a:t>System</a:t>
            </a:r>
            <a:r>
              <a:rPr sz="1200" b="1" spc="-55" dirty="0">
                <a:latin typeface="Times New Roman"/>
                <a:cs typeface="Times New Roman"/>
              </a:rPr>
              <a:t> </a:t>
            </a:r>
            <a:r>
              <a:rPr sz="1200" b="1" spc="-15" dirty="0">
                <a:latin typeface="Times New Roman"/>
                <a:cs typeface="Times New Roman"/>
              </a:rPr>
              <a:t>Security</a:t>
            </a:r>
            <a:endParaRPr sz="1200">
              <a:latin typeface="Times New Roman"/>
              <a:cs typeface="Times New Roman"/>
            </a:endParaRPr>
          </a:p>
          <a:p>
            <a:pPr marL="12700" marR="5080" indent="457200" algn="just">
              <a:lnSpc>
                <a:spcPct val="155000"/>
              </a:lnSpc>
              <a:spcBef>
                <a:spcPts val="525"/>
              </a:spcBef>
            </a:pPr>
            <a:r>
              <a:rPr sz="1200" dirty="0">
                <a:latin typeface="Times New Roman"/>
                <a:cs typeface="Times New Roman"/>
              </a:rPr>
              <a:t>This </a:t>
            </a:r>
            <a:r>
              <a:rPr sz="1200" spc="-5" dirty="0">
                <a:latin typeface="Times New Roman"/>
                <a:cs typeface="Times New Roman"/>
              </a:rPr>
              <a:t>project works well on Microsoft windows as well as </a:t>
            </a:r>
            <a:r>
              <a:rPr sz="1200" dirty="0">
                <a:latin typeface="Times New Roman"/>
                <a:cs typeface="Times New Roman"/>
              </a:rPr>
              <a:t>for Linux. </a:t>
            </a:r>
            <a:r>
              <a:rPr sz="1200" spc="-5" dirty="0">
                <a:latin typeface="Times New Roman"/>
                <a:cs typeface="Times New Roman"/>
              </a:rPr>
              <a:t>Both </a:t>
            </a:r>
            <a:r>
              <a:rPr sz="1200" dirty="0">
                <a:latin typeface="Times New Roman"/>
                <a:cs typeface="Times New Roman"/>
              </a:rPr>
              <a:t>of </a:t>
            </a:r>
            <a:r>
              <a:rPr sz="1200" spc="-20" dirty="0">
                <a:latin typeface="Times New Roman"/>
                <a:cs typeface="Times New Roman"/>
              </a:rPr>
              <a:t>them </a:t>
            </a:r>
            <a:r>
              <a:rPr sz="1200" spc="-15" dirty="0">
                <a:latin typeface="Times New Roman"/>
                <a:cs typeface="Times New Roman"/>
              </a:rPr>
              <a:t> </a:t>
            </a:r>
            <a:r>
              <a:rPr sz="1200" dirty="0">
                <a:latin typeface="Times New Roman"/>
                <a:cs typeface="Times New Roman"/>
              </a:rPr>
              <a:t>provide a suitable environment for the smooth functioning of the project. Windows </a:t>
            </a:r>
            <a:r>
              <a:rPr sz="1200" spc="-10" dirty="0">
                <a:latin typeface="Times New Roman"/>
                <a:cs typeface="Times New Roman"/>
              </a:rPr>
              <a:t>11 </a:t>
            </a:r>
            <a:r>
              <a:rPr sz="1200" spc="-15" dirty="0">
                <a:latin typeface="Times New Roman"/>
                <a:cs typeface="Times New Roman"/>
              </a:rPr>
              <a:t>makes </a:t>
            </a:r>
            <a:r>
              <a:rPr sz="1200" spc="-10" dirty="0">
                <a:latin typeface="Times New Roman"/>
                <a:cs typeface="Times New Roman"/>
              </a:rPr>
              <a:t> </a:t>
            </a:r>
            <a:r>
              <a:rPr sz="1200" spc="-5" dirty="0">
                <a:latin typeface="Times New Roman"/>
                <a:cs typeface="Times New Roman"/>
              </a:rPr>
              <a:t>personal</a:t>
            </a:r>
            <a:r>
              <a:rPr sz="1200" dirty="0">
                <a:latin typeface="Times New Roman"/>
                <a:cs typeface="Times New Roman"/>
              </a:rPr>
              <a:t> computing</a:t>
            </a:r>
            <a:r>
              <a:rPr sz="1200" spc="5" dirty="0">
                <a:latin typeface="Times New Roman"/>
                <a:cs typeface="Times New Roman"/>
              </a:rPr>
              <a:t> </a:t>
            </a:r>
            <a:r>
              <a:rPr sz="1200" dirty="0">
                <a:latin typeface="Times New Roman"/>
                <a:cs typeface="Times New Roman"/>
              </a:rPr>
              <a:t>easy</a:t>
            </a:r>
            <a:r>
              <a:rPr sz="1200" spc="5" dirty="0">
                <a:latin typeface="Times New Roman"/>
                <a:cs typeface="Times New Roman"/>
              </a:rPr>
              <a:t> </a:t>
            </a:r>
            <a:r>
              <a:rPr sz="1200" dirty="0">
                <a:latin typeface="Times New Roman"/>
                <a:cs typeface="Times New Roman"/>
              </a:rPr>
              <a:t>while</a:t>
            </a:r>
            <a:r>
              <a:rPr sz="1200" spc="5" dirty="0">
                <a:latin typeface="Times New Roman"/>
                <a:cs typeface="Times New Roman"/>
              </a:rPr>
              <a:t> </a:t>
            </a:r>
            <a:r>
              <a:rPr sz="1200" spc="-5" dirty="0">
                <a:latin typeface="Times New Roman"/>
                <a:cs typeface="Times New Roman"/>
              </a:rPr>
              <a:t>Linux</a:t>
            </a:r>
            <a:r>
              <a:rPr sz="1200" dirty="0">
                <a:latin typeface="Times New Roman"/>
                <a:cs typeface="Times New Roman"/>
              </a:rPr>
              <a:t> </a:t>
            </a:r>
            <a:r>
              <a:rPr sz="1200" spc="-5" dirty="0">
                <a:latin typeface="Times New Roman"/>
                <a:cs typeface="Times New Roman"/>
              </a:rPr>
              <a:t>is</a:t>
            </a:r>
            <a:r>
              <a:rPr sz="1200" dirty="0">
                <a:latin typeface="Times New Roman"/>
                <a:cs typeface="Times New Roman"/>
              </a:rPr>
              <a:t> </a:t>
            </a:r>
            <a:r>
              <a:rPr sz="1200" spc="-5" dirty="0">
                <a:latin typeface="Times New Roman"/>
                <a:cs typeface="Times New Roman"/>
              </a:rPr>
              <a:t>an</a:t>
            </a:r>
            <a:r>
              <a:rPr sz="1200" dirty="0">
                <a:latin typeface="Times New Roman"/>
                <a:cs typeface="Times New Roman"/>
              </a:rPr>
              <a:t> extremely secured</a:t>
            </a:r>
            <a:r>
              <a:rPr sz="1200" spc="5" dirty="0">
                <a:latin typeface="Times New Roman"/>
                <a:cs typeface="Times New Roman"/>
              </a:rPr>
              <a:t> </a:t>
            </a:r>
            <a:r>
              <a:rPr sz="1200" dirty="0">
                <a:latin typeface="Times New Roman"/>
                <a:cs typeface="Times New Roman"/>
              </a:rPr>
              <a:t>operating</a:t>
            </a:r>
            <a:r>
              <a:rPr sz="1200" spc="5" dirty="0">
                <a:latin typeface="Times New Roman"/>
                <a:cs typeface="Times New Roman"/>
              </a:rPr>
              <a:t> </a:t>
            </a:r>
            <a:r>
              <a:rPr sz="1200" spc="-5" dirty="0">
                <a:latin typeface="Times New Roman"/>
                <a:cs typeface="Times New Roman"/>
              </a:rPr>
              <a:t>system.</a:t>
            </a:r>
            <a:r>
              <a:rPr sz="1200" dirty="0">
                <a:latin typeface="Times New Roman"/>
                <a:cs typeface="Times New Roman"/>
              </a:rPr>
              <a:t> </a:t>
            </a:r>
            <a:r>
              <a:rPr sz="1200" spc="-10" dirty="0">
                <a:latin typeface="Times New Roman"/>
                <a:cs typeface="Times New Roman"/>
              </a:rPr>
              <a:t>Power, </a:t>
            </a:r>
            <a:r>
              <a:rPr sz="1200" spc="-5" dirty="0">
                <a:latin typeface="Times New Roman"/>
                <a:cs typeface="Times New Roman"/>
              </a:rPr>
              <a:t> </a:t>
            </a:r>
            <a:r>
              <a:rPr sz="1200" spc="-10" dirty="0">
                <a:latin typeface="Times New Roman"/>
                <a:cs typeface="Times New Roman"/>
              </a:rPr>
              <a:t>performance, </a:t>
            </a:r>
            <a:r>
              <a:rPr sz="1200" dirty="0">
                <a:latin typeface="Times New Roman"/>
                <a:cs typeface="Times New Roman"/>
              </a:rPr>
              <a:t>a bright new look and </a:t>
            </a:r>
            <a:r>
              <a:rPr sz="1200" spc="5" dirty="0">
                <a:latin typeface="Times New Roman"/>
                <a:cs typeface="Times New Roman"/>
              </a:rPr>
              <a:t>plenty </a:t>
            </a:r>
            <a:r>
              <a:rPr sz="1200" dirty="0">
                <a:latin typeface="Times New Roman"/>
                <a:cs typeface="Times New Roman"/>
              </a:rPr>
              <a:t>of help </a:t>
            </a:r>
            <a:r>
              <a:rPr sz="1200" spc="-5" dirty="0">
                <a:latin typeface="Times New Roman"/>
                <a:cs typeface="Times New Roman"/>
              </a:rPr>
              <a:t>are </a:t>
            </a:r>
            <a:r>
              <a:rPr sz="1200" dirty="0">
                <a:latin typeface="Times New Roman"/>
                <a:cs typeface="Times New Roman"/>
              </a:rPr>
              <a:t>provided </a:t>
            </a:r>
            <a:r>
              <a:rPr sz="1200" spc="-5" dirty="0">
                <a:latin typeface="Times New Roman"/>
                <a:cs typeface="Times New Roman"/>
              </a:rPr>
              <a:t>when </a:t>
            </a:r>
            <a:r>
              <a:rPr sz="1200" spc="-10" dirty="0">
                <a:latin typeface="Times New Roman"/>
                <a:cs typeface="Times New Roman"/>
              </a:rPr>
              <a:t>you </a:t>
            </a:r>
            <a:r>
              <a:rPr sz="1200" dirty="0">
                <a:latin typeface="Times New Roman"/>
                <a:cs typeface="Times New Roman"/>
              </a:rPr>
              <a:t>need it. Both have </a:t>
            </a:r>
            <a:r>
              <a:rPr sz="1200" spc="-10" dirty="0">
                <a:latin typeface="Times New Roman"/>
                <a:cs typeface="Times New Roman"/>
              </a:rPr>
              <a:t>it </a:t>
            </a:r>
            <a:r>
              <a:rPr sz="1200" spc="-290" dirty="0">
                <a:latin typeface="Times New Roman"/>
                <a:cs typeface="Times New Roman"/>
              </a:rPr>
              <a:t> </a:t>
            </a:r>
            <a:r>
              <a:rPr sz="1200" spc="-5" dirty="0">
                <a:latin typeface="Times New Roman"/>
                <a:cs typeface="Times New Roman"/>
              </a:rPr>
              <a:t>all,</a:t>
            </a:r>
            <a:r>
              <a:rPr sz="1200" dirty="0">
                <a:latin typeface="Times New Roman"/>
                <a:cs typeface="Times New Roman"/>
              </a:rPr>
              <a:t> </a:t>
            </a:r>
            <a:r>
              <a:rPr sz="1200" spc="-5" dirty="0">
                <a:latin typeface="Times New Roman"/>
                <a:cs typeface="Times New Roman"/>
              </a:rPr>
              <a:t>along</a:t>
            </a:r>
            <a:r>
              <a:rPr sz="1200" spc="-10" dirty="0">
                <a:latin typeface="Times New Roman"/>
                <a:cs typeface="Times New Roman"/>
              </a:rPr>
              <a:t> </a:t>
            </a:r>
            <a:r>
              <a:rPr sz="1200" spc="-5" dirty="0">
                <a:latin typeface="Times New Roman"/>
                <a:cs typeface="Times New Roman"/>
              </a:rPr>
              <a:t>with unmatched</a:t>
            </a:r>
            <a:r>
              <a:rPr sz="1200" spc="10" dirty="0">
                <a:latin typeface="Times New Roman"/>
                <a:cs typeface="Times New Roman"/>
              </a:rPr>
              <a:t> </a:t>
            </a:r>
            <a:r>
              <a:rPr sz="1200" spc="-15" dirty="0">
                <a:latin typeface="Times New Roman"/>
                <a:cs typeface="Times New Roman"/>
              </a:rPr>
              <a:t>dependability</a:t>
            </a:r>
            <a:r>
              <a:rPr sz="1200" spc="3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20" dirty="0">
                <a:latin typeface="Times New Roman"/>
                <a:cs typeface="Times New Roman"/>
              </a:rPr>
              <a:t>security.</a:t>
            </a:r>
            <a:endParaRPr sz="1200">
              <a:latin typeface="Times New Roman"/>
              <a:cs typeface="Times New Roman"/>
            </a:endParaRPr>
          </a:p>
          <a:p>
            <a:pPr>
              <a:lnSpc>
                <a:spcPct val="100000"/>
              </a:lnSpc>
              <a:spcBef>
                <a:spcPts val="25"/>
              </a:spcBef>
            </a:pPr>
            <a:endParaRPr sz="1650">
              <a:latin typeface="Times New Roman"/>
              <a:cs typeface="Times New Roman"/>
            </a:endParaRPr>
          </a:p>
          <a:p>
            <a:pPr marL="464820" lvl="3" indent="-452755">
              <a:lnSpc>
                <a:spcPct val="100000"/>
              </a:lnSpc>
              <a:buAutoNum type="arabicPeriod" startAt="3"/>
              <a:tabLst>
                <a:tab pos="465455" algn="l"/>
              </a:tabLst>
            </a:pPr>
            <a:r>
              <a:rPr sz="1200" b="1" spc="-5" dirty="0">
                <a:latin typeface="Times New Roman"/>
                <a:cs typeface="Times New Roman"/>
              </a:rPr>
              <a:t>Software</a:t>
            </a:r>
            <a:r>
              <a:rPr sz="1200" b="1" spc="-70" dirty="0">
                <a:latin typeface="Times New Roman"/>
                <a:cs typeface="Times New Roman"/>
              </a:rPr>
              <a:t> </a:t>
            </a:r>
            <a:r>
              <a:rPr sz="1200" b="1" spc="-15" dirty="0">
                <a:latin typeface="Times New Roman"/>
                <a:cs typeface="Times New Roman"/>
              </a:rPr>
              <a:t>Security</a:t>
            </a:r>
            <a:endParaRPr sz="1200">
              <a:latin typeface="Times New Roman"/>
              <a:cs typeface="Times New Roman"/>
            </a:endParaRPr>
          </a:p>
          <a:p>
            <a:pPr marL="12700" marR="62230" indent="452120">
              <a:lnSpc>
                <a:spcPct val="156000"/>
              </a:lnSpc>
              <a:spcBef>
                <a:spcPts val="420"/>
              </a:spcBef>
            </a:pPr>
            <a:r>
              <a:rPr sz="1200" dirty="0">
                <a:latin typeface="Times New Roman"/>
                <a:cs typeface="Times New Roman"/>
              </a:rPr>
              <a:t>The </a:t>
            </a:r>
            <a:r>
              <a:rPr sz="1200" spc="-5" dirty="0">
                <a:latin typeface="Times New Roman"/>
                <a:cs typeface="Times New Roman"/>
              </a:rPr>
              <a:t>website “MEDCARE” has its </a:t>
            </a:r>
            <a:r>
              <a:rPr sz="1200" dirty="0">
                <a:latin typeface="Times New Roman"/>
                <a:cs typeface="Times New Roman"/>
              </a:rPr>
              <a:t>own </a:t>
            </a:r>
            <a:r>
              <a:rPr sz="1200" spc="-5" dirty="0">
                <a:latin typeface="Times New Roman"/>
                <a:cs typeface="Times New Roman"/>
              </a:rPr>
              <a:t>login and password </a:t>
            </a:r>
            <a:r>
              <a:rPr sz="1200" dirty="0">
                <a:latin typeface="Times New Roman"/>
                <a:cs typeface="Times New Roman"/>
              </a:rPr>
              <a:t>for </a:t>
            </a:r>
            <a:r>
              <a:rPr sz="1200" spc="-5" dirty="0">
                <a:latin typeface="Times New Roman"/>
                <a:cs typeface="Times New Roman"/>
              </a:rPr>
              <a:t>registered </a:t>
            </a:r>
            <a:r>
              <a:rPr sz="1200" spc="-15" dirty="0">
                <a:latin typeface="Times New Roman"/>
                <a:cs typeface="Times New Roman"/>
              </a:rPr>
              <a:t>members to </a:t>
            </a:r>
            <a:r>
              <a:rPr sz="1200" spc="-10" dirty="0">
                <a:latin typeface="Times New Roman"/>
                <a:cs typeface="Times New Roman"/>
              </a:rPr>
              <a:t> </a:t>
            </a:r>
            <a:r>
              <a:rPr sz="1200" spc="-5" dirty="0">
                <a:latin typeface="Times New Roman"/>
                <a:cs typeface="Times New Roman"/>
              </a:rPr>
              <a:t>access</a:t>
            </a:r>
            <a:r>
              <a:rPr sz="1200" spc="7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spc="-10" dirty="0">
                <a:latin typeface="Times New Roman"/>
                <a:cs typeface="Times New Roman"/>
              </a:rPr>
              <a:t>system.</a:t>
            </a:r>
            <a:r>
              <a:rPr sz="1200" spc="95" dirty="0">
                <a:latin typeface="Times New Roman"/>
                <a:cs typeface="Times New Roman"/>
              </a:rPr>
              <a:t> </a:t>
            </a:r>
            <a:r>
              <a:rPr sz="1200" spc="-5" dirty="0">
                <a:latin typeface="Times New Roman"/>
                <a:cs typeface="Times New Roman"/>
              </a:rPr>
              <a:t>Every</a:t>
            </a:r>
            <a:r>
              <a:rPr sz="1200" spc="65" dirty="0">
                <a:latin typeface="Times New Roman"/>
                <a:cs typeface="Times New Roman"/>
              </a:rPr>
              <a:t> </a:t>
            </a:r>
            <a:r>
              <a:rPr sz="1200" dirty="0">
                <a:latin typeface="Times New Roman"/>
                <a:cs typeface="Times New Roman"/>
              </a:rPr>
              <a:t>time,</a:t>
            </a:r>
            <a:r>
              <a:rPr sz="1200" spc="5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spc="-5" dirty="0">
                <a:latin typeface="Times New Roman"/>
                <a:cs typeface="Times New Roman"/>
              </a:rPr>
              <a:t>software</a:t>
            </a:r>
            <a:r>
              <a:rPr sz="1200" spc="50" dirty="0">
                <a:latin typeface="Times New Roman"/>
                <a:cs typeface="Times New Roman"/>
              </a:rPr>
              <a:t> </a:t>
            </a:r>
            <a:r>
              <a:rPr sz="1200" spc="-5" dirty="0">
                <a:latin typeface="Times New Roman"/>
                <a:cs typeface="Times New Roman"/>
              </a:rPr>
              <a:t>is</a:t>
            </a:r>
            <a:r>
              <a:rPr sz="1200" spc="55" dirty="0">
                <a:latin typeface="Times New Roman"/>
                <a:cs typeface="Times New Roman"/>
              </a:rPr>
              <a:t> </a:t>
            </a:r>
            <a:r>
              <a:rPr sz="1200" spc="-5" dirty="0">
                <a:latin typeface="Times New Roman"/>
                <a:cs typeface="Times New Roman"/>
              </a:rPr>
              <a:t>executed,</a:t>
            </a:r>
            <a:r>
              <a:rPr sz="1200" spc="70" dirty="0">
                <a:latin typeface="Times New Roman"/>
                <a:cs typeface="Times New Roman"/>
              </a:rPr>
              <a:t> </a:t>
            </a:r>
            <a:r>
              <a:rPr sz="1200" spc="-5" dirty="0">
                <a:latin typeface="Times New Roman"/>
                <a:cs typeface="Times New Roman"/>
              </a:rPr>
              <a:t>login</a:t>
            </a:r>
            <a:r>
              <a:rPr sz="1200" spc="70" dirty="0">
                <a:latin typeface="Times New Roman"/>
                <a:cs typeface="Times New Roman"/>
              </a:rPr>
              <a:t> </a:t>
            </a:r>
            <a:r>
              <a:rPr sz="1200" spc="-5" dirty="0">
                <a:latin typeface="Times New Roman"/>
                <a:cs typeface="Times New Roman"/>
              </a:rPr>
              <a:t>and</a:t>
            </a:r>
            <a:r>
              <a:rPr sz="1200" spc="55" dirty="0">
                <a:latin typeface="Times New Roman"/>
                <a:cs typeface="Times New Roman"/>
              </a:rPr>
              <a:t> </a:t>
            </a:r>
            <a:r>
              <a:rPr sz="1200" spc="-5" dirty="0">
                <a:latin typeface="Times New Roman"/>
                <a:cs typeface="Times New Roman"/>
              </a:rPr>
              <a:t>password</a:t>
            </a:r>
            <a:r>
              <a:rPr sz="1200" spc="45" dirty="0">
                <a:latin typeface="Times New Roman"/>
                <a:cs typeface="Times New Roman"/>
              </a:rPr>
              <a:t> </a:t>
            </a:r>
            <a:r>
              <a:rPr sz="1200" spc="-5" dirty="0">
                <a:latin typeface="Times New Roman"/>
                <a:cs typeface="Times New Roman"/>
              </a:rPr>
              <a:t>will</a:t>
            </a:r>
            <a:r>
              <a:rPr sz="1200" spc="45" dirty="0">
                <a:latin typeface="Times New Roman"/>
                <a:cs typeface="Times New Roman"/>
              </a:rPr>
              <a:t> </a:t>
            </a:r>
            <a:r>
              <a:rPr sz="1200" dirty="0">
                <a:latin typeface="Times New Roman"/>
                <a:cs typeface="Times New Roman"/>
              </a:rPr>
              <a:t>be</a:t>
            </a:r>
            <a:r>
              <a:rPr sz="1200" spc="65" dirty="0">
                <a:latin typeface="Times New Roman"/>
                <a:cs typeface="Times New Roman"/>
              </a:rPr>
              <a:t> </a:t>
            </a:r>
            <a:r>
              <a:rPr sz="1200" spc="-20" dirty="0">
                <a:latin typeface="Times New Roman"/>
                <a:cs typeface="Times New Roman"/>
              </a:rPr>
              <a:t>checked </a:t>
            </a:r>
            <a:r>
              <a:rPr sz="1200" spc="-28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dirty="0">
                <a:latin typeface="Times New Roman"/>
                <a:cs typeface="Times New Roman"/>
              </a:rPr>
              <a:t>if</a:t>
            </a:r>
            <a:r>
              <a:rPr sz="1200" spc="10" dirty="0">
                <a:latin typeface="Times New Roman"/>
                <a:cs typeface="Times New Roman"/>
              </a:rPr>
              <a:t> </a:t>
            </a:r>
            <a:r>
              <a:rPr sz="1200" spc="-5" dirty="0">
                <a:latin typeface="Times New Roman"/>
                <a:cs typeface="Times New Roman"/>
              </a:rPr>
              <a:t>matched,</a:t>
            </a:r>
            <a:r>
              <a:rPr sz="1200" spc="35" dirty="0">
                <a:latin typeface="Times New Roman"/>
                <a:cs typeface="Times New Roman"/>
              </a:rPr>
              <a:t> </a:t>
            </a:r>
            <a:r>
              <a:rPr sz="1200" spc="-5" dirty="0">
                <a:latin typeface="Times New Roman"/>
                <a:cs typeface="Times New Roman"/>
              </a:rPr>
              <a:t>authentication</a:t>
            </a:r>
            <a:r>
              <a:rPr sz="1200" spc="50" dirty="0">
                <a:latin typeface="Times New Roman"/>
                <a:cs typeface="Times New Roman"/>
              </a:rPr>
              <a:t> </a:t>
            </a:r>
            <a:r>
              <a:rPr sz="1200" spc="-5" dirty="0">
                <a:latin typeface="Times New Roman"/>
                <a:cs typeface="Times New Roman"/>
              </a:rPr>
              <a:t>will</a:t>
            </a:r>
            <a:r>
              <a:rPr sz="1200" spc="3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5" dirty="0">
                <a:latin typeface="Times New Roman"/>
                <a:cs typeface="Times New Roman"/>
              </a:rPr>
              <a:t>given</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open</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5" dirty="0">
                <a:latin typeface="Times New Roman"/>
                <a:cs typeface="Times New Roman"/>
              </a:rPr>
              <a:t>software.</a:t>
            </a:r>
            <a:r>
              <a:rPr sz="1200" spc="-35" dirty="0">
                <a:latin typeface="Times New Roman"/>
                <a:cs typeface="Times New Roman"/>
              </a:rPr>
              <a:t> </a:t>
            </a:r>
            <a:r>
              <a:rPr sz="1200" spc="-5" dirty="0">
                <a:latin typeface="Times New Roman"/>
                <a:cs typeface="Times New Roman"/>
              </a:rPr>
              <a:t>A</a:t>
            </a:r>
            <a:r>
              <a:rPr sz="1200" spc="-60" dirty="0">
                <a:latin typeface="Times New Roman"/>
                <a:cs typeface="Times New Roman"/>
              </a:rPr>
              <a:t> </a:t>
            </a:r>
            <a:r>
              <a:rPr sz="1200" spc="-5" dirty="0">
                <a:latin typeface="Times New Roman"/>
                <a:cs typeface="Times New Roman"/>
              </a:rPr>
              <a:t>normal</a:t>
            </a:r>
            <a:r>
              <a:rPr sz="1200" spc="35" dirty="0">
                <a:latin typeface="Times New Roman"/>
                <a:cs typeface="Times New Roman"/>
              </a:rPr>
              <a:t> </a:t>
            </a:r>
            <a:r>
              <a:rPr sz="1200" spc="-5" dirty="0">
                <a:latin typeface="Times New Roman"/>
                <a:cs typeface="Times New Roman"/>
              </a:rPr>
              <a:t>user</a:t>
            </a:r>
            <a:r>
              <a:rPr sz="1200" dirty="0">
                <a:latin typeface="Times New Roman"/>
                <a:cs typeface="Times New Roman"/>
              </a:rPr>
              <a:t> </a:t>
            </a:r>
            <a:r>
              <a:rPr sz="1200" spc="-5" dirty="0">
                <a:latin typeface="Times New Roman"/>
                <a:cs typeface="Times New Roman"/>
              </a:rPr>
              <a:t>doesn’t</a:t>
            </a:r>
            <a:r>
              <a:rPr sz="1200" spc="20" dirty="0">
                <a:latin typeface="Times New Roman"/>
                <a:cs typeface="Times New Roman"/>
              </a:rPr>
              <a:t> </a:t>
            </a:r>
            <a:r>
              <a:rPr sz="1200" spc="-25" dirty="0">
                <a:latin typeface="Times New Roman"/>
                <a:cs typeface="Times New Roman"/>
              </a:rPr>
              <a:t>need </a:t>
            </a:r>
            <a:r>
              <a:rPr sz="1200" spc="-28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register</a:t>
            </a:r>
            <a:r>
              <a:rPr sz="1200" spc="4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5" dirty="0">
                <a:latin typeface="Times New Roman"/>
                <a:cs typeface="Times New Roman"/>
              </a:rPr>
              <a:t>website</a:t>
            </a:r>
            <a:r>
              <a:rPr sz="1200" spc="4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5" dirty="0">
                <a:latin typeface="Times New Roman"/>
                <a:cs typeface="Times New Roman"/>
              </a:rPr>
              <a:t>read</a:t>
            </a:r>
            <a:r>
              <a:rPr sz="1200" spc="35" dirty="0">
                <a:latin typeface="Times New Roman"/>
                <a:cs typeface="Times New Roman"/>
              </a:rPr>
              <a:t> </a:t>
            </a:r>
            <a:r>
              <a:rPr sz="1200" spc="-5" dirty="0">
                <a:latin typeface="Times New Roman"/>
                <a:cs typeface="Times New Roman"/>
              </a:rPr>
              <a:t>news</a:t>
            </a:r>
            <a:r>
              <a:rPr sz="1200" spc="2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15" dirty="0">
                <a:latin typeface="Times New Roman"/>
                <a:cs typeface="Times New Roman"/>
              </a:rPr>
              <a:t>advertisements.</a:t>
            </a:r>
            <a:r>
              <a:rPr sz="1200" spc="-20" dirty="0">
                <a:latin typeface="Times New Roman"/>
                <a:cs typeface="Times New Roman"/>
              </a:rPr>
              <a:t> </a:t>
            </a:r>
            <a:r>
              <a:rPr sz="1200" spc="-5" dirty="0">
                <a:latin typeface="Times New Roman"/>
                <a:cs typeface="Times New Roman"/>
              </a:rPr>
              <a:t>A</a:t>
            </a:r>
            <a:r>
              <a:rPr sz="1200" spc="-40" dirty="0">
                <a:latin typeface="Times New Roman"/>
                <a:cs typeface="Times New Roman"/>
              </a:rPr>
              <a:t> </a:t>
            </a:r>
            <a:r>
              <a:rPr sz="1200" spc="-5" dirty="0">
                <a:latin typeface="Times New Roman"/>
                <a:cs typeface="Times New Roman"/>
              </a:rPr>
              <a:t>member</a:t>
            </a:r>
            <a:r>
              <a:rPr sz="1200" spc="40"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dirty="0">
                <a:latin typeface="Times New Roman"/>
                <a:cs typeface="Times New Roman"/>
              </a:rPr>
              <a:t>not</a:t>
            </a:r>
            <a:r>
              <a:rPr sz="1200" spc="25" dirty="0">
                <a:latin typeface="Times New Roman"/>
                <a:cs typeface="Times New Roman"/>
              </a:rPr>
              <a:t> </a:t>
            </a:r>
            <a:r>
              <a:rPr sz="1200" dirty="0">
                <a:latin typeface="Times New Roman"/>
                <a:cs typeface="Times New Roman"/>
              </a:rPr>
              <a:t>allowed</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5" dirty="0">
                <a:latin typeface="Times New Roman"/>
                <a:cs typeface="Times New Roman"/>
              </a:rPr>
              <a:t>create </a:t>
            </a:r>
            <a:r>
              <a:rPr sz="1200" spc="-285" dirty="0">
                <a:latin typeface="Times New Roman"/>
                <a:cs typeface="Times New Roman"/>
              </a:rPr>
              <a:t> </a:t>
            </a:r>
            <a:r>
              <a:rPr sz="1200" dirty="0">
                <a:latin typeface="Times New Roman"/>
                <a:cs typeface="Times New Roman"/>
              </a:rPr>
              <a:t>other</a:t>
            </a:r>
            <a:r>
              <a:rPr sz="1200" spc="-35" dirty="0">
                <a:latin typeface="Times New Roman"/>
                <a:cs typeface="Times New Roman"/>
              </a:rPr>
              <a:t> </a:t>
            </a:r>
            <a:r>
              <a:rPr sz="1200" spc="-15" dirty="0">
                <a:latin typeface="Times New Roman"/>
                <a:cs typeface="Times New Roman"/>
              </a:rPr>
              <a:t>user.</a:t>
            </a:r>
            <a:endParaRPr sz="1200">
              <a:latin typeface="Times New Roman"/>
              <a:cs typeface="Times New Roman"/>
            </a:endParaRPr>
          </a:p>
          <a:p>
            <a:pPr marL="12700" marR="6350" indent="627380" algn="just">
              <a:lnSpc>
                <a:spcPct val="155000"/>
              </a:lnSpc>
              <a:spcBef>
                <a:spcPts val="805"/>
              </a:spcBef>
            </a:pPr>
            <a:r>
              <a:rPr sz="1200" dirty="0">
                <a:latin typeface="Times New Roman"/>
                <a:cs typeface="Times New Roman"/>
              </a:rPr>
              <a:t>Finally </a:t>
            </a:r>
            <a:r>
              <a:rPr sz="1200" spc="-5" dirty="0">
                <a:latin typeface="Times New Roman"/>
                <a:cs typeface="Times New Roman"/>
              </a:rPr>
              <a:t>system and programs </a:t>
            </a:r>
            <a:r>
              <a:rPr sz="1200" dirty="0">
                <a:latin typeface="Times New Roman"/>
                <a:cs typeface="Times New Roman"/>
              </a:rPr>
              <a:t>that have </a:t>
            </a:r>
            <a:r>
              <a:rPr sz="1200" spc="-5" dirty="0">
                <a:latin typeface="Times New Roman"/>
                <a:cs typeface="Times New Roman"/>
              </a:rPr>
              <a:t>been </a:t>
            </a:r>
            <a:r>
              <a:rPr sz="1200" dirty="0">
                <a:latin typeface="Times New Roman"/>
                <a:cs typeface="Times New Roman"/>
              </a:rPr>
              <a:t>successfully implemented are </a:t>
            </a:r>
            <a:r>
              <a:rPr sz="1200" spc="-5" dirty="0">
                <a:latin typeface="Times New Roman"/>
                <a:cs typeface="Times New Roman"/>
              </a:rPr>
              <a:t>usually </a:t>
            </a:r>
            <a:r>
              <a:rPr sz="1200" dirty="0">
                <a:latin typeface="Times New Roman"/>
                <a:cs typeface="Times New Roman"/>
              </a:rPr>
              <a:t> </a:t>
            </a:r>
            <a:r>
              <a:rPr sz="1200" spc="-5" dirty="0">
                <a:latin typeface="Times New Roman"/>
                <a:cs typeface="Times New Roman"/>
              </a:rPr>
              <a:t>subjected</a:t>
            </a:r>
            <a:r>
              <a:rPr sz="1200" dirty="0">
                <a:latin typeface="Times New Roman"/>
                <a:cs typeface="Times New Roman"/>
              </a:rPr>
              <a:t> to</a:t>
            </a:r>
            <a:r>
              <a:rPr sz="1200" spc="5" dirty="0">
                <a:latin typeface="Times New Roman"/>
                <a:cs typeface="Times New Roman"/>
              </a:rPr>
              <a:t> </a:t>
            </a:r>
            <a:r>
              <a:rPr sz="1200" spc="-5" dirty="0">
                <a:latin typeface="Times New Roman"/>
                <a:cs typeface="Times New Roman"/>
              </a:rPr>
              <a:t>continuous</a:t>
            </a:r>
            <a:r>
              <a:rPr sz="1200" dirty="0">
                <a:latin typeface="Times New Roman"/>
                <a:cs typeface="Times New Roman"/>
              </a:rPr>
              <a:t> </a:t>
            </a:r>
            <a:r>
              <a:rPr sz="1200" spc="-5" dirty="0">
                <a:latin typeface="Times New Roman"/>
                <a:cs typeface="Times New Roman"/>
              </a:rPr>
              <a:t>change.</a:t>
            </a:r>
            <a:r>
              <a:rPr sz="1200" dirty="0">
                <a:latin typeface="Times New Roman"/>
                <a:cs typeface="Times New Roman"/>
              </a:rPr>
              <a:t> The </a:t>
            </a:r>
            <a:r>
              <a:rPr sz="1200" spc="-5" dirty="0">
                <a:latin typeface="Times New Roman"/>
                <a:cs typeface="Times New Roman"/>
              </a:rPr>
              <a:t>system</a:t>
            </a:r>
            <a:r>
              <a:rPr sz="1200" dirty="0">
                <a:latin typeface="Times New Roman"/>
                <a:cs typeface="Times New Roman"/>
              </a:rPr>
              <a:t> should be made to</a:t>
            </a:r>
            <a:r>
              <a:rPr sz="1200" spc="5" dirty="0">
                <a:latin typeface="Times New Roman"/>
                <a:cs typeface="Times New Roman"/>
              </a:rPr>
              <a:t> </a:t>
            </a:r>
            <a:r>
              <a:rPr sz="1200" dirty="0">
                <a:latin typeface="Times New Roman"/>
                <a:cs typeface="Times New Roman"/>
              </a:rPr>
              <a:t>adapt</a:t>
            </a:r>
            <a:r>
              <a:rPr sz="1200" spc="5" dirty="0">
                <a:latin typeface="Times New Roman"/>
                <a:cs typeface="Times New Roman"/>
              </a:rPr>
              <a:t> </a:t>
            </a:r>
            <a:r>
              <a:rPr sz="1200" dirty="0">
                <a:latin typeface="Times New Roman"/>
                <a:cs typeface="Times New Roman"/>
              </a:rPr>
              <a:t>modifications </a:t>
            </a:r>
            <a:r>
              <a:rPr sz="1200" spc="-20" dirty="0">
                <a:latin typeface="Times New Roman"/>
                <a:cs typeface="Times New Roman"/>
              </a:rPr>
              <a:t>and </a:t>
            </a:r>
            <a:r>
              <a:rPr sz="1200" spc="-15" dirty="0">
                <a:latin typeface="Times New Roman"/>
                <a:cs typeface="Times New Roman"/>
              </a:rPr>
              <a:t> </a:t>
            </a:r>
            <a:r>
              <a:rPr sz="1200" spc="-5" dirty="0">
                <a:latin typeface="Times New Roman"/>
                <a:cs typeface="Times New Roman"/>
              </a:rPr>
              <a:t>improvements</a:t>
            </a:r>
            <a:r>
              <a:rPr sz="1200" dirty="0">
                <a:latin typeface="Times New Roman"/>
                <a:cs typeface="Times New Roman"/>
              </a:rPr>
              <a:t> to meet</a:t>
            </a:r>
            <a:r>
              <a:rPr sz="1200" spc="5" dirty="0">
                <a:latin typeface="Times New Roman"/>
                <a:cs typeface="Times New Roman"/>
              </a:rPr>
              <a:t> </a:t>
            </a:r>
            <a:r>
              <a:rPr sz="1200" dirty="0">
                <a:latin typeface="Times New Roman"/>
                <a:cs typeface="Times New Roman"/>
              </a:rPr>
              <a:t>changing conditions. </a:t>
            </a:r>
            <a:r>
              <a:rPr sz="1200" spc="-5" dirty="0">
                <a:latin typeface="Times New Roman"/>
                <a:cs typeface="Times New Roman"/>
              </a:rPr>
              <a:t>A first</a:t>
            </a:r>
            <a:r>
              <a:rPr sz="1200" dirty="0">
                <a:latin typeface="Times New Roman"/>
                <a:cs typeface="Times New Roman"/>
              </a:rPr>
              <a:t> </a:t>
            </a:r>
            <a:r>
              <a:rPr sz="1200" spc="-5" dirty="0">
                <a:latin typeface="Times New Roman"/>
                <a:cs typeface="Times New Roman"/>
              </a:rPr>
              <a:t>class</a:t>
            </a:r>
            <a:r>
              <a:rPr sz="1200" dirty="0">
                <a:latin typeface="Times New Roman"/>
                <a:cs typeface="Times New Roman"/>
              </a:rPr>
              <a:t> maintenance</a:t>
            </a:r>
            <a:r>
              <a:rPr sz="1200" spc="5" dirty="0">
                <a:latin typeface="Times New Roman"/>
                <a:cs typeface="Times New Roman"/>
              </a:rPr>
              <a:t> </a:t>
            </a:r>
            <a:r>
              <a:rPr sz="1200" spc="-5" dirty="0">
                <a:latin typeface="Times New Roman"/>
                <a:cs typeface="Times New Roman"/>
              </a:rPr>
              <a:t>effort</a:t>
            </a:r>
            <a:r>
              <a:rPr sz="1200" dirty="0">
                <a:latin typeface="Times New Roman"/>
                <a:cs typeface="Times New Roman"/>
              </a:rPr>
              <a:t> requires </a:t>
            </a:r>
            <a:r>
              <a:rPr sz="1200" spc="-20" dirty="0">
                <a:latin typeface="Times New Roman"/>
                <a:cs typeface="Times New Roman"/>
              </a:rPr>
              <a:t>the </a:t>
            </a:r>
            <a:r>
              <a:rPr sz="1200" spc="-15" dirty="0">
                <a:latin typeface="Times New Roman"/>
                <a:cs typeface="Times New Roman"/>
              </a:rPr>
              <a:t> </a:t>
            </a:r>
            <a:r>
              <a:rPr sz="1200" dirty="0">
                <a:latin typeface="Times New Roman"/>
                <a:cs typeface="Times New Roman"/>
              </a:rPr>
              <a:t>cooperation</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people</a:t>
            </a:r>
            <a:r>
              <a:rPr sz="1200" spc="5" dirty="0">
                <a:latin typeface="Times New Roman"/>
                <a:cs typeface="Times New Roman"/>
              </a:rPr>
              <a:t> </a:t>
            </a:r>
            <a:r>
              <a:rPr sz="1200" dirty="0">
                <a:latin typeface="Times New Roman"/>
                <a:cs typeface="Times New Roman"/>
              </a:rPr>
              <a:t>served</a:t>
            </a:r>
            <a:r>
              <a:rPr sz="1200" spc="5" dirty="0">
                <a:latin typeface="Times New Roman"/>
                <a:cs typeface="Times New Roman"/>
              </a:rPr>
              <a:t> by</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5" dirty="0">
                <a:latin typeface="Times New Roman"/>
                <a:cs typeface="Times New Roman"/>
              </a:rPr>
              <a:t>system</a:t>
            </a:r>
            <a:r>
              <a:rPr sz="1200" dirty="0">
                <a:latin typeface="Times New Roman"/>
                <a:cs typeface="Times New Roman"/>
              </a:rPr>
              <a:t> or</a:t>
            </a:r>
            <a:r>
              <a:rPr sz="1200" spc="5" dirty="0">
                <a:latin typeface="Times New Roman"/>
                <a:cs typeface="Times New Roman"/>
              </a:rPr>
              <a:t> </a:t>
            </a:r>
            <a:r>
              <a:rPr sz="1200" dirty="0">
                <a:latin typeface="Times New Roman"/>
                <a:cs typeface="Times New Roman"/>
              </a:rPr>
              <a:t>program</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those</a:t>
            </a:r>
            <a:r>
              <a:rPr sz="1200" spc="5" dirty="0">
                <a:latin typeface="Times New Roman"/>
                <a:cs typeface="Times New Roman"/>
              </a:rPr>
              <a:t> </a:t>
            </a:r>
            <a:r>
              <a:rPr sz="1200" spc="-5" dirty="0">
                <a:latin typeface="Times New Roman"/>
                <a:cs typeface="Times New Roman"/>
              </a:rPr>
              <a:t>responsible</a:t>
            </a:r>
            <a:r>
              <a:rPr sz="1200" dirty="0">
                <a:latin typeface="Times New Roman"/>
                <a:cs typeface="Times New Roman"/>
              </a:rPr>
              <a:t> </a:t>
            </a:r>
            <a:r>
              <a:rPr sz="1200" spc="-15" dirty="0">
                <a:latin typeface="Times New Roman"/>
                <a:cs typeface="Times New Roman"/>
              </a:rPr>
              <a:t>for </a:t>
            </a:r>
            <a:r>
              <a:rPr sz="1200" spc="-10" dirty="0">
                <a:latin typeface="Times New Roman"/>
                <a:cs typeface="Times New Roman"/>
              </a:rPr>
              <a:t> </a:t>
            </a:r>
            <a:r>
              <a:rPr sz="1200" dirty="0">
                <a:latin typeface="Times New Roman"/>
                <a:cs typeface="Times New Roman"/>
              </a:rPr>
              <a:t>maintaining it. Maintaining the </a:t>
            </a:r>
            <a:r>
              <a:rPr sz="1200" spc="-5" dirty="0">
                <a:latin typeface="Times New Roman"/>
                <a:cs typeface="Times New Roman"/>
              </a:rPr>
              <a:t>good customer </a:t>
            </a:r>
            <a:r>
              <a:rPr sz="1200" dirty="0">
                <a:latin typeface="Times New Roman"/>
                <a:cs typeface="Times New Roman"/>
              </a:rPr>
              <a:t>relations </a:t>
            </a:r>
            <a:r>
              <a:rPr sz="1200" spc="-5" dirty="0">
                <a:latin typeface="Times New Roman"/>
                <a:cs typeface="Times New Roman"/>
              </a:rPr>
              <a:t>and </a:t>
            </a:r>
            <a:r>
              <a:rPr sz="1200" dirty="0">
                <a:latin typeface="Times New Roman"/>
                <a:cs typeface="Times New Roman"/>
              </a:rPr>
              <a:t>data security contributes to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usability</a:t>
            </a:r>
            <a:r>
              <a:rPr sz="1200" spc="-3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5" dirty="0">
                <a:latin typeface="Times New Roman"/>
                <a:cs typeface="Times New Roman"/>
              </a:rPr>
              <a:t>computer</a:t>
            </a:r>
            <a:r>
              <a:rPr sz="1200" spc="-15" dirty="0">
                <a:latin typeface="Times New Roman"/>
                <a:cs typeface="Times New Roman"/>
              </a:rPr>
              <a:t> </a:t>
            </a:r>
            <a:r>
              <a:rPr sz="1200" spc="-5" dirty="0">
                <a:latin typeface="Times New Roman"/>
                <a:cs typeface="Times New Roman"/>
              </a:rPr>
              <a:t>related</a:t>
            </a:r>
            <a:r>
              <a:rPr sz="1200" spc="-15" dirty="0">
                <a:latin typeface="Times New Roman"/>
                <a:cs typeface="Times New Roman"/>
              </a:rPr>
              <a:t> </a:t>
            </a:r>
            <a:r>
              <a:rPr sz="1200" spc="-5" dirty="0">
                <a:latin typeface="Times New Roman"/>
                <a:cs typeface="Times New Roman"/>
              </a:rPr>
              <a:t>information</a:t>
            </a:r>
            <a:r>
              <a:rPr sz="1200" spc="-20" dirty="0">
                <a:latin typeface="Times New Roman"/>
                <a:cs typeface="Times New Roman"/>
              </a:rPr>
              <a:t> system.</a:t>
            </a:r>
            <a:endParaRPr sz="1200">
              <a:latin typeface="Times New Roman"/>
              <a:cs typeface="Times New Roman"/>
            </a:endParaRPr>
          </a:p>
        </p:txBody>
      </p:sp>
      <p:sp>
        <p:nvSpPr>
          <p:cNvPr id="6" name="object 6"/>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3022854" y="4934534"/>
            <a:ext cx="158496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9.</a:t>
            </a:r>
            <a:r>
              <a:rPr sz="1600" b="1" spc="-35" dirty="0">
                <a:latin typeface="Times New Roman"/>
                <a:cs typeface="Times New Roman"/>
              </a:rPr>
              <a:t> </a:t>
            </a:r>
            <a:r>
              <a:rPr sz="1600" b="1" spc="-20" dirty="0">
                <a:latin typeface="Times New Roman"/>
                <a:cs typeface="Times New Roman"/>
              </a:rPr>
              <a:t>C</a:t>
            </a:r>
            <a:r>
              <a:rPr sz="1600" b="1" spc="-25" dirty="0">
                <a:latin typeface="Times New Roman"/>
                <a:cs typeface="Times New Roman"/>
              </a:rPr>
              <a:t>O</a:t>
            </a:r>
            <a:r>
              <a:rPr sz="1600" b="1" spc="-20" dirty="0">
                <a:latin typeface="Times New Roman"/>
                <a:cs typeface="Times New Roman"/>
              </a:rPr>
              <a:t>NC</a:t>
            </a:r>
            <a:r>
              <a:rPr sz="1600" b="1" spc="-15" dirty="0">
                <a:latin typeface="Times New Roman"/>
                <a:cs typeface="Times New Roman"/>
              </a:rPr>
              <a:t>L</a:t>
            </a:r>
            <a:r>
              <a:rPr sz="1600" b="1" spc="-20" dirty="0">
                <a:latin typeface="Times New Roman"/>
                <a:cs typeface="Times New Roman"/>
              </a:rPr>
              <a:t>US</a:t>
            </a:r>
            <a:r>
              <a:rPr sz="1600" b="1" spc="-15" dirty="0">
                <a:latin typeface="Times New Roman"/>
                <a:cs typeface="Times New Roman"/>
              </a:rPr>
              <a:t>I</a:t>
            </a:r>
            <a:r>
              <a:rPr sz="1600" b="1" spc="-25" dirty="0">
                <a:latin typeface="Times New Roman"/>
                <a:cs typeface="Times New Roman"/>
              </a:rPr>
              <a:t>O</a:t>
            </a:r>
            <a:r>
              <a:rPr sz="1600" b="1" spc="-5" dirty="0">
                <a:latin typeface="Times New Roman"/>
                <a:cs typeface="Times New Roman"/>
              </a:rPr>
              <a:t>N</a:t>
            </a:r>
            <a:endParaRPr sz="1600">
              <a:latin typeface="Times New Roman"/>
              <a:cs typeface="Times New Roman"/>
            </a:endParaRPr>
          </a:p>
        </p:txBody>
      </p:sp>
      <p:sp>
        <p:nvSpPr>
          <p:cNvPr id="6" name="object 6"/>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9135" cy="7754620"/>
          </a:xfrm>
          <a:prstGeom prst="rect">
            <a:avLst/>
          </a:prstGeom>
        </p:spPr>
        <p:txBody>
          <a:bodyPr vert="horz" wrap="square" lIns="0" tIns="12700" rIns="0" bIns="0" rtlCol="0">
            <a:spAutoFit/>
          </a:bodyPr>
          <a:lstStyle/>
          <a:p>
            <a:pPr marL="12700">
              <a:lnSpc>
                <a:spcPct val="100000"/>
              </a:lnSpc>
              <a:spcBef>
                <a:spcPts val="100"/>
              </a:spcBef>
            </a:pPr>
            <a:r>
              <a:rPr sz="1400" b="1" spc="-15" dirty="0">
                <a:latin typeface="Times New Roman"/>
                <a:cs typeface="Times New Roman"/>
              </a:rPr>
              <a:t>CONCLUSION</a:t>
            </a:r>
            <a:endParaRPr sz="1400">
              <a:latin typeface="Times New Roman"/>
              <a:cs typeface="Times New Roman"/>
            </a:endParaRPr>
          </a:p>
          <a:p>
            <a:pPr marL="12700" marR="5080" indent="457200" algn="just">
              <a:lnSpc>
                <a:spcPct val="155000"/>
              </a:lnSpc>
              <a:spcBef>
                <a:spcPts val="434"/>
              </a:spcBef>
            </a:pPr>
            <a:r>
              <a:rPr sz="1200" dirty="0">
                <a:latin typeface="Times New Roman"/>
                <a:cs typeface="Times New Roman"/>
              </a:rPr>
              <a:t>The new </a:t>
            </a:r>
            <a:r>
              <a:rPr sz="1200" spc="-5" dirty="0">
                <a:latin typeface="Times New Roman"/>
                <a:cs typeface="Times New Roman"/>
              </a:rPr>
              <a:t>system </a:t>
            </a:r>
            <a:r>
              <a:rPr sz="1200" dirty="0">
                <a:latin typeface="Times New Roman"/>
                <a:cs typeface="Times New Roman"/>
              </a:rPr>
              <a:t>has been developed to overcome the problems in the </a:t>
            </a:r>
            <a:r>
              <a:rPr sz="1200" spc="-5" dirty="0">
                <a:latin typeface="Times New Roman"/>
                <a:cs typeface="Times New Roman"/>
              </a:rPr>
              <a:t>existing </a:t>
            </a:r>
            <a:r>
              <a:rPr sz="1200" spc="-15" dirty="0">
                <a:latin typeface="Times New Roman"/>
                <a:cs typeface="Times New Roman"/>
              </a:rPr>
              <a:t>system. </a:t>
            </a:r>
            <a:r>
              <a:rPr sz="1200" spc="-10" dirty="0">
                <a:latin typeface="Times New Roman"/>
                <a:cs typeface="Times New Roman"/>
              </a:rPr>
              <a:t> </a:t>
            </a:r>
            <a:r>
              <a:rPr sz="1200" dirty="0">
                <a:latin typeface="Times New Roman"/>
                <a:cs typeface="Times New Roman"/>
              </a:rPr>
              <a:t>The problems were thoroughly </a:t>
            </a:r>
            <a:r>
              <a:rPr sz="1200" spc="-10" dirty="0">
                <a:latin typeface="Times New Roman"/>
                <a:cs typeface="Times New Roman"/>
              </a:rPr>
              <a:t>annualized </a:t>
            </a:r>
            <a:r>
              <a:rPr sz="1200" spc="-5" dirty="0">
                <a:latin typeface="Times New Roman"/>
                <a:cs typeface="Times New Roman"/>
              </a:rPr>
              <a:t>and </a:t>
            </a:r>
            <a:r>
              <a:rPr sz="1200" dirty="0">
                <a:latin typeface="Times New Roman"/>
                <a:cs typeface="Times New Roman"/>
              </a:rPr>
              <a:t>studied to uncover </a:t>
            </a:r>
            <a:r>
              <a:rPr sz="1200" spc="-5" dirty="0">
                <a:latin typeface="Times New Roman"/>
                <a:cs typeface="Times New Roman"/>
              </a:rPr>
              <a:t>all </a:t>
            </a:r>
            <a:r>
              <a:rPr sz="1200" dirty="0">
                <a:latin typeface="Times New Roman"/>
                <a:cs typeface="Times New Roman"/>
              </a:rPr>
              <a:t>the possible </a:t>
            </a:r>
            <a:r>
              <a:rPr sz="1200" spc="-10" dirty="0">
                <a:latin typeface="Times New Roman"/>
                <a:cs typeface="Times New Roman"/>
              </a:rPr>
              <a:t>troubles </a:t>
            </a:r>
            <a:r>
              <a:rPr sz="1200" spc="-15" dirty="0">
                <a:latin typeface="Times New Roman"/>
                <a:cs typeface="Times New Roman"/>
              </a:rPr>
              <a:t>that </a:t>
            </a:r>
            <a:r>
              <a:rPr sz="1200" spc="-285" dirty="0">
                <a:latin typeface="Times New Roman"/>
                <a:cs typeface="Times New Roman"/>
              </a:rPr>
              <a:t> </a:t>
            </a:r>
            <a:r>
              <a:rPr sz="1200" dirty="0">
                <a:latin typeface="Times New Roman"/>
                <a:cs typeface="Times New Roman"/>
              </a:rPr>
              <a:t>can occur in the </a:t>
            </a:r>
            <a:r>
              <a:rPr sz="1200" spc="-5" dirty="0">
                <a:latin typeface="Times New Roman"/>
                <a:cs typeface="Times New Roman"/>
              </a:rPr>
              <a:t>system. </a:t>
            </a:r>
            <a:r>
              <a:rPr sz="1200" dirty="0">
                <a:latin typeface="Times New Roman"/>
                <a:cs typeface="Times New Roman"/>
              </a:rPr>
              <a:t>The </a:t>
            </a:r>
            <a:r>
              <a:rPr sz="1200" spc="-5" dirty="0">
                <a:latin typeface="Times New Roman"/>
                <a:cs typeface="Times New Roman"/>
              </a:rPr>
              <a:t>new system </a:t>
            </a:r>
            <a:r>
              <a:rPr sz="1200" dirty="0">
                <a:latin typeface="Times New Roman"/>
                <a:cs typeface="Times New Roman"/>
              </a:rPr>
              <a:t>handles </a:t>
            </a:r>
            <a:r>
              <a:rPr sz="1200" spc="-5" dirty="0">
                <a:latin typeface="Times New Roman"/>
                <a:cs typeface="Times New Roman"/>
              </a:rPr>
              <a:t>all </a:t>
            </a:r>
            <a:r>
              <a:rPr sz="1200" dirty="0">
                <a:latin typeface="Times New Roman"/>
                <a:cs typeface="Times New Roman"/>
              </a:rPr>
              <a:t>the </a:t>
            </a:r>
            <a:r>
              <a:rPr sz="1200" spc="-5" dirty="0">
                <a:latin typeface="Times New Roman"/>
                <a:cs typeface="Times New Roman"/>
              </a:rPr>
              <a:t>problems </a:t>
            </a:r>
            <a:r>
              <a:rPr sz="1200" dirty="0">
                <a:latin typeface="Times New Roman"/>
                <a:cs typeface="Times New Roman"/>
              </a:rPr>
              <a:t>of the old </a:t>
            </a:r>
            <a:r>
              <a:rPr sz="1200" spc="-5" dirty="0">
                <a:latin typeface="Times New Roman"/>
                <a:cs typeface="Times New Roman"/>
              </a:rPr>
              <a:t>system. To </a:t>
            </a:r>
            <a:r>
              <a:rPr sz="1200" spc="-15" dirty="0">
                <a:latin typeface="Times New Roman"/>
                <a:cs typeface="Times New Roman"/>
              </a:rPr>
              <a:t>the </a:t>
            </a:r>
            <a:r>
              <a:rPr sz="1200" spc="-10" dirty="0">
                <a:latin typeface="Times New Roman"/>
                <a:cs typeface="Times New Roman"/>
              </a:rPr>
              <a:t> </a:t>
            </a:r>
            <a:r>
              <a:rPr sz="1200" spc="-5" dirty="0">
                <a:latin typeface="Times New Roman"/>
                <a:cs typeface="Times New Roman"/>
              </a:rPr>
              <a:t>best</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our</a:t>
            </a:r>
            <a:r>
              <a:rPr sz="1200" spc="-30" dirty="0">
                <a:latin typeface="Times New Roman"/>
                <a:cs typeface="Times New Roman"/>
              </a:rPr>
              <a:t> </a:t>
            </a:r>
            <a:r>
              <a:rPr sz="1200" spc="-15" dirty="0">
                <a:latin typeface="Times New Roman"/>
                <a:cs typeface="Times New Roman"/>
              </a:rPr>
              <a:t>ability,</a:t>
            </a:r>
            <a:r>
              <a:rPr sz="1200" spc="15" dirty="0">
                <a:latin typeface="Times New Roman"/>
                <a:cs typeface="Times New Roman"/>
              </a:rPr>
              <a:t> </a:t>
            </a:r>
            <a:r>
              <a:rPr sz="1200" spc="-5" dirty="0">
                <a:latin typeface="Times New Roman"/>
                <a:cs typeface="Times New Roman"/>
              </a:rPr>
              <a:t>we</a:t>
            </a:r>
            <a:r>
              <a:rPr sz="1200" spc="-30" dirty="0">
                <a:latin typeface="Times New Roman"/>
                <a:cs typeface="Times New Roman"/>
              </a:rPr>
              <a:t> </a:t>
            </a:r>
            <a:r>
              <a:rPr sz="1200" spc="-5" dirty="0">
                <a:latin typeface="Times New Roman"/>
                <a:cs typeface="Times New Roman"/>
              </a:rPr>
              <a:t>have tried</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make</a:t>
            </a:r>
            <a:r>
              <a:rPr sz="1200" spc="-10"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dirty="0">
                <a:latin typeface="Times New Roman"/>
                <a:cs typeface="Times New Roman"/>
              </a:rPr>
              <a:t>more</a:t>
            </a:r>
            <a:r>
              <a:rPr sz="1200" spc="-10" dirty="0">
                <a:latin typeface="Times New Roman"/>
                <a:cs typeface="Times New Roman"/>
              </a:rPr>
              <a:t> </a:t>
            </a:r>
            <a:r>
              <a:rPr sz="1200" spc="-5" dirty="0">
                <a:latin typeface="Times New Roman"/>
                <a:cs typeface="Times New Roman"/>
              </a:rPr>
              <a:t>users</a:t>
            </a:r>
            <a:r>
              <a:rPr sz="1200" spc="-30" dirty="0">
                <a:latin typeface="Times New Roman"/>
                <a:cs typeface="Times New Roman"/>
              </a:rPr>
              <a:t> </a:t>
            </a:r>
            <a:r>
              <a:rPr sz="1200" dirty="0">
                <a:latin typeface="Times New Roman"/>
                <a:cs typeface="Times New Roman"/>
              </a:rPr>
              <a:t>friendly </a:t>
            </a:r>
            <a:r>
              <a:rPr sz="1200" spc="-5" dirty="0">
                <a:latin typeface="Times New Roman"/>
                <a:cs typeface="Times New Roman"/>
              </a:rPr>
              <a:t>and</a:t>
            </a:r>
            <a:r>
              <a:rPr sz="1200" spc="-15" dirty="0">
                <a:latin typeface="Times New Roman"/>
                <a:cs typeface="Times New Roman"/>
              </a:rPr>
              <a:t> reliable.</a:t>
            </a:r>
            <a:endParaRPr sz="1200">
              <a:latin typeface="Times New Roman"/>
              <a:cs typeface="Times New Roman"/>
            </a:endParaRPr>
          </a:p>
          <a:p>
            <a:pPr marL="12700" marR="10160" indent="618490" algn="just">
              <a:lnSpc>
                <a:spcPct val="155100"/>
              </a:lnSpc>
              <a:spcBef>
                <a:spcPts val="800"/>
              </a:spcBef>
            </a:pPr>
            <a:r>
              <a:rPr sz="1200" dirty="0">
                <a:latin typeface="Times New Roman"/>
                <a:cs typeface="Times New Roman"/>
              </a:rPr>
              <a:t>The </a:t>
            </a:r>
            <a:r>
              <a:rPr sz="1200" spc="-5" dirty="0">
                <a:latin typeface="Times New Roman"/>
                <a:cs typeface="Times New Roman"/>
              </a:rPr>
              <a:t>system was </a:t>
            </a:r>
            <a:r>
              <a:rPr sz="1200" dirty="0">
                <a:latin typeface="Times New Roman"/>
                <a:cs typeface="Times New Roman"/>
              </a:rPr>
              <a:t>tested with reasonably moderate volume of data to uncover </a:t>
            </a:r>
            <a:r>
              <a:rPr sz="1200" spc="-15" dirty="0">
                <a:latin typeface="Times New Roman"/>
                <a:cs typeface="Times New Roman"/>
              </a:rPr>
              <a:t>errors. </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soft</a:t>
            </a:r>
            <a:r>
              <a:rPr sz="1200" dirty="0">
                <a:latin typeface="Times New Roman"/>
                <a:cs typeface="Times New Roman"/>
              </a:rPr>
              <a:t>w</a:t>
            </a:r>
            <a:r>
              <a:rPr sz="1200" spc="-5" dirty="0">
                <a:latin typeface="Times New Roman"/>
                <a:cs typeface="Times New Roman"/>
              </a:rPr>
              <a:t>a</a:t>
            </a:r>
            <a:r>
              <a:rPr sz="1200" spc="5" dirty="0">
                <a:latin typeface="Times New Roman"/>
                <a:cs typeface="Times New Roman"/>
              </a:rPr>
              <a:t>r</a:t>
            </a:r>
            <a:r>
              <a:rPr sz="1200" dirty="0">
                <a:latin typeface="Times New Roman"/>
                <a:cs typeface="Times New Roman"/>
              </a:rPr>
              <a:t>e </a:t>
            </a:r>
            <a:r>
              <a:rPr sz="1200" spc="10" dirty="0">
                <a:latin typeface="Times New Roman"/>
                <a:cs typeface="Times New Roman"/>
              </a:rPr>
              <a:t>d</a:t>
            </a:r>
            <a:r>
              <a:rPr sz="1200" spc="-5" dirty="0">
                <a:latin typeface="Times New Roman"/>
                <a:cs typeface="Times New Roman"/>
              </a:rPr>
              <a:t>e</a:t>
            </a:r>
            <a:r>
              <a:rPr sz="1200" spc="10" dirty="0">
                <a:latin typeface="Times New Roman"/>
                <a:cs typeface="Times New Roman"/>
              </a:rPr>
              <a:t>v</a:t>
            </a:r>
            <a:r>
              <a:rPr sz="1200" spc="-5" dirty="0">
                <a:latin typeface="Times New Roman"/>
                <a:cs typeface="Times New Roman"/>
              </a:rPr>
              <a:t>e</a:t>
            </a:r>
            <a:r>
              <a:rPr sz="1200" dirty="0">
                <a:latin typeface="Times New Roman"/>
                <a:cs typeface="Times New Roman"/>
              </a:rPr>
              <a:t>loped</a:t>
            </a:r>
            <a:r>
              <a:rPr sz="1200" spc="10" dirty="0">
                <a:latin typeface="Times New Roman"/>
                <a:cs typeface="Times New Roman"/>
              </a:rPr>
              <a:t> </a:t>
            </a:r>
            <a:r>
              <a:rPr sz="1200" spc="5" dirty="0">
                <a:latin typeface="Times New Roman"/>
                <a:cs typeface="Times New Roman"/>
              </a:rPr>
              <a:t>i</a:t>
            </a:r>
            <a:r>
              <a:rPr sz="1200" spc="-5" dirty="0">
                <a:latin typeface="Times New Roman"/>
                <a:cs typeface="Times New Roman"/>
              </a:rPr>
              <a:t>s</a:t>
            </a:r>
            <a:r>
              <a:rPr sz="1200" dirty="0">
                <a:latin typeface="Times New Roman"/>
                <a:cs typeface="Times New Roman"/>
              </a:rPr>
              <a:t> imple</a:t>
            </a:r>
            <a:r>
              <a:rPr sz="1200" spc="10" dirty="0">
                <a:latin typeface="Times New Roman"/>
                <a:cs typeface="Times New Roman"/>
              </a:rPr>
              <a:t>m</a:t>
            </a:r>
            <a:r>
              <a:rPr sz="1200" spc="-5" dirty="0">
                <a:latin typeface="Times New Roman"/>
                <a:cs typeface="Times New Roman"/>
              </a:rPr>
              <a:t>e</a:t>
            </a:r>
            <a:r>
              <a:rPr sz="1200" dirty="0">
                <a:latin typeface="Times New Roman"/>
                <a:cs typeface="Times New Roman"/>
              </a:rPr>
              <a:t>nted</a:t>
            </a:r>
            <a:r>
              <a:rPr sz="1200" spc="15" dirty="0">
                <a:latin typeface="Times New Roman"/>
                <a:cs typeface="Times New Roman"/>
              </a:rPr>
              <a:t> </a:t>
            </a:r>
            <a:r>
              <a:rPr sz="1200" spc="5" dirty="0">
                <a:latin typeface="Times New Roman"/>
                <a:cs typeface="Times New Roman"/>
              </a:rPr>
              <a:t>ac</a:t>
            </a:r>
            <a:r>
              <a:rPr sz="1200" spc="-5" dirty="0">
                <a:latin typeface="Times New Roman"/>
                <a:cs typeface="Times New Roman"/>
              </a:rPr>
              <a:t>c</a:t>
            </a:r>
            <a:r>
              <a:rPr sz="1200" dirty="0">
                <a:latin typeface="Times New Roman"/>
                <a:cs typeface="Times New Roman"/>
              </a:rPr>
              <a:t>ordi</a:t>
            </a:r>
            <a:r>
              <a:rPr sz="1200" spc="5" dirty="0">
                <a:latin typeface="Times New Roman"/>
                <a:cs typeface="Times New Roman"/>
              </a:rPr>
              <a:t>n</a:t>
            </a:r>
            <a:r>
              <a:rPr sz="1200" dirty="0">
                <a:latin typeface="Times New Roman"/>
                <a:cs typeface="Times New Roman"/>
              </a:rPr>
              <a:t>g to the</a:t>
            </a:r>
            <a:r>
              <a:rPr sz="1200" spc="-5" dirty="0">
                <a:latin typeface="Times New Roman"/>
                <a:cs typeface="Times New Roman"/>
              </a:rPr>
              <a:t> </a:t>
            </a:r>
            <a:r>
              <a:rPr sz="1200" dirty="0">
                <a:latin typeface="Times New Roman"/>
                <a:cs typeface="Times New Roman"/>
              </a:rPr>
              <a:t>p</a:t>
            </a:r>
            <a:r>
              <a:rPr sz="1200" spc="10" dirty="0">
                <a:latin typeface="Times New Roman"/>
                <a:cs typeface="Times New Roman"/>
              </a:rPr>
              <a:t>l</a:t>
            </a:r>
            <a:r>
              <a:rPr sz="1200" spc="-5" dirty="0">
                <a:latin typeface="Times New Roman"/>
                <a:cs typeface="Times New Roman"/>
              </a:rPr>
              <a:t>a</a:t>
            </a:r>
            <a:r>
              <a:rPr sz="1200" dirty="0">
                <a:latin typeface="Times New Roman"/>
                <a:cs typeface="Times New Roman"/>
              </a:rPr>
              <a:t>n. </a:t>
            </a:r>
            <a:r>
              <a:rPr sz="1200" spc="-45" dirty="0">
                <a:latin typeface="Times New Roman"/>
                <a:cs typeface="Times New Roman"/>
              </a:rPr>
              <a:t>W</a:t>
            </a:r>
            <a:r>
              <a:rPr sz="1200" dirty="0">
                <a:latin typeface="Times New Roman"/>
                <a:cs typeface="Times New Roman"/>
              </a:rPr>
              <a:t>e</a:t>
            </a:r>
            <a:r>
              <a:rPr sz="1200" spc="-55" dirty="0">
                <a:latin typeface="Times New Roman"/>
                <a:cs typeface="Times New Roman"/>
              </a:rPr>
              <a:t> </a:t>
            </a:r>
            <a:r>
              <a:rPr sz="1200" spc="10" dirty="0">
                <a:latin typeface="Times New Roman"/>
                <a:cs typeface="Times New Roman"/>
              </a:rPr>
              <a:t>h</a:t>
            </a:r>
            <a:r>
              <a:rPr sz="1200" spc="-5" dirty="0">
                <a:latin typeface="Times New Roman"/>
                <a:cs typeface="Times New Roman"/>
              </a:rPr>
              <a:t>a</a:t>
            </a:r>
            <a:r>
              <a:rPr sz="1200" spc="10" dirty="0">
                <a:latin typeface="Times New Roman"/>
                <a:cs typeface="Times New Roman"/>
              </a:rPr>
              <a:t>v</a:t>
            </a:r>
            <a:r>
              <a:rPr sz="1200" dirty="0">
                <a:latin typeface="Times New Roman"/>
                <a:cs typeface="Times New Roman"/>
              </a:rPr>
              <a:t>e</a:t>
            </a:r>
            <a:r>
              <a:rPr sz="1200" spc="-5" dirty="0">
                <a:latin typeface="Times New Roman"/>
                <a:cs typeface="Times New Roman"/>
              </a:rPr>
              <a:t> </a:t>
            </a:r>
            <a:r>
              <a:rPr sz="1200" dirty="0">
                <a:latin typeface="Times New Roman"/>
                <a:cs typeface="Times New Roman"/>
              </a:rPr>
              <a:t>t</a:t>
            </a:r>
            <a:r>
              <a:rPr sz="1200" spc="10" dirty="0">
                <a:latin typeface="Times New Roman"/>
                <a:cs typeface="Times New Roman"/>
              </a:rPr>
              <a:t>h</a:t>
            </a:r>
            <a:r>
              <a:rPr sz="1200" dirty="0">
                <a:latin typeface="Times New Roman"/>
                <a:cs typeface="Times New Roman"/>
              </a:rPr>
              <a:t>e</a:t>
            </a:r>
            <a:r>
              <a:rPr sz="1200" spc="5" dirty="0">
                <a:latin typeface="Times New Roman"/>
                <a:cs typeface="Times New Roman"/>
              </a:rPr>
              <a:t> </a:t>
            </a:r>
            <a:r>
              <a:rPr sz="1200" dirty="0">
                <a:latin typeface="Times New Roman"/>
                <a:cs typeface="Times New Roman"/>
              </a:rPr>
              <a:t>la</a:t>
            </a:r>
            <a:r>
              <a:rPr sz="1200" spc="10" dirty="0">
                <a:latin typeface="Times New Roman"/>
                <a:cs typeface="Times New Roman"/>
              </a:rPr>
              <a:t>t</a:t>
            </a:r>
            <a:r>
              <a:rPr sz="1200" spc="-5" dirty="0">
                <a:latin typeface="Times New Roman"/>
                <a:cs typeface="Times New Roman"/>
              </a:rPr>
              <a:t>est</a:t>
            </a:r>
            <a:r>
              <a:rPr sz="1200" spc="5" dirty="0">
                <a:latin typeface="Times New Roman"/>
                <a:cs typeface="Times New Roman"/>
              </a:rPr>
              <a:t> </a:t>
            </a:r>
            <a:r>
              <a:rPr sz="1200" dirty="0">
                <a:latin typeface="Times New Roman"/>
                <a:cs typeface="Times New Roman"/>
              </a:rPr>
              <a:t>t</a:t>
            </a:r>
            <a:r>
              <a:rPr sz="1200" spc="5" dirty="0">
                <a:latin typeface="Times New Roman"/>
                <a:cs typeface="Times New Roman"/>
              </a:rPr>
              <a:t>e</a:t>
            </a:r>
            <a:r>
              <a:rPr sz="1200" spc="-5" dirty="0">
                <a:latin typeface="Times New Roman"/>
                <a:cs typeface="Times New Roman"/>
              </a:rPr>
              <a:t>c</a:t>
            </a:r>
            <a:r>
              <a:rPr sz="1200" dirty="0">
                <a:latin typeface="Times New Roman"/>
                <a:cs typeface="Times New Roman"/>
              </a:rPr>
              <a:t>hniq</a:t>
            </a:r>
            <a:r>
              <a:rPr sz="1200" spc="10" dirty="0">
                <a:latin typeface="Times New Roman"/>
                <a:cs typeface="Times New Roman"/>
              </a:rPr>
              <a:t>u</a:t>
            </a:r>
            <a:r>
              <a:rPr sz="1200" dirty="0">
                <a:latin typeface="Times New Roman"/>
                <a:cs typeface="Times New Roman"/>
              </a:rPr>
              <a:t>e</a:t>
            </a:r>
            <a:r>
              <a:rPr sz="1200" spc="-5" dirty="0">
                <a:latin typeface="Times New Roman"/>
                <a:cs typeface="Times New Roman"/>
              </a:rPr>
              <a:t> </a:t>
            </a:r>
            <a:r>
              <a:rPr sz="1200" spc="-25" dirty="0">
                <a:latin typeface="Times New Roman"/>
                <a:cs typeface="Times New Roman"/>
              </a:rPr>
              <a:t>to  </a:t>
            </a:r>
            <a:r>
              <a:rPr sz="1200" spc="-5" dirty="0">
                <a:latin typeface="Times New Roman"/>
                <a:cs typeface="Times New Roman"/>
              </a:rPr>
              <a:t>perform</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software</a:t>
            </a:r>
            <a:r>
              <a:rPr sz="1200" spc="-20" dirty="0">
                <a:latin typeface="Times New Roman"/>
                <a:cs typeface="Times New Roman"/>
              </a:rPr>
              <a:t> </a:t>
            </a:r>
            <a:r>
              <a:rPr sz="1200" spc="-15" dirty="0">
                <a:latin typeface="Times New Roman"/>
                <a:cs typeface="Times New Roman"/>
              </a:rPr>
              <a:t>developed.</a:t>
            </a:r>
            <a:endParaRPr sz="1200">
              <a:latin typeface="Times New Roman"/>
              <a:cs typeface="Times New Roman"/>
            </a:endParaRPr>
          </a:p>
          <a:p>
            <a:pPr>
              <a:lnSpc>
                <a:spcPct val="100000"/>
              </a:lnSpc>
              <a:spcBef>
                <a:spcPts val="10"/>
              </a:spcBef>
            </a:pPr>
            <a:endParaRPr sz="1650">
              <a:latin typeface="Times New Roman"/>
              <a:cs typeface="Times New Roman"/>
            </a:endParaRPr>
          </a:p>
          <a:p>
            <a:pPr marL="600710">
              <a:lnSpc>
                <a:spcPct val="100000"/>
              </a:lnSpc>
            </a:pPr>
            <a:r>
              <a:rPr sz="1200" dirty="0">
                <a:latin typeface="Times New Roman"/>
                <a:cs typeface="Times New Roman"/>
              </a:rPr>
              <a:t>I</a:t>
            </a:r>
            <a:r>
              <a:rPr sz="1200" spc="-30" dirty="0">
                <a:latin typeface="Times New Roman"/>
                <a:cs typeface="Times New Roman"/>
              </a:rPr>
              <a:t> </a:t>
            </a:r>
            <a:r>
              <a:rPr sz="1200" spc="-5" dirty="0">
                <a:latin typeface="Times New Roman"/>
                <a:cs typeface="Times New Roman"/>
              </a:rPr>
              <a:t>believe</a:t>
            </a:r>
            <a:r>
              <a:rPr sz="1200" dirty="0">
                <a:latin typeface="Times New Roman"/>
                <a:cs typeface="Times New Roman"/>
              </a:rPr>
              <a:t> that</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5" dirty="0">
                <a:latin typeface="Times New Roman"/>
                <a:cs typeface="Times New Roman"/>
              </a:rPr>
              <a:t>software</a:t>
            </a:r>
            <a:r>
              <a:rPr sz="1200" spc="-1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spc="-5" dirty="0">
                <a:latin typeface="Times New Roman"/>
                <a:cs typeface="Times New Roman"/>
              </a:rPr>
              <a:t>remain</a:t>
            </a:r>
            <a:r>
              <a:rPr sz="1200" spc="5" dirty="0">
                <a:latin typeface="Times New Roman"/>
                <a:cs typeface="Times New Roman"/>
              </a:rPr>
              <a:t> </a:t>
            </a:r>
            <a:r>
              <a:rPr sz="1200" spc="-5" dirty="0">
                <a:latin typeface="Times New Roman"/>
                <a:cs typeface="Times New Roman"/>
              </a:rPr>
              <a:t>reliably</a:t>
            </a:r>
            <a:r>
              <a:rPr sz="1200" spc="5" dirty="0">
                <a:latin typeface="Times New Roman"/>
                <a:cs typeface="Times New Roman"/>
              </a:rPr>
              <a:t> </a:t>
            </a:r>
            <a:r>
              <a:rPr sz="1200" dirty="0">
                <a:latin typeface="Times New Roman"/>
                <a:cs typeface="Times New Roman"/>
              </a:rPr>
              <a:t>running</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5" dirty="0">
                <a:latin typeface="Times New Roman"/>
                <a:cs typeface="Times New Roman"/>
              </a:rPr>
              <a:t>reasonable</a:t>
            </a:r>
            <a:r>
              <a:rPr sz="1200" spc="15" dirty="0">
                <a:latin typeface="Times New Roman"/>
                <a:cs typeface="Times New Roman"/>
              </a:rPr>
              <a:t> </a:t>
            </a:r>
            <a:r>
              <a:rPr sz="1200" spc="-5" dirty="0">
                <a:latin typeface="Times New Roman"/>
                <a:cs typeface="Times New Roman"/>
              </a:rPr>
              <a:t>good</a:t>
            </a:r>
            <a:r>
              <a:rPr sz="1200" spc="-15" dirty="0">
                <a:latin typeface="Times New Roman"/>
                <a:cs typeface="Times New Roman"/>
              </a:rPr>
              <a:t> period.</a:t>
            </a:r>
            <a:endParaRPr sz="1200">
              <a:latin typeface="Times New Roman"/>
              <a:cs typeface="Times New Roman"/>
            </a:endParaRPr>
          </a:p>
          <a:p>
            <a:pPr marL="12700">
              <a:lnSpc>
                <a:spcPct val="100000"/>
              </a:lnSpc>
              <a:spcBef>
                <a:spcPts val="805"/>
              </a:spcBef>
            </a:pPr>
            <a:r>
              <a:rPr sz="1200" spc="-5" dirty="0">
                <a:latin typeface="Times New Roman"/>
                <a:cs typeface="Times New Roman"/>
              </a:rPr>
              <a:t>Package</a:t>
            </a:r>
            <a:r>
              <a:rPr sz="1200" spc="5" dirty="0">
                <a:latin typeface="Times New Roman"/>
                <a:cs typeface="Times New Roman"/>
              </a:rPr>
              <a:t> </a:t>
            </a:r>
            <a:r>
              <a:rPr sz="1200" spc="-5" dirty="0">
                <a:latin typeface="Times New Roman"/>
                <a:cs typeface="Times New Roman"/>
              </a:rPr>
              <a:t>is</a:t>
            </a:r>
            <a:r>
              <a:rPr sz="1200" spc="-25" dirty="0">
                <a:latin typeface="Times New Roman"/>
                <a:cs typeface="Times New Roman"/>
              </a:rPr>
              <a:t> </a:t>
            </a:r>
            <a:r>
              <a:rPr sz="1200" dirty="0">
                <a:latin typeface="Times New Roman"/>
                <a:cs typeface="Times New Roman"/>
              </a:rPr>
              <a:t>flexible</a:t>
            </a:r>
            <a:r>
              <a:rPr sz="1200" spc="-1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great</a:t>
            </a:r>
            <a:r>
              <a:rPr sz="1200" spc="10" dirty="0">
                <a:latin typeface="Times New Roman"/>
                <a:cs typeface="Times New Roman"/>
              </a:rPr>
              <a:t> </a:t>
            </a:r>
            <a:r>
              <a:rPr sz="1200" dirty="0">
                <a:latin typeface="Times New Roman"/>
                <a:cs typeface="Times New Roman"/>
              </a:rPr>
              <a:t>extent,</a:t>
            </a:r>
            <a:r>
              <a:rPr sz="1200" spc="-10" dirty="0">
                <a:latin typeface="Times New Roman"/>
                <a:cs typeface="Times New Roman"/>
              </a:rPr>
              <a:t> </a:t>
            </a:r>
            <a:r>
              <a:rPr sz="1200" spc="-5" dirty="0">
                <a:latin typeface="Times New Roman"/>
                <a:cs typeface="Times New Roman"/>
              </a:rPr>
              <a:t>so</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future </a:t>
            </a:r>
            <a:r>
              <a:rPr sz="1200" dirty="0">
                <a:latin typeface="Times New Roman"/>
                <a:cs typeface="Times New Roman"/>
              </a:rPr>
              <a:t>it</a:t>
            </a:r>
            <a:r>
              <a:rPr sz="1200" spc="-25" dirty="0">
                <a:latin typeface="Times New Roman"/>
                <a:cs typeface="Times New Roman"/>
              </a:rPr>
              <a:t> </a:t>
            </a:r>
            <a:r>
              <a:rPr sz="1200" spc="-5"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5" dirty="0">
                <a:latin typeface="Times New Roman"/>
                <a:cs typeface="Times New Roman"/>
              </a:rPr>
              <a:t>updated and</a:t>
            </a:r>
            <a:r>
              <a:rPr sz="1200" dirty="0">
                <a:latin typeface="Times New Roman"/>
                <a:cs typeface="Times New Roman"/>
              </a:rPr>
              <a:t> make</a:t>
            </a:r>
            <a:r>
              <a:rPr sz="1200" spc="-5" dirty="0">
                <a:latin typeface="Times New Roman"/>
                <a:cs typeface="Times New Roman"/>
              </a:rPr>
              <a:t> </a:t>
            </a:r>
            <a:r>
              <a:rPr sz="1200" spc="-10" dirty="0">
                <a:latin typeface="Times New Roman"/>
                <a:cs typeface="Times New Roman"/>
              </a:rPr>
              <a:t>usable.</a:t>
            </a:r>
            <a:endParaRPr sz="1200">
              <a:latin typeface="Times New Roman"/>
              <a:cs typeface="Times New Roman"/>
            </a:endParaRPr>
          </a:p>
          <a:p>
            <a:pPr marL="12700" marR="48260" indent="452120">
              <a:lnSpc>
                <a:spcPts val="2230"/>
              </a:lnSpc>
              <a:spcBef>
                <a:spcPts val="30"/>
              </a:spcBef>
            </a:pPr>
            <a:r>
              <a:rPr sz="1200" spc="-10" dirty="0">
                <a:latin typeface="Times New Roman"/>
                <a:cs typeface="Times New Roman"/>
              </a:rPr>
              <a:t>The</a:t>
            </a:r>
            <a:r>
              <a:rPr sz="1200" spc="5" dirty="0">
                <a:latin typeface="Times New Roman"/>
                <a:cs typeface="Times New Roman"/>
              </a:rPr>
              <a:t> </a:t>
            </a:r>
            <a:r>
              <a:rPr sz="1200" spc="-15" dirty="0">
                <a:latin typeface="Times New Roman"/>
                <a:cs typeface="Times New Roman"/>
              </a:rPr>
              <a:t>MEDCARE </a:t>
            </a:r>
            <a:r>
              <a:rPr sz="1200" spc="-10" dirty="0">
                <a:latin typeface="Times New Roman"/>
                <a:cs typeface="Times New Roman"/>
              </a:rPr>
              <a:t>system</a:t>
            </a:r>
            <a:r>
              <a:rPr sz="1200" spc="35" dirty="0">
                <a:latin typeface="Times New Roman"/>
                <a:cs typeface="Times New Roman"/>
              </a:rPr>
              <a:t> </a:t>
            </a:r>
            <a:r>
              <a:rPr sz="1200" spc="-15" dirty="0">
                <a:latin typeface="Times New Roman"/>
                <a:cs typeface="Times New Roman"/>
              </a:rPr>
              <a:t>provideshelps</a:t>
            </a:r>
            <a:r>
              <a:rPr sz="1200" dirty="0">
                <a:latin typeface="Times New Roman"/>
                <a:cs typeface="Times New Roman"/>
              </a:rPr>
              <a:t> to </a:t>
            </a:r>
            <a:r>
              <a:rPr sz="1200" spc="-5" dirty="0">
                <a:latin typeface="Times New Roman"/>
                <a:cs typeface="Times New Roman"/>
              </a:rPr>
              <a:t>stores</a:t>
            </a:r>
            <a:r>
              <a:rPr sz="1200" dirty="0">
                <a:latin typeface="Times New Roman"/>
                <a:cs typeface="Times New Roman"/>
              </a:rPr>
              <a:t> </a:t>
            </a:r>
            <a:r>
              <a:rPr sz="1200" spc="-5" dirty="0">
                <a:latin typeface="Times New Roman"/>
                <a:cs typeface="Times New Roman"/>
              </a:rPr>
              <a:t>data</a:t>
            </a:r>
            <a:r>
              <a:rPr sz="1200" spc="2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15" dirty="0">
                <a:latin typeface="Times New Roman"/>
                <a:cs typeface="Times New Roman"/>
              </a:rPr>
              <a:t>functionalities</a:t>
            </a:r>
            <a:r>
              <a:rPr sz="1200" spc="4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spc="-20" dirty="0">
                <a:latin typeface="Times New Roman"/>
                <a:cs typeface="Times New Roman"/>
              </a:rPr>
              <a:t>organises </a:t>
            </a:r>
            <a:r>
              <a:rPr sz="1200" spc="-15" dirty="0">
                <a:latin typeface="Times New Roman"/>
                <a:cs typeface="Times New Roman"/>
              </a:rPr>
              <a:t> </a:t>
            </a:r>
            <a:r>
              <a:rPr sz="1200" spc="-5" dirty="0">
                <a:latin typeface="Times New Roman"/>
                <a:cs typeface="Times New Roman"/>
              </a:rPr>
              <a:t>and</a:t>
            </a:r>
            <a:r>
              <a:rPr sz="1200" spc="265" dirty="0">
                <a:latin typeface="Times New Roman"/>
                <a:cs typeface="Times New Roman"/>
              </a:rPr>
              <a:t> </a:t>
            </a:r>
            <a:r>
              <a:rPr sz="1200" dirty="0">
                <a:latin typeface="Times New Roman"/>
                <a:cs typeface="Times New Roman"/>
              </a:rPr>
              <a:t>maintains</a:t>
            </a:r>
            <a:r>
              <a:rPr sz="1200" spc="270" dirty="0">
                <a:latin typeface="Times New Roman"/>
                <a:cs typeface="Times New Roman"/>
              </a:rPr>
              <a:t> </a:t>
            </a:r>
            <a:r>
              <a:rPr sz="1200" dirty="0">
                <a:latin typeface="Times New Roman"/>
                <a:cs typeface="Times New Roman"/>
              </a:rPr>
              <a:t>the</a:t>
            </a:r>
            <a:r>
              <a:rPr sz="1200" spc="265" dirty="0">
                <a:latin typeface="Times New Roman"/>
                <a:cs typeface="Times New Roman"/>
              </a:rPr>
              <a:t> </a:t>
            </a:r>
            <a:r>
              <a:rPr sz="1200" spc="-5" dirty="0">
                <a:latin typeface="Times New Roman"/>
                <a:cs typeface="Times New Roman"/>
              </a:rPr>
              <a:t>medication</a:t>
            </a:r>
            <a:r>
              <a:rPr sz="1200" dirty="0">
                <a:latin typeface="Times New Roman"/>
                <a:cs typeface="Times New Roman"/>
              </a:rPr>
              <a:t> </a:t>
            </a:r>
            <a:r>
              <a:rPr sz="1200" spc="-5" dirty="0">
                <a:latin typeface="Times New Roman"/>
                <a:cs typeface="Times New Roman"/>
              </a:rPr>
              <a:t>use</a:t>
            </a:r>
            <a:r>
              <a:rPr sz="1200" spc="250" dirty="0">
                <a:latin typeface="Times New Roman"/>
                <a:cs typeface="Times New Roman"/>
              </a:rPr>
              <a:t> </a:t>
            </a:r>
            <a:r>
              <a:rPr sz="1200" spc="-5" dirty="0">
                <a:latin typeface="Times New Roman"/>
                <a:cs typeface="Times New Roman"/>
              </a:rPr>
              <a:t>process</a:t>
            </a:r>
            <a:r>
              <a:rPr sz="1200" spc="270" dirty="0">
                <a:latin typeface="Times New Roman"/>
                <a:cs typeface="Times New Roman"/>
              </a:rPr>
              <a:t> </a:t>
            </a:r>
            <a:r>
              <a:rPr sz="1200" dirty="0">
                <a:latin typeface="Times New Roman"/>
                <a:cs typeface="Times New Roman"/>
              </a:rPr>
              <a:t>within</a:t>
            </a:r>
            <a:r>
              <a:rPr sz="1200" spc="254" dirty="0">
                <a:latin typeface="Times New Roman"/>
                <a:cs typeface="Times New Roman"/>
              </a:rPr>
              <a:t> </a:t>
            </a:r>
            <a:r>
              <a:rPr sz="1200" spc="-5" dirty="0">
                <a:latin typeface="Times New Roman"/>
                <a:cs typeface="Times New Roman"/>
              </a:rPr>
              <a:t>pharmacies.</a:t>
            </a:r>
            <a:r>
              <a:rPr sz="1200" spc="280" dirty="0">
                <a:latin typeface="Times New Roman"/>
                <a:cs typeface="Times New Roman"/>
              </a:rPr>
              <a:t> </a:t>
            </a:r>
            <a:r>
              <a:rPr sz="1200" dirty="0">
                <a:latin typeface="Times New Roman"/>
                <a:cs typeface="Times New Roman"/>
              </a:rPr>
              <a:t>The</a:t>
            </a:r>
            <a:r>
              <a:rPr sz="1200" spc="260" dirty="0">
                <a:latin typeface="Times New Roman"/>
                <a:cs typeface="Times New Roman"/>
              </a:rPr>
              <a:t> </a:t>
            </a:r>
            <a:r>
              <a:rPr sz="1200" spc="-5" dirty="0">
                <a:latin typeface="Times New Roman"/>
                <a:cs typeface="Times New Roman"/>
              </a:rPr>
              <a:t>project  is</a:t>
            </a:r>
            <a:r>
              <a:rPr sz="1200" spc="254" dirty="0">
                <a:latin typeface="Times New Roman"/>
                <a:cs typeface="Times New Roman"/>
              </a:rPr>
              <a:t> </a:t>
            </a:r>
            <a:r>
              <a:rPr sz="1200" dirty="0">
                <a:latin typeface="Times New Roman"/>
                <a:cs typeface="Times New Roman"/>
              </a:rPr>
              <a:t>to</a:t>
            </a:r>
            <a:r>
              <a:rPr sz="1200" spc="254" dirty="0">
                <a:latin typeface="Times New Roman"/>
                <a:cs typeface="Times New Roman"/>
              </a:rPr>
              <a:t> </a:t>
            </a:r>
            <a:r>
              <a:rPr sz="1200" spc="-15" dirty="0">
                <a:latin typeface="Times New Roman"/>
                <a:cs typeface="Times New Roman"/>
              </a:rPr>
              <a:t>improve </a:t>
            </a:r>
            <a:r>
              <a:rPr sz="1200" spc="-285" dirty="0">
                <a:latin typeface="Times New Roman"/>
                <a:cs typeface="Times New Roman"/>
              </a:rPr>
              <a:t> </a:t>
            </a:r>
            <a:r>
              <a:rPr sz="1200" spc="-5" dirty="0">
                <a:latin typeface="Times New Roman"/>
                <a:cs typeface="Times New Roman"/>
              </a:rPr>
              <a:t>accuracy</a:t>
            </a:r>
            <a:r>
              <a:rPr sz="1200" spc="170" dirty="0">
                <a:latin typeface="Times New Roman"/>
                <a:cs typeface="Times New Roman"/>
              </a:rPr>
              <a:t> </a:t>
            </a:r>
            <a:r>
              <a:rPr sz="1200" dirty="0">
                <a:latin typeface="Times New Roman"/>
                <a:cs typeface="Times New Roman"/>
              </a:rPr>
              <a:t>and</a:t>
            </a:r>
            <a:r>
              <a:rPr sz="1200" spc="145" dirty="0">
                <a:latin typeface="Times New Roman"/>
                <a:cs typeface="Times New Roman"/>
              </a:rPr>
              <a:t> </a:t>
            </a:r>
            <a:r>
              <a:rPr sz="1200" spc="-5" dirty="0">
                <a:latin typeface="Times New Roman"/>
                <a:cs typeface="Times New Roman"/>
              </a:rPr>
              <a:t>enhance</a:t>
            </a:r>
            <a:r>
              <a:rPr sz="1200" spc="170" dirty="0">
                <a:latin typeface="Times New Roman"/>
                <a:cs typeface="Times New Roman"/>
              </a:rPr>
              <a:t> </a:t>
            </a:r>
            <a:r>
              <a:rPr sz="1200" spc="-5" dirty="0">
                <a:latin typeface="Times New Roman"/>
                <a:cs typeface="Times New Roman"/>
              </a:rPr>
              <a:t>safety</a:t>
            </a:r>
            <a:r>
              <a:rPr sz="1200" spc="150" dirty="0">
                <a:latin typeface="Times New Roman"/>
                <a:cs typeface="Times New Roman"/>
              </a:rPr>
              <a:t> </a:t>
            </a:r>
            <a:r>
              <a:rPr sz="1200" spc="-5" dirty="0">
                <a:latin typeface="Times New Roman"/>
                <a:cs typeface="Times New Roman"/>
              </a:rPr>
              <a:t>and</a:t>
            </a:r>
            <a:r>
              <a:rPr sz="1200" spc="150" dirty="0">
                <a:latin typeface="Times New Roman"/>
                <a:cs typeface="Times New Roman"/>
              </a:rPr>
              <a:t> </a:t>
            </a:r>
            <a:r>
              <a:rPr sz="1200" spc="-5" dirty="0">
                <a:latin typeface="Times New Roman"/>
                <a:cs typeface="Times New Roman"/>
              </a:rPr>
              <a:t>efficiency</a:t>
            </a:r>
            <a:r>
              <a:rPr sz="1200" spc="175" dirty="0">
                <a:latin typeface="Times New Roman"/>
                <a:cs typeface="Times New Roman"/>
              </a:rPr>
              <a:t> </a:t>
            </a:r>
            <a:r>
              <a:rPr sz="1200" dirty="0">
                <a:latin typeface="Times New Roman"/>
                <a:cs typeface="Times New Roman"/>
              </a:rPr>
              <a:t>in</a:t>
            </a:r>
            <a:r>
              <a:rPr sz="1200" spc="135" dirty="0">
                <a:latin typeface="Times New Roman"/>
                <a:cs typeface="Times New Roman"/>
              </a:rPr>
              <a:t> </a:t>
            </a:r>
            <a:r>
              <a:rPr sz="1200" dirty="0">
                <a:latin typeface="Times New Roman"/>
                <a:cs typeface="Times New Roman"/>
              </a:rPr>
              <a:t>a</a:t>
            </a:r>
            <a:r>
              <a:rPr sz="1200" spc="140" dirty="0">
                <a:latin typeface="Times New Roman"/>
                <a:cs typeface="Times New Roman"/>
              </a:rPr>
              <a:t> </a:t>
            </a:r>
            <a:r>
              <a:rPr sz="1200" dirty="0">
                <a:latin typeface="Times New Roman"/>
                <a:cs typeface="Times New Roman"/>
              </a:rPr>
              <a:t>hospital</a:t>
            </a:r>
            <a:r>
              <a:rPr sz="1200" spc="145" dirty="0">
                <a:latin typeface="Times New Roman"/>
                <a:cs typeface="Times New Roman"/>
              </a:rPr>
              <a:t> </a:t>
            </a:r>
            <a:r>
              <a:rPr sz="1200" spc="-10" dirty="0">
                <a:latin typeface="Times New Roman"/>
                <a:cs typeface="Times New Roman"/>
              </a:rPr>
              <a:t>pharmacy.</a:t>
            </a:r>
            <a:r>
              <a:rPr sz="1200" spc="160"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spc="-5" dirty="0">
                <a:latin typeface="Times New Roman"/>
                <a:cs typeface="Times New Roman"/>
              </a:rPr>
              <a:t>primary</a:t>
            </a:r>
            <a:r>
              <a:rPr sz="1200" spc="150" dirty="0">
                <a:latin typeface="Times New Roman"/>
                <a:cs typeface="Times New Roman"/>
              </a:rPr>
              <a:t> </a:t>
            </a:r>
            <a:r>
              <a:rPr sz="1200" spc="-5" dirty="0">
                <a:latin typeface="Times New Roman"/>
                <a:cs typeface="Times New Roman"/>
              </a:rPr>
              <a:t>aim</a:t>
            </a:r>
            <a:r>
              <a:rPr sz="1200" spc="150" dirty="0">
                <a:latin typeface="Times New Roman"/>
                <a:cs typeface="Times New Roman"/>
              </a:rPr>
              <a:t> </a:t>
            </a:r>
            <a:r>
              <a:rPr sz="1200" spc="-5" dirty="0">
                <a:latin typeface="Times New Roman"/>
                <a:cs typeface="Times New Roman"/>
              </a:rPr>
              <a:t>is</a:t>
            </a:r>
            <a:r>
              <a:rPr sz="1200" spc="125" dirty="0">
                <a:latin typeface="Times New Roman"/>
                <a:cs typeface="Times New Roman"/>
              </a:rPr>
              <a:t> </a:t>
            </a:r>
            <a:r>
              <a:rPr sz="1200" spc="-15" dirty="0">
                <a:latin typeface="Times New Roman"/>
                <a:cs typeface="Times New Roman"/>
              </a:rPr>
              <a:t>to </a:t>
            </a:r>
            <a:r>
              <a:rPr sz="1200" spc="-285" dirty="0">
                <a:latin typeface="Times New Roman"/>
                <a:cs typeface="Times New Roman"/>
              </a:rPr>
              <a:t> </a:t>
            </a:r>
            <a:r>
              <a:rPr sz="1200" spc="-5" dirty="0">
                <a:latin typeface="Times New Roman"/>
                <a:cs typeface="Times New Roman"/>
              </a:rPr>
              <a:t>design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spc="-5" dirty="0">
                <a:latin typeface="Times New Roman"/>
                <a:cs typeface="Times New Roman"/>
              </a:rPr>
              <a:t>which</a:t>
            </a:r>
            <a:r>
              <a:rPr sz="1200" spc="-15" dirty="0">
                <a:latin typeface="Times New Roman"/>
                <a:cs typeface="Times New Roman"/>
              </a:rPr>
              <a:t> </a:t>
            </a:r>
            <a:r>
              <a:rPr sz="1200" spc="-5" dirty="0">
                <a:latin typeface="Times New Roman"/>
                <a:cs typeface="Times New Roman"/>
              </a:rPr>
              <a:t>one</a:t>
            </a:r>
            <a:r>
              <a:rPr sz="1200" spc="-15" dirty="0">
                <a:latin typeface="Times New Roman"/>
                <a:cs typeface="Times New Roman"/>
              </a:rPr>
              <a:t> </a:t>
            </a:r>
            <a:r>
              <a:rPr sz="1200" spc="-10" dirty="0">
                <a:latin typeface="Times New Roman"/>
                <a:cs typeface="Times New Roman"/>
              </a:rPr>
              <a:t>can</a:t>
            </a:r>
            <a:r>
              <a:rPr sz="1200" dirty="0">
                <a:latin typeface="Times New Roman"/>
                <a:cs typeface="Times New Roman"/>
              </a:rPr>
              <a:t> </a:t>
            </a:r>
            <a:r>
              <a:rPr sz="1200" spc="-5" dirty="0">
                <a:latin typeface="Times New Roman"/>
                <a:cs typeface="Times New Roman"/>
              </a:rPr>
              <a:t>perform</a:t>
            </a:r>
            <a:r>
              <a:rPr sz="1200" dirty="0">
                <a:latin typeface="Times New Roman"/>
                <a:cs typeface="Times New Roman"/>
              </a:rPr>
              <a:t> </a:t>
            </a:r>
            <a:r>
              <a:rPr sz="1200" spc="-5" dirty="0">
                <a:latin typeface="Times New Roman"/>
                <a:cs typeface="Times New Roman"/>
              </a:rPr>
              <a:t>all</a:t>
            </a:r>
            <a:r>
              <a:rPr sz="1200" spc="5" dirty="0">
                <a:latin typeface="Times New Roman"/>
                <a:cs typeface="Times New Roman"/>
              </a:rPr>
              <a:t> </a:t>
            </a:r>
            <a:r>
              <a:rPr sz="1200" spc="-5" dirty="0">
                <a:latin typeface="Times New Roman"/>
                <a:cs typeface="Times New Roman"/>
              </a:rPr>
              <a:t>operations</a:t>
            </a:r>
            <a:r>
              <a:rPr sz="1200" spc="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5" dirty="0">
                <a:latin typeface="Times New Roman"/>
                <a:cs typeface="Times New Roman"/>
              </a:rPr>
              <a:t>hospital </a:t>
            </a:r>
            <a:r>
              <a:rPr sz="1200" spc="-15" dirty="0">
                <a:latin typeface="Times New Roman"/>
                <a:cs typeface="Times New Roman"/>
              </a:rPr>
              <a:t>pharmacy.</a:t>
            </a:r>
            <a:endParaRPr sz="1200">
              <a:latin typeface="Times New Roman"/>
              <a:cs typeface="Times New Roman"/>
            </a:endParaRPr>
          </a:p>
          <a:p>
            <a:pPr>
              <a:lnSpc>
                <a:spcPct val="100000"/>
              </a:lnSpc>
              <a:spcBef>
                <a:spcPts val="55"/>
              </a:spcBef>
            </a:pPr>
            <a:endParaRPr sz="1450">
              <a:latin typeface="Times New Roman"/>
              <a:cs typeface="Times New Roman"/>
            </a:endParaRPr>
          </a:p>
          <a:p>
            <a:pPr marL="12700">
              <a:lnSpc>
                <a:spcPct val="100000"/>
              </a:lnSpc>
            </a:pPr>
            <a:r>
              <a:rPr sz="1200" dirty="0">
                <a:latin typeface="Times New Roman"/>
                <a:cs typeface="Times New Roman"/>
              </a:rPr>
              <a:t>Some</a:t>
            </a:r>
            <a:r>
              <a:rPr sz="1200" spc="-50" dirty="0">
                <a:latin typeface="Times New Roman"/>
                <a:cs typeface="Times New Roman"/>
              </a:rPr>
              <a:t> </a:t>
            </a:r>
            <a:r>
              <a:rPr sz="1200" spc="-5" dirty="0">
                <a:latin typeface="Times New Roman"/>
                <a:cs typeface="Times New Roman"/>
              </a:rPr>
              <a:t>specific</a:t>
            </a:r>
            <a:r>
              <a:rPr sz="1200" dirty="0">
                <a:latin typeface="Times New Roman"/>
                <a:cs typeface="Times New Roman"/>
              </a:rPr>
              <a:t> </a:t>
            </a:r>
            <a:r>
              <a:rPr sz="1200" spc="-5" dirty="0">
                <a:latin typeface="Times New Roman"/>
                <a:cs typeface="Times New Roman"/>
              </a:rPr>
              <a:t>objectives </a:t>
            </a:r>
            <a:r>
              <a:rPr sz="1200" dirty="0">
                <a:latin typeface="Times New Roman"/>
                <a:cs typeface="Times New Roman"/>
              </a:rPr>
              <a:t>with</a:t>
            </a:r>
            <a:r>
              <a:rPr sz="1200" spc="-30" dirty="0">
                <a:latin typeface="Times New Roman"/>
                <a:cs typeface="Times New Roman"/>
              </a:rPr>
              <a:t> </a:t>
            </a:r>
            <a:r>
              <a:rPr sz="1200" spc="-5" dirty="0">
                <a:latin typeface="Times New Roman"/>
                <a:cs typeface="Times New Roman"/>
              </a:rPr>
              <a:t>actual performance</a:t>
            </a:r>
            <a:r>
              <a:rPr sz="1200" spc="10" dirty="0">
                <a:latin typeface="Times New Roman"/>
                <a:cs typeface="Times New Roman"/>
              </a:rPr>
              <a:t> </a:t>
            </a:r>
            <a:r>
              <a:rPr sz="1200" spc="-5"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spc="-5" dirty="0">
                <a:latin typeface="Times New Roman"/>
                <a:cs typeface="Times New Roman"/>
              </a:rPr>
              <a:t>compared</a:t>
            </a:r>
            <a:r>
              <a:rPr sz="1200" spc="5" dirty="0">
                <a:latin typeface="Times New Roman"/>
                <a:cs typeface="Times New Roman"/>
              </a:rPr>
              <a:t> </a:t>
            </a:r>
            <a:r>
              <a:rPr sz="1200" spc="-35" dirty="0">
                <a:latin typeface="Times New Roman"/>
                <a:cs typeface="Times New Roman"/>
              </a:rPr>
              <a:t>as</a:t>
            </a:r>
            <a:endParaRPr sz="1200">
              <a:latin typeface="Times New Roman"/>
              <a:cs typeface="Times New Roman"/>
            </a:endParaRPr>
          </a:p>
          <a:p>
            <a:pPr>
              <a:lnSpc>
                <a:spcPct val="100000"/>
              </a:lnSpc>
              <a:spcBef>
                <a:spcPts val="35"/>
              </a:spcBef>
            </a:pPr>
            <a:endParaRPr sz="1400">
              <a:latin typeface="Times New Roman"/>
              <a:cs typeface="Times New Roman"/>
            </a:endParaRPr>
          </a:p>
          <a:p>
            <a:pPr marL="478790" indent="-229235">
              <a:lnSpc>
                <a:spcPct val="100000"/>
              </a:lnSpc>
              <a:buAutoNum type="arabicPeriod"/>
              <a:tabLst>
                <a:tab pos="479425" algn="l"/>
              </a:tabLst>
            </a:pPr>
            <a:r>
              <a:rPr sz="1200" dirty="0">
                <a:latin typeface="Times New Roman"/>
                <a:cs typeface="Times New Roman"/>
              </a:rPr>
              <a:t>Elimination</a:t>
            </a:r>
            <a:r>
              <a:rPr sz="1200" spc="-3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5" dirty="0">
                <a:latin typeface="Times New Roman"/>
                <a:cs typeface="Times New Roman"/>
              </a:rPr>
              <a:t>duplicate</a:t>
            </a:r>
            <a:r>
              <a:rPr sz="1200" spc="-15" dirty="0">
                <a:latin typeface="Times New Roman"/>
                <a:cs typeface="Times New Roman"/>
              </a:rPr>
              <a:t> </a:t>
            </a:r>
            <a:r>
              <a:rPr sz="1200" spc="-25" dirty="0">
                <a:latin typeface="Times New Roman"/>
                <a:cs typeface="Times New Roman"/>
              </a:rPr>
              <a:t>files</a:t>
            </a:r>
            <a:endParaRPr sz="1200">
              <a:latin typeface="Times New Roman"/>
              <a:cs typeface="Times New Roman"/>
            </a:endParaRPr>
          </a:p>
          <a:p>
            <a:pPr marL="478790" indent="-229235">
              <a:lnSpc>
                <a:spcPct val="100000"/>
              </a:lnSpc>
              <a:spcBef>
                <a:spcPts val="900"/>
              </a:spcBef>
              <a:buAutoNum type="arabicPeriod"/>
              <a:tabLst>
                <a:tab pos="479425" algn="l"/>
              </a:tabLst>
            </a:pPr>
            <a:r>
              <a:rPr sz="1200" spc="-5" dirty="0">
                <a:latin typeface="Times New Roman"/>
                <a:cs typeface="Times New Roman"/>
              </a:rPr>
              <a:t>Reduction</a:t>
            </a:r>
            <a:r>
              <a:rPr sz="1200" spc="-3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15" dirty="0">
                <a:latin typeface="Times New Roman"/>
                <a:cs typeface="Times New Roman"/>
              </a:rPr>
              <a:t>persons</a:t>
            </a:r>
            <a:endParaRPr sz="1200">
              <a:latin typeface="Times New Roman"/>
              <a:cs typeface="Times New Roman"/>
            </a:endParaRPr>
          </a:p>
          <a:p>
            <a:pPr marL="478790" indent="-229235">
              <a:lnSpc>
                <a:spcPct val="100000"/>
              </a:lnSpc>
              <a:spcBef>
                <a:spcPts val="900"/>
              </a:spcBef>
              <a:buAutoNum type="arabicPeriod"/>
              <a:tabLst>
                <a:tab pos="479425" algn="l"/>
              </a:tabLst>
            </a:pPr>
            <a:r>
              <a:rPr sz="1200" spc="-5" dirty="0">
                <a:latin typeface="Times New Roman"/>
                <a:cs typeface="Times New Roman"/>
              </a:rPr>
              <a:t>Proper</a:t>
            </a:r>
            <a:r>
              <a:rPr sz="1200" spc="-65" dirty="0">
                <a:latin typeface="Times New Roman"/>
                <a:cs typeface="Times New Roman"/>
              </a:rPr>
              <a:t> </a:t>
            </a:r>
            <a:r>
              <a:rPr sz="1200" spc="-5" dirty="0">
                <a:latin typeface="Times New Roman"/>
                <a:cs typeface="Times New Roman"/>
              </a:rPr>
              <a:t>validation</a:t>
            </a:r>
            <a:r>
              <a:rPr sz="1200" spc="-35" dirty="0">
                <a:latin typeface="Times New Roman"/>
                <a:cs typeface="Times New Roman"/>
              </a:rPr>
              <a:t> </a:t>
            </a:r>
            <a:r>
              <a:rPr sz="1200" spc="-15" dirty="0">
                <a:latin typeface="Times New Roman"/>
                <a:cs typeface="Times New Roman"/>
              </a:rPr>
              <a:t>achieved</a:t>
            </a:r>
            <a:endParaRPr sz="1200">
              <a:latin typeface="Times New Roman"/>
              <a:cs typeface="Times New Roman"/>
            </a:endParaRPr>
          </a:p>
          <a:p>
            <a:pPr marL="478790" indent="-229235">
              <a:lnSpc>
                <a:spcPct val="100000"/>
              </a:lnSpc>
              <a:spcBef>
                <a:spcPts val="900"/>
              </a:spcBef>
              <a:buAutoNum type="arabicPeriod"/>
              <a:tabLst>
                <a:tab pos="479425" algn="l"/>
              </a:tabLst>
            </a:pPr>
            <a:r>
              <a:rPr sz="1200" spc="-5" dirty="0">
                <a:latin typeface="Times New Roman"/>
                <a:cs typeface="Times New Roman"/>
              </a:rPr>
              <a:t>Proper</a:t>
            </a:r>
            <a:r>
              <a:rPr sz="1200" spc="-55" dirty="0">
                <a:latin typeface="Times New Roman"/>
                <a:cs typeface="Times New Roman"/>
              </a:rPr>
              <a:t> </a:t>
            </a:r>
            <a:r>
              <a:rPr sz="1200" spc="-5" dirty="0">
                <a:latin typeface="Times New Roman"/>
                <a:cs typeface="Times New Roman"/>
              </a:rPr>
              <a:t>Reports</a:t>
            </a:r>
            <a:r>
              <a:rPr sz="1200" spc="-40" dirty="0">
                <a:latin typeface="Times New Roman"/>
                <a:cs typeface="Times New Roman"/>
              </a:rPr>
              <a:t> </a:t>
            </a:r>
            <a:r>
              <a:rPr sz="1200" spc="-15" dirty="0">
                <a:latin typeface="Times New Roman"/>
                <a:cs typeface="Times New Roman"/>
              </a:rPr>
              <a:t>achieved</a:t>
            </a:r>
            <a:endParaRPr sz="1200">
              <a:latin typeface="Times New Roman"/>
              <a:cs typeface="Times New Roman"/>
            </a:endParaRPr>
          </a:p>
          <a:p>
            <a:pPr>
              <a:lnSpc>
                <a:spcPct val="100000"/>
              </a:lnSpc>
            </a:pPr>
            <a:endParaRPr sz="1300">
              <a:latin typeface="Times New Roman"/>
              <a:cs typeface="Times New Roman"/>
            </a:endParaRPr>
          </a:p>
          <a:p>
            <a:pPr>
              <a:lnSpc>
                <a:spcPct val="100000"/>
              </a:lnSpc>
              <a:spcBef>
                <a:spcPts val="5"/>
              </a:spcBef>
            </a:pPr>
            <a:endParaRPr sz="1600">
              <a:latin typeface="Times New Roman"/>
              <a:cs typeface="Times New Roman"/>
            </a:endParaRPr>
          </a:p>
          <a:p>
            <a:pPr marL="12700" marR="5080" indent="457200" algn="just">
              <a:lnSpc>
                <a:spcPct val="155100"/>
              </a:lnSpc>
            </a:pPr>
            <a:r>
              <a:rPr sz="1200" spc="-5" dirty="0">
                <a:latin typeface="Times New Roman"/>
                <a:cs typeface="Times New Roman"/>
              </a:rPr>
              <a:t>After </a:t>
            </a:r>
            <a:r>
              <a:rPr sz="1200" dirty="0">
                <a:latin typeface="Times New Roman"/>
                <a:cs typeface="Times New Roman"/>
              </a:rPr>
              <a:t>considering the various </a:t>
            </a:r>
            <a:r>
              <a:rPr sz="1200" spc="-5" dirty="0">
                <a:latin typeface="Times New Roman"/>
                <a:cs typeface="Times New Roman"/>
              </a:rPr>
              <a:t>feasible </a:t>
            </a:r>
            <a:r>
              <a:rPr sz="1200" dirty="0">
                <a:latin typeface="Times New Roman"/>
                <a:cs typeface="Times New Roman"/>
              </a:rPr>
              <a:t>solutions, the most feasible one </a:t>
            </a:r>
            <a:r>
              <a:rPr sz="1200" spc="-5" dirty="0">
                <a:latin typeface="Times New Roman"/>
                <a:cs typeface="Times New Roman"/>
              </a:rPr>
              <a:t>was </a:t>
            </a:r>
            <a:r>
              <a:rPr sz="1200" dirty="0">
                <a:latin typeface="Times New Roman"/>
                <a:cs typeface="Times New Roman"/>
              </a:rPr>
              <a:t>selected </a:t>
            </a:r>
            <a:r>
              <a:rPr sz="1200" spc="-20" dirty="0">
                <a:latin typeface="Times New Roman"/>
                <a:cs typeface="Times New Roman"/>
              </a:rPr>
              <a:t>for </a:t>
            </a:r>
            <a:r>
              <a:rPr sz="1200" spc="-15" dirty="0">
                <a:latin typeface="Times New Roman"/>
                <a:cs typeface="Times New Roman"/>
              </a:rPr>
              <a:t> </a:t>
            </a:r>
            <a:r>
              <a:rPr sz="1200" spc="-10" dirty="0">
                <a:latin typeface="Times New Roman"/>
                <a:cs typeface="Times New Roman"/>
              </a:rPr>
              <a:t>designing </a:t>
            </a:r>
            <a:r>
              <a:rPr sz="1200" spc="-5" dirty="0">
                <a:latin typeface="Times New Roman"/>
                <a:cs typeface="Times New Roman"/>
              </a:rPr>
              <a:t>taking </a:t>
            </a:r>
            <a:r>
              <a:rPr sz="1200" spc="-10" dirty="0">
                <a:latin typeface="Times New Roman"/>
                <a:cs typeface="Times New Roman"/>
              </a:rPr>
              <a:t>into </a:t>
            </a:r>
            <a:r>
              <a:rPr sz="1200" spc="-15" dirty="0">
                <a:latin typeface="Times New Roman"/>
                <a:cs typeface="Times New Roman"/>
              </a:rPr>
              <a:t>consideration </a:t>
            </a:r>
            <a:r>
              <a:rPr sz="1200" dirty="0">
                <a:latin typeface="Times New Roman"/>
                <a:cs typeface="Times New Roman"/>
              </a:rPr>
              <a:t>the </a:t>
            </a:r>
            <a:r>
              <a:rPr sz="1200" spc="-5" dirty="0">
                <a:latin typeface="Times New Roman"/>
                <a:cs typeface="Times New Roman"/>
              </a:rPr>
              <a:t>time </a:t>
            </a:r>
            <a:r>
              <a:rPr sz="1200" spc="-15" dirty="0">
                <a:latin typeface="Times New Roman"/>
                <a:cs typeface="Times New Roman"/>
              </a:rPr>
              <a:t>and </a:t>
            </a:r>
            <a:r>
              <a:rPr sz="1200" spc="-10" dirty="0">
                <a:latin typeface="Times New Roman"/>
                <a:cs typeface="Times New Roman"/>
              </a:rPr>
              <a:t>efficiency </a:t>
            </a:r>
            <a:r>
              <a:rPr sz="1200" spc="-15" dirty="0">
                <a:latin typeface="Times New Roman"/>
                <a:cs typeface="Times New Roman"/>
              </a:rPr>
              <a:t>constraints. </a:t>
            </a:r>
            <a:r>
              <a:rPr sz="1200" spc="-10" dirty="0">
                <a:latin typeface="Times New Roman"/>
                <a:cs typeface="Times New Roman"/>
              </a:rPr>
              <a:t>All </a:t>
            </a:r>
            <a:r>
              <a:rPr sz="1200" spc="-5" dirty="0">
                <a:latin typeface="Times New Roman"/>
                <a:cs typeface="Times New Roman"/>
              </a:rPr>
              <a:t>the </a:t>
            </a:r>
            <a:r>
              <a:rPr sz="1200" spc="-10" dirty="0">
                <a:latin typeface="Times New Roman"/>
                <a:cs typeface="Times New Roman"/>
              </a:rPr>
              <a:t>efforts have </a:t>
            </a:r>
            <a:r>
              <a:rPr sz="1200" spc="-15" dirty="0">
                <a:latin typeface="Times New Roman"/>
                <a:cs typeface="Times New Roman"/>
              </a:rPr>
              <a:t>been </a:t>
            </a:r>
            <a:r>
              <a:rPr sz="1200" spc="-285" dirty="0">
                <a:latin typeface="Times New Roman"/>
                <a:cs typeface="Times New Roman"/>
              </a:rPr>
              <a:t> </a:t>
            </a:r>
            <a:r>
              <a:rPr sz="1200" dirty="0">
                <a:latin typeface="Times New Roman"/>
                <a:cs typeface="Times New Roman"/>
              </a:rPr>
              <a:t>put</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make</a:t>
            </a:r>
            <a:r>
              <a:rPr sz="1200" spc="5" dirty="0">
                <a:latin typeface="Times New Roman"/>
                <a:cs typeface="Times New Roman"/>
              </a:rPr>
              <a:t> </a:t>
            </a:r>
            <a:r>
              <a:rPr sz="1200" dirty="0">
                <a:latin typeface="Times New Roman"/>
                <a:cs typeface="Times New Roman"/>
              </a:rPr>
              <a:t>sure</a:t>
            </a:r>
            <a:r>
              <a:rPr sz="1200" spc="5"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5" dirty="0">
                <a:latin typeface="Times New Roman"/>
                <a:cs typeface="Times New Roman"/>
              </a:rPr>
              <a:t>system</a:t>
            </a:r>
            <a:r>
              <a:rPr sz="1200" dirty="0">
                <a:latin typeface="Times New Roman"/>
                <a:cs typeface="Times New Roman"/>
              </a:rPr>
              <a:t> </a:t>
            </a:r>
            <a:r>
              <a:rPr sz="1200" spc="-5" dirty="0">
                <a:latin typeface="Times New Roman"/>
                <a:cs typeface="Times New Roman"/>
              </a:rPr>
              <a:t>can</a:t>
            </a:r>
            <a:r>
              <a:rPr sz="1200" dirty="0">
                <a:latin typeface="Times New Roman"/>
                <a:cs typeface="Times New Roman"/>
              </a:rPr>
              <a:t> handle</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accounts</a:t>
            </a:r>
            <a:r>
              <a:rPr sz="1200" spc="5" dirty="0">
                <a:latin typeface="Times New Roman"/>
                <a:cs typeface="Times New Roman"/>
              </a:rPr>
              <a:t> </a:t>
            </a:r>
            <a:r>
              <a:rPr sz="1200" spc="-5" dirty="0">
                <a:latin typeface="Times New Roman"/>
                <a:cs typeface="Times New Roman"/>
              </a:rPr>
              <a:t>processing</a:t>
            </a:r>
            <a:r>
              <a:rPr sz="1200" dirty="0">
                <a:latin typeface="Times New Roman"/>
                <a:cs typeface="Times New Roman"/>
              </a:rPr>
              <a:t> efficiently.</a:t>
            </a:r>
            <a:r>
              <a:rPr sz="1200" spc="5" dirty="0">
                <a:latin typeface="Times New Roman"/>
                <a:cs typeface="Times New Roman"/>
              </a:rPr>
              <a:t> </a:t>
            </a:r>
            <a:r>
              <a:rPr sz="1200" spc="-15" dirty="0">
                <a:latin typeface="Times New Roman"/>
                <a:cs typeface="Times New Roman"/>
              </a:rPr>
              <a:t>The </a:t>
            </a:r>
            <a:r>
              <a:rPr sz="1200" spc="-10" dirty="0">
                <a:latin typeface="Times New Roman"/>
                <a:cs typeface="Times New Roman"/>
              </a:rPr>
              <a:t> performance </a:t>
            </a:r>
            <a:r>
              <a:rPr sz="1200" spc="-5" dirty="0">
                <a:latin typeface="Times New Roman"/>
                <a:cs typeface="Times New Roman"/>
              </a:rPr>
              <a:t>of </a:t>
            </a:r>
            <a:r>
              <a:rPr sz="1200" dirty="0">
                <a:latin typeface="Times New Roman"/>
                <a:cs typeface="Times New Roman"/>
              </a:rPr>
              <a:t>the </a:t>
            </a:r>
            <a:r>
              <a:rPr sz="1200" spc="-5" dirty="0">
                <a:latin typeface="Times New Roman"/>
                <a:cs typeface="Times New Roman"/>
              </a:rPr>
              <a:t>system was </a:t>
            </a:r>
            <a:r>
              <a:rPr sz="1200" spc="-10" dirty="0">
                <a:latin typeface="Times New Roman"/>
                <a:cs typeface="Times New Roman"/>
              </a:rPr>
              <a:t>evaluated </a:t>
            </a:r>
            <a:r>
              <a:rPr sz="1200" dirty="0">
                <a:latin typeface="Times New Roman"/>
                <a:cs typeface="Times New Roman"/>
              </a:rPr>
              <a:t>to </a:t>
            </a:r>
            <a:r>
              <a:rPr sz="1200" spc="-10" dirty="0">
                <a:latin typeface="Times New Roman"/>
                <a:cs typeface="Times New Roman"/>
              </a:rPr>
              <a:t>determine whether </a:t>
            </a:r>
            <a:r>
              <a:rPr sz="1200" spc="-5" dirty="0">
                <a:latin typeface="Times New Roman"/>
                <a:cs typeface="Times New Roman"/>
              </a:rPr>
              <a:t>system </a:t>
            </a:r>
            <a:r>
              <a:rPr sz="1200" spc="-10" dirty="0">
                <a:latin typeface="Times New Roman"/>
                <a:cs typeface="Times New Roman"/>
              </a:rPr>
              <a:t>achieved </a:t>
            </a:r>
            <a:r>
              <a:rPr sz="1200" dirty="0">
                <a:latin typeface="Times New Roman"/>
                <a:cs typeface="Times New Roman"/>
              </a:rPr>
              <a:t>the results </a:t>
            </a:r>
            <a:r>
              <a:rPr sz="1200" spc="-15" dirty="0">
                <a:latin typeface="Times New Roman"/>
                <a:cs typeface="Times New Roman"/>
              </a:rPr>
              <a:t>that </a:t>
            </a:r>
            <a:r>
              <a:rPr sz="1200" spc="-285" dirty="0">
                <a:latin typeface="Times New Roman"/>
                <a:cs typeface="Times New Roman"/>
              </a:rPr>
              <a:t> </a:t>
            </a:r>
            <a:r>
              <a:rPr sz="1200" spc="-5" dirty="0">
                <a:latin typeface="Times New Roman"/>
                <a:cs typeface="Times New Roman"/>
              </a:rPr>
              <a:t>were</a:t>
            </a:r>
            <a:r>
              <a:rPr sz="1200" spc="-20" dirty="0">
                <a:latin typeface="Times New Roman"/>
                <a:cs typeface="Times New Roman"/>
              </a:rPr>
              <a:t> </a:t>
            </a:r>
            <a:r>
              <a:rPr sz="1200" spc="-5" dirty="0">
                <a:latin typeface="Times New Roman"/>
                <a:cs typeface="Times New Roman"/>
              </a:rPr>
              <a:t>expected</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whether</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predicted</a:t>
            </a:r>
            <a:r>
              <a:rPr sz="1200" spc="20" dirty="0">
                <a:latin typeface="Times New Roman"/>
                <a:cs typeface="Times New Roman"/>
              </a:rPr>
              <a:t> </a:t>
            </a:r>
            <a:r>
              <a:rPr sz="1200" spc="-5" dirty="0">
                <a:latin typeface="Times New Roman"/>
                <a:cs typeface="Times New Roman"/>
              </a:rPr>
              <a:t>benefits</a:t>
            </a:r>
            <a:r>
              <a:rPr sz="1200" spc="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r>
              <a:rPr sz="1200" spc="15" dirty="0">
                <a:latin typeface="Times New Roman"/>
                <a:cs typeface="Times New Roman"/>
              </a:rPr>
              <a:t> </a:t>
            </a:r>
            <a:r>
              <a:rPr sz="1200" spc="-5" dirty="0">
                <a:latin typeface="Times New Roman"/>
                <a:cs typeface="Times New Roman"/>
              </a:rPr>
              <a:t>were</a:t>
            </a:r>
            <a:r>
              <a:rPr sz="1200" spc="-15" dirty="0">
                <a:latin typeface="Times New Roman"/>
                <a:cs typeface="Times New Roman"/>
              </a:rPr>
              <a:t> </a:t>
            </a:r>
            <a:r>
              <a:rPr sz="1200" spc="-5" dirty="0">
                <a:latin typeface="Times New Roman"/>
                <a:cs typeface="Times New Roman"/>
              </a:rPr>
              <a:t>being</a:t>
            </a:r>
            <a:r>
              <a:rPr sz="1200" spc="5" dirty="0">
                <a:latin typeface="Times New Roman"/>
                <a:cs typeface="Times New Roman"/>
              </a:rPr>
              <a:t> </a:t>
            </a:r>
            <a:r>
              <a:rPr sz="1200" spc="-15" dirty="0">
                <a:latin typeface="Times New Roman"/>
                <a:cs typeface="Times New Roman"/>
              </a:rPr>
              <a:t>realized.</a:t>
            </a:r>
            <a:endParaRPr sz="1200">
              <a:latin typeface="Times New Roman"/>
              <a:cs typeface="Times New Roman"/>
            </a:endParaRPr>
          </a:p>
        </p:txBody>
      </p:sp>
      <p:sp>
        <p:nvSpPr>
          <p:cNvPr id="6" name="object 6"/>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892555" y="461264"/>
            <a:ext cx="5775325" cy="1422312"/>
          </a:xfrm>
          <a:prstGeom prst="rect">
            <a:avLst/>
          </a:prstGeom>
        </p:spPr>
        <p:txBody>
          <a:bodyPr vert="horz" wrap="square" lIns="0" tIns="12700" rIns="0" bIns="0" rtlCol="0">
            <a:spAutoFit/>
          </a:bodyPr>
          <a:lstStyle/>
          <a:p>
            <a:pPr marL="21590" algn="just">
              <a:spcBef>
                <a:spcPts val="100"/>
              </a:spcBef>
              <a:tabLst>
                <a:tab pos="4954270"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55</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5080" indent="457200" algn="just">
              <a:lnSpc>
                <a:spcPct val="155000"/>
              </a:lnSpc>
              <a:spcBef>
                <a:spcPts val="925"/>
              </a:spcBef>
            </a:pPr>
            <a:r>
              <a:rPr sz="1200" dirty="0">
                <a:latin typeface="Times New Roman"/>
                <a:cs typeface="Times New Roman"/>
              </a:rPr>
              <a:t>The </a:t>
            </a:r>
            <a:r>
              <a:rPr sz="1200" spc="-5" dirty="0">
                <a:latin typeface="Times New Roman"/>
                <a:cs typeface="Times New Roman"/>
              </a:rPr>
              <a:t>results </a:t>
            </a:r>
            <a:r>
              <a:rPr sz="1200" dirty="0">
                <a:latin typeface="Times New Roman"/>
                <a:cs typeface="Times New Roman"/>
              </a:rPr>
              <a:t>are obtained in a timely </a:t>
            </a:r>
            <a:r>
              <a:rPr sz="1200" spc="-5" dirty="0">
                <a:latin typeface="Times New Roman"/>
                <a:cs typeface="Times New Roman"/>
              </a:rPr>
              <a:t>and consistent </a:t>
            </a:r>
            <a:r>
              <a:rPr sz="1200" dirty="0">
                <a:latin typeface="Times New Roman"/>
                <a:cs typeface="Times New Roman"/>
              </a:rPr>
              <a:t>manner. Since </a:t>
            </a:r>
            <a:r>
              <a:rPr sz="1200" spc="-5" dirty="0">
                <a:latin typeface="Times New Roman"/>
                <a:cs typeface="Times New Roman"/>
              </a:rPr>
              <a:t>each process </a:t>
            </a:r>
            <a:r>
              <a:rPr sz="1200" spc="-30" dirty="0">
                <a:latin typeface="Times New Roman"/>
                <a:cs typeface="Times New Roman"/>
              </a:rPr>
              <a:t>is </a:t>
            </a:r>
            <a:r>
              <a:rPr sz="1200" spc="-25" dirty="0">
                <a:latin typeface="Times New Roman"/>
                <a:cs typeface="Times New Roman"/>
              </a:rPr>
              <a:t> </a:t>
            </a:r>
            <a:r>
              <a:rPr sz="1200" spc="-10" dirty="0">
                <a:latin typeface="Times New Roman"/>
                <a:cs typeface="Times New Roman"/>
              </a:rPr>
              <a:t>implemented </a:t>
            </a:r>
            <a:r>
              <a:rPr sz="1200" dirty="0">
                <a:latin typeface="Times New Roman"/>
                <a:cs typeface="Times New Roman"/>
              </a:rPr>
              <a:t>using a </a:t>
            </a:r>
            <a:r>
              <a:rPr sz="1200" spc="-10" dirty="0">
                <a:latin typeface="Times New Roman"/>
                <a:cs typeface="Times New Roman"/>
              </a:rPr>
              <a:t>single module </a:t>
            </a:r>
            <a:r>
              <a:rPr sz="1200" dirty="0">
                <a:latin typeface="Times New Roman"/>
                <a:cs typeface="Times New Roman"/>
              </a:rPr>
              <a:t>the </a:t>
            </a:r>
            <a:r>
              <a:rPr sz="1200" spc="-5" dirty="0">
                <a:latin typeface="Times New Roman"/>
                <a:cs typeface="Times New Roman"/>
              </a:rPr>
              <a:t>system </a:t>
            </a:r>
            <a:r>
              <a:rPr sz="1200" spc="-10" dirty="0">
                <a:latin typeface="Times New Roman"/>
                <a:cs typeface="Times New Roman"/>
              </a:rPr>
              <a:t>liable </a:t>
            </a:r>
            <a:r>
              <a:rPr sz="1200" dirty="0">
                <a:latin typeface="Times New Roman"/>
                <a:cs typeface="Times New Roman"/>
              </a:rPr>
              <a:t>to </a:t>
            </a:r>
            <a:r>
              <a:rPr sz="1200" spc="-10" dirty="0">
                <a:latin typeface="Times New Roman"/>
                <a:cs typeface="Times New Roman"/>
              </a:rPr>
              <a:t>further modifications </a:t>
            </a:r>
            <a:r>
              <a:rPr sz="1200" dirty="0">
                <a:latin typeface="Times New Roman"/>
                <a:cs typeface="Times New Roman"/>
              </a:rPr>
              <a:t>and also </a:t>
            </a:r>
            <a:r>
              <a:rPr sz="1200" spc="-10" dirty="0">
                <a:latin typeface="Times New Roman"/>
                <a:cs typeface="Times New Roman"/>
              </a:rPr>
              <a:t>provides </a:t>
            </a:r>
            <a:r>
              <a:rPr sz="1200" spc="-285" dirty="0">
                <a:latin typeface="Times New Roman"/>
                <a:cs typeface="Times New Roman"/>
              </a:rPr>
              <a:t> </a:t>
            </a:r>
            <a:r>
              <a:rPr sz="1200" dirty="0">
                <a:latin typeface="Times New Roman"/>
                <a:cs typeface="Times New Roman"/>
              </a:rPr>
              <a:t>easy </a:t>
            </a:r>
            <a:r>
              <a:rPr sz="1200" spc="-10" dirty="0">
                <a:latin typeface="Times New Roman"/>
                <a:cs typeface="Times New Roman"/>
              </a:rPr>
              <a:t>maintenance. </a:t>
            </a:r>
            <a:r>
              <a:rPr sz="1200" dirty="0">
                <a:latin typeface="Times New Roman"/>
                <a:cs typeface="Times New Roman"/>
              </a:rPr>
              <a:t>Adequate security has been provided to </a:t>
            </a:r>
            <a:r>
              <a:rPr sz="1200" spc="-5" dirty="0">
                <a:latin typeface="Times New Roman"/>
                <a:cs typeface="Times New Roman"/>
              </a:rPr>
              <a:t>ensure </a:t>
            </a:r>
            <a:r>
              <a:rPr sz="1200" dirty="0">
                <a:latin typeface="Times New Roman"/>
                <a:cs typeface="Times New Roman"/>
              </a:rPr>
              <a:t>that only authorized </a:t>
            </a:r>
            <a:r>
              <a:rPr sz="1200" spc="-15" dirty="0">
                <a:latin typeface="Times New Roman"/>
                <a:cs typeface="Times New Roman"/>
              </a:rPr>
              <a:t>person </a:t>
            </a:r>
            <a:r>
              <a:rPr sz="1200" spc="-10" dirty="0">
                <a:latin typeface="Times New Roman"/>
                <a:cs typeface="Times New Roman"/>
              </a:rPr>
              <a:t> </a:t>
            </a:r>
            <a:r>
              <a:rPr sz="1200" spc="-5" dirty="0">
                <a:latin typeface="Times New Roman"/>
                <a:cs typeface="Times New Roman"/>
              </a:rPr>
              <a:t>could</a:t>
            </a:r>
            <a:r>
              <a:rPr sz="1200" spc="-15" dirty="0">
                <a:latin typeface="Times New Roman"/>
                <a:cs typeface="Times New Roman"/>
              </a:rPr>
              <a:t> </a:t>
            </a:r>
            <a:r>
              <a:rPr sz="1200" spc="-5" dirty="0">
                <a:latin typeface="Times New Roman"/>
                <a:cs typeface="Times New Roman"/>
              </a:rPr>
              <a:t>use</a:t>
            </a:r>
            <a:r>
              <a:rPr sz="1200" spc="-3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20" dirty="0">
                <a:latin typeface="Times New Roman"/>
                <a:cs typeface="Times New Roman"/>
              </a:rPr>
              <a:t>system.</a:t>
            </a:r>
            <a:endParaRPr sz="1200" dirty="0">
              <a:latin typeface="Times New Roman"/>
              <a:cs typeface="Times New Roman"/>
            </a:endParaRPr>
          </a:p>
        </p:txBody>
      </p:sp>
      <p:sp>
        <p:nvSpPr>
          <p:cNvPr id="4" name="object 4"/>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476626" y="5769102"/>
            <a:ext cx="2900045" cy="269240"/>
          </a:xfrm>
          <a:prstGeom prst="rect">
            <a:avLst/>
          </a:prstGeom>
        </p:spPr>
        <p:txBody>
          <a:bodyPr vert="horz" wrap="square" lIns="0" tIns="12065" rIns="0" bIns="0" rtlCol="0">
            <a:spAutoFit/>
          </a:bodyPr>
          <a:lstStyle/>
          <a:p>
            <a:pPr marL="12700">
              <a:lnSpc>
                <a:spcPct val="100000"/>
              </a:lnSpc>
              <a:spcBef>
                <a:spcPts val="95"/>
              </a:spcBef>
            </a:pPr>
            <a:r>
              <a:rPr sz="1600" b="1" spc="-15" dirty="0">
                <a:latin typeface="Times New Roman"/>
                <a:cs typeface="Times New Roman"/>
              </a:rPr>
              <a:t>10</a:t>
            </a:r>
            <a:r>
              <a:rPr sz="1600" spc="-5" dirty="0">
                <a:latin typeface="Times New Roman"/>
                <a:cs typeface="Times New Roman"/>
              </a:rPr>
              <a:t>.</a:t>
            </a:r>
            <a:r>
              <a:rPr sz="1600" spc="-260" dirty="0">
                <a:latin typeface="Times New Roman"/>
                <a:cs typeface="Times New Roman"/>
              </a:rPr>
              <a:t> </a:t>
            </a:r>
            <a:r>
              <a:rPr sz="1600" b="1" spc="-5" dirty="0">
                <a:latin typeface="Times New Roman"/>
                <a:cs typeface="Times New Roman"/>
              </a:rPr>
              <a:t>FU</a:t>
            </a:r>
            <a:r>
              <a:rPr sz="1600" b="1" dirty="0">
                <a:latin typeface="Times New Roman"/>
                <a:cs typeface="Times New Roman"/>
              </a:rPr>
              <a:t>T</a:t>
            </a:r>
            <a:r>
              <a:rPr sz="1600" b="1" spc="-5" dirty="0">
                <a:latin typeface="Times New Roman"/>
                <a:cs typeface="Times New Roman"/>
              </a:rPr>
              <a:t>URE</a:t>
            </a:r>
            <a:r>
              <a:rPr sz="1600" b="1" spc="5" dirty="0">
                <a:latin typeface="Times New Roman"/>
                <a:cs typeface="Times New Roman"/>
              </a:rPr>
              <a:t> </a:t>
            </a:r>
            <a:r>
              <a:rPr sz="1600" b="1" spc="-15" dirty="0">
                <a:latin typeface="Times New Roman"/>
                <a:cs typeface="Times New Roman"/>
              </a:rPr>
              <a:t>E</a:t>
            </a:r>
            <a:r>
              <a:rPr sz="1600" b="1" spc="-20" dirty="0">
                <a:latin typeface="Times New Roman"/>
                <a:cs typeface="Times New Roman"/>
              </a:rPr>
              <a:t>N</a:t>
            </a:r>
            <a:r>
              <a:rPr sz="1600" b="1" spc="-25" dirty="0">
                <a:latin typeface="Times New Roman"/>
                <a:cs typeface="Times New Roman"/>
              </a:rPr>
              <a:t>H</a:t>
            </a:r>
            <a:r>
              <a:rPr sz="1600" b="1" spc="-20" dirty="0">
                <a:latin typeface="Times New Roman"/>
                <a:cs typeface="Times New Roman"/>
              </a:rPr>
              <a:t>ANC</a:t>
            </a:r>
            <a:r>
              <a:rPr sz="1600" b="1" spc="-15" dirty="0">
                <a:latin typeface="Times New Roman"/>
                <a:cs typeface="Times New Roman"/>
              </a:rPr>
              <a:t>EME</a:t>
            </a:r>
            <a:r>
              <a:rPr sz="1600" b="1" spc="-20" dirty="0">
                <a:latin typeface="Times New Roman"/>
                <a:cs typeface="Times New Roman"/>
              </a:rPr>
              <a:t>N</a:t>
            </a:r>
            <a:r>
              <a:rPr sz="1600" b="1" spc="-15" dirty="0">
                <a:latin typeface="Times New Roman"/>
                <a:cs typeface="Times New Roman"/>
              </a:rPr>
              <a:t>T</a:t>
            </a:r>
            <a:r>
              <a:rPr sz="1600" b="1" spc="-5" dirty="0">
                <a:latin typeface="Times New Roman"/>
                <a:cs typeface="Times New Roman"/>
              </a:rPr>
              <a:t>S</a:t>
            </a:r>
            <a:endParaRPr sz="1600">
              <a:latin typeface="Times New Roman"/>
              <a:cs typeface="Times New Roman"/>
            </a:endParaRPr>
          </a:p>
        </p:txBody>
      </p:sp>
      <p:sp>
        <p:nvSpPr>
          <p:cNvPr id="6" name="object 6"/>
          <p:cNvSpPr/>
          <p:nvPr/>
        </p:nvSpPr>
        <p:spPr>
          <a:xfrm>
            <a:off x="584454" y="477774"/>
            <a:ext cx="6400800" cy="9930765"/>
          </a:xfrm>
          <a:custGeom>
            <a:avLst/>
            <a:gdLst/>
            <a:ahLst/>
            <a:cxnLst/>
            <a:rect l="l" t="t" r="r" b="b"/>
            <a:pathLst>
              <a:path w="6400800" h="9930765">
                <a:moveTo>
                  <a:pt x="0" y="9930384"/>
                </a:moveTo>
                <a:lnTo>
                  <a:pt x="6400800" y="9930384"/>
                </a:lnTo>
                <a:lnTo>
                  <a:pt x="6400800" y="0"/>
                </a:lnTo>
                <a:lnTo>
                  <a:pt x="0" y="0"/>
                </a:lnTo>
                <a:lnTo>
                  <a:pt x="0" y="9930384"/>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5777865" cy="6584950"/>
          </a:xfrm>
          <a:prstGeom prst="rect">
            <a:avLst/>
          </a:prstGeom>
        </p:spPr>
        <p:txBody>
          <a:bodyPr vert="horz" wrap="square" lIns="0" tIns="12700" rIns="0" bIns="0" rtlCol="0">
            <a:spAutoFit/>
          </a:bodyPr>
          <a:lstStyle/>
          <a:p>
            <a:pPr marL="12700" algn="just">
              <a:lnSpc>
                <a:spcPct val="100000"/>
              </a:lnSpc>
              <a:spcBef>
                <a:spcPts val="100"/>
              </a:spcBef>
            </a:pPr>
            <a:r>
              <a:rPr sz="1400" b="1" spc="-5" dirty="0">
                <a:latin typeface="Times New Roman"/>
                <a:cs typeface="Times New Roman"/>
              </a:rPr>
              <a:t>FUTURE</a:t>
            </a:r>
            <a:r>
              <a:rPr sz="1400" b="1" spc="-75" dirty="0">
                <a:latin typeface="Times New Roman"/>
                <a:cs typeface="Times New Roman"/>
              </a:rPr>
              <a:t> </a:t>
            </a:r>
            <a:r>
              <a:rPr sz="1400" b="1" spc="-15" dirty="0">
                <a:latin typeface="Times New Roman"/>
                <a:cs typeface="Times New Roman"/>
              </a:rPr>
              <a:t>ENHANCEMENTS</a:t>
            </a:r>
            <a:endParaRPr sz="1400">
              <a:latin typeface="Times New Roman"/>
              <a:cs typeface="Times New Roman"/>
            </a:endParaRPr>
          </a:p>
          <a:p>
            <a:pPr marL="12700" marR="5080" indent="457200" algn="just">
              <a:lnSpc>
                <a:spcPct val="155000"/>
              </a:lnSpc>
              <a:spcBef>
                <a:spcPts val="434"/>
              </a:spcBef>
            </a:pPr>
            <a:r>
              <a:rPr sz="1200" dirty="0">
                <a:latin typeface="Times New Roman"/>
                <a:cs typeface="Times New Roman"/>
              </a:rPr>
              <a:t>The developed </a:t>
            </a:r>
            <a:r>
              <a:rPr sz="1200" spc="-5" dirty="0">
                <a:latin typeface="Times New Roman"/>
                <a:cs typeface="Times New Roman"/>
              </a:rPr>
              <a:t>system is feasible and changes </a:t>
            </a:r>
            <a:r>
              <a:rPr sz="1200" dirty="0">
                <a:latin typeface="Times New Roman"/>
                <a:cs typeface="Times New Roman"/>
              </a:rPr>
              <a:t>can be made </a:t>
            </a:r>
            <a:r>
              <a:rPr sz="1200" spc="-15" dirty="0">
                <a:latin typeface="Times New Roman"/>
                <a:cs typeface="Times New Roman"/>
              </a:rPr>
              <a:t>easily. </a:t>
            </a:r>
            <a:r>
              <a:rPr sz="1200" dirty="0">
                <a:latin typeface="Times New Roman"/>
                <a:cs typeface="Times New Roman"/>
              </a:rPr>
              <a:t>The </a:t>
            </a:r>
            <a:r>
              <a:rPr sz="1200" spc="-5" dirty="0">
                <a:latin typeface="Times New Roman"/>
                <a:cs typeface="Times New Roman"/>
              </a:rPr>
              <a:t>system is </a:t>
            </a:r>
            <a:r>
              <a:rPr sz="1200" spc="-20" dirty="0">
                <a:latin typeface="Times New Roman"/>
                <a:cs typeface="Times New Roman"/>
              </a:rPr>
              <a:t>done </a:t>
            </a:r>
            <a:r>
              <a:rPr sz="1200" spc="-15" dirty="0">
                <a:latin typeface="Times New Roman"/>
                <a:cs typeface="Times New Roman"/>
              </a:rPr>
              <a:t> </a:t>
            </a:r>
            <a:r>
              <a:rPr sz="1200" dirty="0">
                <a:latin typeface="Times New Roman"/>
                <a:cs typeface="Times New Roman"/>
              </a:rPr>
              <a:t>with </a:t>
            </a:r>
            <a:r>
              <a:rPr sz="1200" spc="-5" dirty="0">
                <a:latin typeface="Times New Roman"/>
                <a:cs typeface="Times New Roman"/>
              </a:rPr>
              <a:t>an insight </a:t>
            </a:r>
            <a:r>
              <a:rPr sz="1200" dirty="0">
                <a:latin typeface="Times New Roman"/>
                <a:cs typeface="Times New Roman"/>
              </a:rPr>
              <a:t>into the necessary that be required in the future. Hence, the </a:t>
            </a:r>
            <a:r>
              <a:rPr sz="1200" spc="-5" dirty="0">
                <a:latin typeface="Times New Roman"/>
                <a:cs typeface="Times New Roman"/>
              </a:rPr>
              <a:t>system </a:t>
            </a:r>
            <a:r>
              <a:rPr sz="1200" spc="-20" dirty="0">
                <a:latin typeface="Times New Roman"/>
                <a:cs typeface="Times New Roman"/>
              </a:rPr>
              <a:t>can </a:t>
            </a:r>
            <a:r>
              <a:rPr sz="1200" spc="-15" dirty="0">
                <a:latin typeface="Times New Roman"/>
                <a:cs typeface="Times New Roman"/>
              </a:rPr>
              <a:t> </a:t>
            </a:r>
            <a:r>
              <a:rPr sz="1200" spc="-10" dirty="0">
                <a:latin typeface="Times New Roman"/>
                <a:cs typeface="Times New Roman"/>
              </a:rPr>
              <a:t>maintained</a:t>
            </a:r>
            <a:r>
              <a:rPr sz="1200" spc="-35" dirty="0">
                <a:latin typeface="Times New Roman"/>
                <a:cs typeface="Times New Roman"/>
              </a:rPr>
              <a:t> </a:t>
            </a:r>
            <a:r>
              <a:rPr sz="1200" dirty="0">
                <a:latin typeface="Times New Roman"/>
                <a:cs typeface="Times New Roman"/>
              </a:rPr>
              <a:t>successfully</a:t>
            </a:r>
            <a:r>
              <a:rPr sz="1200" spc="-30" dirty="0">
                <a:latin typeface="Times New Roman"/>
                <a:cs typeface="Times New Roman"/>
              </a:rPr>
              <a:t> </a:t>
            </a:r>
            <a:r>
              <a:rPr sz="1200" dirty="0">
                <a:latin typeface="Times New Roman"/>
                <a:cs typeface="Times New Roman"/>
              </a:rPr>
              <a:t>without</a:t>
            </a:r>
            <a:r>
              <a:rPr sz="1200" spc="-15" dirty="0">
                <a:latin typeface="Times New Roman"/>
                <a:cs typeface="Times New Roman"/>
              </a:rPr>
              <a:t> </a:t>
            </a:r>
            <a:r>
              <a:rPr sz="1200" dirty="0">
                <a:latin typeface="Times New Roman"/>
                <a:cs typeface="Times New Roman"/>
              </a:rPr>
              <a:t>much</a:t>
            </a:r>
            <a:r>
              <a:rPr sz="1200" spc="-10" dirty="0">
                <a:latin typeface="Times New Roman"/>
                <a:cs typeface="Times New Roman"/>
              </a:rPr>
              <a:t> </a:t>
            </a:r>
            <a:r>
              <a:rPr sz="1200" spc="-5" dirty="0">
                <a:latin typeface="Times New Roman"/>
                <a:cs typeface="Times New Roman"/>
              </a:rPr>
              <a:t>rework.</a:t>
            </a:r>
            <a:r>
              <a:rPr sz="1200" spc="-10" dirty="0">
                <a:latin typeface="Times New Roman"/>
                <a:cs typeface="Times New Roman"/>
              </a:rPr>
              <a:t> In</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future</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5" dirty="0">
                <a:latin typeface="Times New Roman"/>
                <a:cs typeface="Times New Roman"/>
              </a:rPr>
              <a:t>system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further</a:t>
            </a:r>
            <a:r>
              <a:rPr sz="1200" spc="-20" dirty="0">
                <a:latin typeface="Times New Roman"/>
                <a:cs typeface="Times New Roman"/>
              </a:rPr>
              <a:t> </a:t>
            </a:r>
            <a:r>
              <a:rPr sz="1200" spc="-10" dirty="0">
                <a:latin typeface="Times New Roman"/>
                <a:cs typeface="Times New Roman"/>
              </a:rPr>
              <a:t>modified </a:t>
            </a:r>
            <a:r>
              <a:rPr sz="1200" spc="-29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including</a:t>
            </a:r>
            <a:r>
              <a:rPr sz="1200" spc="-10"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5" dirty="0">
                <a:latin typeface="Times New Roman"/>
                <a:cs typeface="Times New Roman"/>
              </a:rPr>
              <a:t>features</a:t>
            </a:r>
            <a:r>
              <a:rPr sz="1200" dirty="0">
                <a:latin typeface="Times New Roman"/>
                <a:cs typeface="Times New Roman"/>
              </a:rPr>
              <a:t> </a:t>
            </a:r>
            <a:r>
              <a:rPr sz="1200" spc="-5" dirty="0">
                <a:latin typeface="Times New Roman"/>
                <a:cs typeface="Times New Roman"/>
              </a:rPr>
              <a:t>very</a:t>
            </a:r>
            <a:r>
              <a:rPr sz="1200" spc="-20" dirty="0">
                <a:latin typeface="Times New Roman"/>
                <a:cs typeface="Times New Roman"/>
              </a:rPr>
              <a:t> easily.</a:t>
            </a:r>
            <a:endParaRPr sz="1200">
              <a:latin typeface="Times New Roman"/>
              <a:cs typeface="Times New Roman"/>
            </a:endParaRPr>
          </a:p>
          <a:p>
            <a:pPr marL="12700" marR="5080" indent="457200" algn="just">
              <a:lnSpc>
                <a:spcPct val="152800"/>
              </a:lnSpc>
              <a:spcBef>
                <a:spcPts val="810"/>
              </a:spcBef>
            </a:pPr>
            <a:r>
              <a:rPr sz="1200" dirty="0">
                <a:latin typeface="Times New Roman"/>
                <a:cs typeface="Times New Roman"/>
              </a:rPr>
              <a:t>The future trends </a:t>
            </a:r>
            <a:r>
              <a:rPr sz="1200" spc="-5" dirty="0">
                <a:latin typeface="Times New Roman"/>
                <a:cs typeface="Times New Roman"/>
              </a:rPr>
              <a:t>and </a:t>
            </a:r>
            <a:r>
              <a:rPr sz="1200" dirty="0">
                <a:latin typeface="Times New Roman"/>
                <a:cs typeface="Times New Roman"/>
              </a:rPr>
              <a:t>development that can occur with regard to this project have </a:t>
            </a:r>
            <a:r>
              <a:rPr sz="1200" spc="-15" dirty="0">
                <a:latin typeface="Times New Roman"/>
                <a:cs typeface="Times New Roman"/>
              </a:rPr>
              <a:t>been </a:t>
            </a:r>
            <a:r>
              <a:rPr sz="1200" spc="-285" dirty="0">
                <a:latin typeface="Times New Roman"/>
                <a:cs typeface="Times New Roman"/>
              </a:rPr>
              <a:t> </a:t>
            </a:r>
            <a:r>
              <a:rPr sz="1200" dirty="0">
                <a:latin typeface="Times New Roman"/>
                <a:cs typeface="Times New Roman"/>
              </a:rPr>
              <a:t>taken into consideration while designing the project. The project </a:t>
            </a:r>
            <a:r>
              <a:rPr sz="1200" spc="-5" dirty="0">
                <a:latin typeface="Times New Roman"/>
                <a:cs typeface="Times New Roman"/>
              </a:rPr>
              <a:t>is developed </a:t>
            </a:r>
            <a:r>
              <a:rPr sz="1200" dirty="0">
                <a:latin typeface="Times New Roman"/>
                <a:cs typeface="Times New Roman"/>
              </a:rPr>
              <a:t>using </a:t>
            </a:r>
            <a:r>
              <a:rPr sz="1200" spc="-10" dirty="0">
                <a:latin typeface="Times New Roman"/>
                <a:cs typeface="Times New Roman"/>
              </a:rPr>
              <a:t>PHP </a:t>
            </a:r>
            <a:r>
              <a:rPr sz="1200" spc="-5" dirty="0">
                <a:latin typeface="Times New Roman"/>
                <a:cs typeface="Times New Roman"/>
              </a:rPr>
              <a:t> </a:t>
            </a:r>
            <a:r>
              <a:rPr sz="1200" spc="-15" dirty="0">
                <a:latin typeface="Times New Roman"/>
                <a:cs typeface="Times New Roman"/>
              </a:rPr>
              <a:t>technology, </a:t>
            </a:r>
            <a:r>
              <a:rPr sz="1200" spc="-5" dirty="0">
                <a:latin typeface="Times New Roman"/>
                <a:cs typeface="Times New Roman"/>
              </a:rPr>
              <a:t>which is </a:t>
            </a:r>
            <a:r>
              <a:rPr sz="1200" dirty="0">
                <a:latin typeface="Times New Roman"/>
                <a:cs typeface="Times New Roman"/>
              </a:rPr>
              <a:t>the latest in the present scenario and hence upgrading the project </a:t>
            </a:r>
            <a:r>
              <a:rPr sz="1200" spc="-10" dirty="0">
                <a:latin typeface="Times New Roman"/>
                <a:cs typeface="Times New Roman"/>
              </a:rPr>
              <a:t>would </a:t>
            </a:r>
            <a:r>
              <a:rPr sz="1200" spc="-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5" dirty="0">
                <a:latin typeface="Times New Roman"/>
                <a:cs typeface="Times New Roman"/>
              </a:rPr>
              <a:t>easier</a:t>
            </a:r>
            <a:r>
              <a:rPr sz="1200" spc="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future.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5" dirty="0">
                <a:latin typeface="Times New Roman"/>
                <a:cs typeface="Times New Roman"/>
              </a:rPr>
              <a:t>project</a:t>
            </a:r>
            <a:r>
              <a:rPr sz="1200" spc="10" dirty="0">
                <a:latin typeface="Times New Roman"/>
                <a:cs typeface="Times New Roman"/>
              </a:rPr>
              <a:t> </a:t>
            </a:r>
            <a:r>
              <a:rPr sz="1200" spc="-5" dirty="0">
                <a:latin typeface="Times New Roman"/>
                <a:cs typeface="Times New Roman"/>
              </a:rPr>
              <a:t>can</a:t>
            </a:r>
            <a:r>
              <a:rPr sz="1200" dirty="0">
                <a:latin typeface="Times New Roman"/>
                <a:cs typeface="Times New Roman"/>
              </a:rPr>
              <a:t> be</a:t>
            </a:r>
            <a:r>
              <a:rPr sz="1200" spc="-20" dirty="0">
                <a:latin typeface="Times New Roman"/>
                <a:cs typeface="Times New Roman"/>
              </a:rPr>
              <a:t> </a:t>
            </a:r>
            <a:r>
              <a:rPr sz="1200" spc="-5" dirty="0">
                <a:latin typeface="Times New Roman"/>
                <a:cs typeface="Times New Roman"/>
              </a:rPr>
              <a:t>future</a:t>
            </a:r>
            <a:r>
              <a:rPr sz="1200" spc="-20" dirty="0">
                <a:latin typeface="Times New Roman"/>
                <a:cs typeface="Times New Roman"/>
              </a:rPr>
              <a:t> </a:t>
            </a:r>
            <a:r>
              <a:rPr sz="1200" spc="-5" dirty="0">
                <a:latin typeface="Times New Roman"/>
                <a:cs typeface="Times New Roman"/>
              </a:rPr>
              <a:t>improved</a:t>
            </a:r>
            <a:r>
              <a:rPr sz="1200" dirty="0">
                <a:latin typeface="Times New Roman"/>
                <a:cs typeface="Times New Roman"/>
              </a:rPr>
              <a:t> by</a:t>
            </a:r>
            <a:r>
              <a:rPr sz="1200" spc="-35" dirty="0">
                <a:latin typeface="Times New Roman"/>
                <a:cs typeface="Times New Roman"/>
              </a:rPr>
              <a:t> </a:t>
            </a:r>
            <a:r>
              <a:rPr sz="1200" dirty="0">
                <a:latin typeface="Times New Roman"/>
                <a:cs typeface="Times New Roman"/>
              </a:rPr>
              <a:t>including more</a:t>
            </a:r>
            <a:r>
              <a:rPr sz="1200" spc="-30"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a:lnSpc>
                <a:spcPct val="100000"/>
              </a:lnSpc>
              <a:spcBef>
                <a:spcPts val="20"/>
              </a:spcBef>
            </a:pPr>
            <a:endParaRPr sz="1650">
              <a:latin typeface="Times New Roman"/>
              <a:cs typeface="Times New Roman"/>
            </a:endParaRPr>
          </a:p>
          <a:p>
            <a:pPr marL="480059" indent="-230504">
              <a:lnSpc>
                <a:spcPct val="100000"/>
              </a:lnSpc>
              <a:spcBef>
                <a:spcPts val="5"/>
              </a:spcBef>
              <a:buFont typeface="Arial MT"/>
              <a:buChar char="●"/>
              <a:tabLst>
                <a:tab pos="480059" algn="l"/>
                <a:tab pos="480695" algn="l"/>
              </a:tabLst>
            </a:pPr>
            <a:r>
              <a:rPr sz="1200" spc="-15" dirty="0">
                <a:latin typeface="Times New Roman"/>
                <a:cs typeface="Times New Roman"/>
              </a:rPr>
              <a:t>In</a:t>
            </a:r>
            <a:r>
              <a:rPr sz="1200" spc="-10" dirty="0">
                <a:latin typeface="Times New Roman"/>
                <a:cs typeface="Times New Roman"/>
              </a:rPr>
              <a:t> </a:t>
            </a:r>
            <a:r>
              <a:rPr sz="1200" dirty="0">
                <a:latin typeface="Times New Roman"/>
                <a:cs typeface="Times New Roman"/>
              </a:rPr>
              <a:t>future</a:t>
            </a:r>
            <a:r>
              <a:rPr sz="1200" spc="-35" dirty="0">
                <a:latin typeface="Times New Roman"/>
                <a:cs typeface="Times New Roman"/>
              </a:rPr>
              <a:t> </a:t>
            </a:r>
            <a:r>
              <a:rPr sz="1200" spc="-5" dirty="0">
                <a:latin typeface="Times New Roman"/>
                <a:cs typeface="Times New Roman"/>
              </a:rPr>
              <a:t>we</a:t>
            </a:r>
            <a:r>
              <a:rPr sz="1200" spc="-30" dirty="0">
                <a:latin typeface="Times New Roman"/>
                <a:cs typeface="Times New Roman"/>
              </a:rPr>
              <a:t> </a:t>
            </a:r>
            <a:r>
              <a:rPr sz="1200" spc="-5" dirty="0">
                <a:latin typeface="Times New Roman"/>
                <a:cs typeface="Times New Roman"/>
              </a:rPr>
              <a:t>can</a:t>
            </a:r>
            <a:r>
              <a:rPr sz="1200" spc="-25" dirty="0">
                <a:latin typeface="Times New Roman"/>
                <a:cs typeface="Times New Roman"/>
              </a:rPr>
              <a:t> </a:t>
            </a:r>
            <a:r>
              <a:rPr sz="1200" dirty="0">
                <a:latin typeface="Times New Roman"/>
                <a:cs typeface="Times New Roman"/>
              </a:rPr>
              <a:t>include online</a:t>
            </a:r>
            <a:r>
              <a:rPr sz="1200" spc="-30" dirty="0">
                <a:latin typeface="Times New Roman"/>
                <a:cs typeface="Times New Roman"/>
              </a:rPr>
              <a:t> </a:t>
            </a:r>
            <a:r>
              <a:rPr sz="1200" spc="-15" dirty="0">
                <a:latin typeface="Times New Roman"/>
                <a:cs typeface="Times New Roman"/>
              </a:rPr>
              <a:t>consultations.</a:t>
            </a:r>
            <a:endParaRPr sz="1200">
              <a:latin typeface="Times New Roman"/>
              <a:cs typeface="Times New Roman"/>
            </a:endParaRPr>
          </a:p>
          <a:p>
            <a:pPr marL="480059" indent="-230504">
              <a:lnSpc>
                <a:spcPct val="100000"/>
              </a:lnSpc>
              <a:spcBef>
                <a:spcPts val="900"/>
              </a:spcBef>
              <a:buFont typeface="Arial MT"/>
              <a:buChar char="●"/>
              <a:tabLst>
                <a:tab pos="480059" algn="l"/>
                <a:tab pos="480695" algn="l"/>
              </a:tabLst>
            </a:pPr>
            <a:r>
              <a:rPr sz="1200" spc="-30" dirty="0">
                <a:latin typeface="Times New Roman"/>
                <a:cs typeface="Times New Roman"/>
              </a:rPr>
              <a:t>We</a:t>
            </a:r>
            <a:r>
              <a:rPr sz="1200" spc="-60" dirty="0">
                <a:latin typeface="Times New Roman"/>
                <a:cs typeface="Times New Roman"/>
              </a:rPr>
              <a:t> </a:t>
            </a:r>
            <a:r>
              <a:rPr sz="1200" spc="-5" dirty="0">
                <a:latin typeface="Times New Roman"/>
                <a:cs typeface="Times New Roman"/>
              </a:rPr>
              <a:t>can</a:t>
            </a:r>
            <a:r>
              <a:rPr sz="1200" spc="-20" dirty="0">
                <a:latin typeface="Times New Roman"/>
                <a:cs typeface="Times New Roman"/>
              </a:rPr>
              <a:t> </a:t>
            </a:r>
            <a:r>
              <a:rPr sz="1200" spc="-5" dirty="0">
                <a:latin typeface="Times New Roman"/>
                <a:cs typeface="Times New Roman"/>
              </a:rPr>
              <a:t>also</a:t>
            </a:r>
            <a:r>
              <a:rPr sz="1200" spc="-20" dirty="0">
                <a:latin typeface="Times New Roman"/>
                <a:cs typeface="Times New Roman"/>
              </a:rPr>
              <a:t> </a:t>
            </a:r>
            <a:r>
              <a:rPr sz="1200" dirty="0">
                <a:latin typeface="Times New Roman"/>
                <a:cs typeface="Times New Roman"/>
              </a:rPr>
              <a:t>include</a:t>
            </a:r>
            <a:r>
              <a:rPr sz="1200" spc="-10" dirty="0">
                <a:latin typeface="Times New Roman"/>
                <a:cs typeface="Times New Roman"/>
              </a:rPr>
              <a:t> </a:t>
            </a:r>
            <a:r>
              <a:rPr sz="1200" spc="-5" dirty="0">
                <a:latin typeface="Times New Roman"/>
                <a:cs typeface="Times New Roman"/>
              </a:rPr>
              <a:t>streamlining </a:t>
            </a:r>
            <a:r>
              <a:rPr sz="1200" dirty="0">
                <a:latin typeface="Times New Roman"/>
                <a:cs typeface="Times New Roman"/>
              </a:rPr>
              <a:t>billing</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insurance</a:t>
            </a:r>
            <a:r>
              <a:rPr sz="1200" dirty="0">
                <a:latin typeface="Times New Roman"/>
                <a:cs typeface="Times New Roman"/>
              </a:rPr>
              <a:t> </a:t>
            </a:r>
            <a:r>
              <a:rPr sz="1200" spc="-20" dirty="0">
                <a:latin typeface="Times New Roman"/>
                <a:cs typeface="Times New Roman"/>
              </a:rPr>
              <a:t>processes.</a:t>
            </a:r>
            <a:endParaRPr sz="1200">
              <a:latin typeface="Times New Roman"/>
              <a:cs typeface="Times New Roman"/>
            </a:endParaRPr>
          </a:p>
          <a:p>
            <a:pPr marL="480059" indent="-230504">
              <a:lnSpc>
                <a:spcPct val="100000"/>
              </a:lnSpc>
              <a:spcBef>
                <a:spcPts val="900"/>
              </a:spcBef>
              <a:buFont typeface="Arial MT"/>
              <a:buChar char="●"/>
              <a:tabLst>
                <a:tab pos="480059" algn="l"/>
                <a:tab pos="480695" algn="l"/>
              </a:tabLst>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provide</a:t>
            </a:r>
            <a:r>
              <a:rPr sz="1200" spc="-2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5" dirty="0">
                <a:latin typeface="Times New Roman"/>
                <a:cs typeface="Times New Roman"/>
              </a:rPr>
              <a:t>efficiency</a:t>
            </a:r>
            <a:r>
              <a:rPr sz="1200" spc="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system.</a:t>
            </a:r>
            <a:endParaRPr sz="1200">
              <a:latin typeface="Times New Roman"/>
              <a:cs typeface="Times New Roman"/>
            </a:endParaRPr>
          </a:p>
          <a:p>
            <a:pPr marL="241300">
              <a:lnSpc>
                <a:spcPct val="100000"/>
              </a:lnSpc>
              <a:spcBef>
                <a:spcPts val="610"/>
              </a:spcBef>
            </a:pPr>
            <a:r>
              <a:rPr sz="1200" spc="-5" dirty="0">
                <a:latin typeface="Times New Roman"/>
                <a:cs typeface="Times New Roman"/>
              </a:rPr>
              <a:t>A</a:t>
            </a:r>
            <a:r>
              <a:rPr sz="1200" spc="120" dirty="0">
                <a:latin typeface="Times New Roman"/>
                <a:cs typeface="Times New Roman"/>
              </a:rPr>
              <a:t> </a:t>
            </a:r>
            <a:r>
              <a:rPr sz="1200" dirty="0">
                <a:latin typeface="Times New Roman"/>
                <a:cs typeface="Times New Roman"/>
              </a:rPr>
              <a:t>fundamental</a:t>
            </a:r>
            <a:r>
              <a:rPr sz="1200" spc="130" dirty="0">
                <a:latin typeface="Times New Roman"/>
                <a:cs typeface="Times New Roman"/>
              </a:rPr>
              <a:t> </a:t>
            </a:r>
            <a:r>
              <a:rPr sz="1200" dirty="0">
                <a:latin typeface="Times New Roman"/>
                <a:cs typeface="Times New Roman"/>
              </a:rPr>
              <a:t>paradigm</a:t>
            </a:r>
            <a:r>
              <a:rPr sz="1200" spc="130" dirty="0">
                <a:latin typeface="Times New Roman"/>
                <a:cs typeface="Times New Roman"/>
              </a:rPr>
              <a:t> </a:t>
            </a:r>
            <a:r>
              <a:rPr sz="1200" dirty="0">
                <a:latin typeface="Times New Roman"/>
                <a:cs typeface="Times New Roman"/>
              </a:rPr>
              <a:t>shift</a:t>
            </a:r>
            <a:r>
              <a:rPr sz="1200" spc="130" dirty="0">
                <a:latin typeface="Times New Roman"/>
                <a:cs typeface="Times New Roman"/>
              </a:rPr>
              <a:t> </a:t>
            </a:r>
            <a:r>
              <a:rPr sz="1200" spc="5" dirty="0">
                <a:latin typeface="Times New Roman"/>
                <a:cs typeface="Times New Roman"/>
              </a:rPr>
              <a:t>may</a:t>
            </a:r>
            <a:r>
              <a:rPr sz="1200" spc="114" dirty="0">
                <a:latin typeface="Times New Roman"/>
                <a:cs typeface="Times New Roman"/>
              </a:rPr>
              <a:t> </a:t>
            </a:r>
            <a:r>
              <a:rPr sz="1200" dirty="0">
                <a:latin typeface="Times New Roman"/>
                <a:cs typeface="Times New Roman"/>
              </a:rPr>
              <a:t>be</a:t>
            </a:r>
            <a:r>
              <a:rPr sz="1200" spc="135" dirty="0">
                <a:latin typeface="Times New Roman"/>
                <a:cs typeface="Times New Roman"/>
              </a:rPr>
              <a:t> </a:t>
            </a:r>
            <a:r>
              <a:rPr sz="1200" dirty="0">
                <a:latin typeface="Times New Roman"/>
                <a:cs typeface="Times New Roman"/>
              </a:rPr>
              <a:t>occurring</a:t>
            </a:r>
            <a:r>
              <a:rPr sz="1200" spc="114" dirty="0">
                <a:latin typeface="Times New Roman"/>
                <a:cs typeface="Times New Roman"/>
              </a:rPr>
              <a:t> </a:t>
            </a:r>
            <a:r>
              <a:rPr sz="1200" dirty="0">
                <a:latin typeface="Times New Roman"/>
                <a:cs typeface="Times New Roman"/>
              </a:rPr>
              <a:t>from</a:t>
            </a:r>
            <a:r>
              <a:rPr sz="1200" spc="125" dirty="0">
                <a:latin typeface="Times New Roman"/>
                <a:cs typeface="Times New Roman"/>
              </a:rPr>
              <a:t> </a:t>
            </a:r>
            <a:r>
              <a:rPr sz="1200" dirty="0">
                <a:latin typeface="Times New Roman"/>
                <a:cs typeface="Times New Roman"/>
              </a:rPr>
              <a:t>rapid</a:t>
            </a:r>
            <a:r>
              <a:rPr sz="1200" spc="140" dirty="0">
                <a:latin typeface="Times New Roman"/>
                <a:cs typeface="Times New Roman"/>
              </a:rPr>
              <a:t> </a:t>
            </a:r>
            <a:r>
              <a:rPr sz="1200" dirty="0">
                <a:latin typeface="Times New Roman"/>
                <a:cs typeface="Times New Roman"/>
              </a:rPr>
              <a:t>application</a:t>
            </a:r>
            <a:r>
              <a:rPr sz="1200" spc="145" dirty="0">
                <a:latin typeface="Times New Roman"/>
                <a:cs typeface="Times New Roman"/>
              </a:rPr>
              <a:t> </a:t>
            </a:r>
            <a:r>
              <a:rPr sz="1200" dirty="0">
                <a:latin typeface="Times New Roman"/>
                <a:cs typeface="Times New Roman"/>
              </a:rPr>
              <a:t>development</a:t>
            </a:r>
            <a:r>
              <a:rPr sz="1200" spc="130" dirty="0">
                <a:latin typeface="Times New Roman"/>
                <a:cs typeface="Times New Roman"/>
              </a:rPr>
              <a:t> </a:t>
            </a:r>
            <a:r>
              <a:rPr sz="1200" spc="-10" dirty="0">
                <a:latin typeface="Times New Roman"/>
                <a:cs typeface="Times New Roman"/>
              </a:rPr>
              <a:t>to</a:t>
            </a:r>
            <a:endParaRPr sz="1200">
              <a:latin typeface="Times New Roman"/>
              <a:cs typeface="Times New Roman"/>
            </a:endParaRPr>
          </a:p>
          <a:p>
            <a:pPr marL="12700" algn="just">
              <a:lnSpc>
                <a:spcPct val="100000"/>
              </a:lnSpc>
              <a:spcBef>
                <a:spcPts val="790"/>
              </a:spcBef>
            </a:pPr>
            <a:r>
              <a:rPr sz="1200" dirty="0">
                <a:latin typeface="Times New Roman"/>
                <a:cs typeface="Times New Roman"/>
              </a:rPr>
              <a:t>immediate</a:t>
            </a:r>
            <a:r>
              <a:rPr sz="1200" spc="204" dirty="0">
                <a:latin typeface="Times New Roman"/>
                <a:cs typeface="Times New Roman"/>
              </a:rPr>
              <a:t> </a:t>
            </a:r>
            <a:r>
              <a:rPr sz="1200" dirty="0">
                <a:latin typeface="Times New Roman"/>
                <a:cs typeface="Times New Roman"/>
              </a:rPr>
              <a:t>solution</a:t>
            </a:r>
            <a:r>
              <a:rPr sz="1200" spc="220" dirty="0">
                <a:latin typeface="Times New Roman"/>
                <a:cs typeface="Times New Roman"/>
              </a:rPr>
              <a:t> </a:t>
            </a:r>
            <a:r>
              <a:rPr sz="1200" spc="-5" dirty="0">
                <a:latin typeface="Times New Roman"/>
                <a:cs typeface="Times New Roman"/>
              </a:rPr>
              <a:t>construction</a:t>
            </a:r>
            <a:r>
              <a:rPr sz="1200" spc="225" dirty="0">
                <a:latin typeface="Times New Roman"/>
                <a:cs typeface="Times New Roman"/>
              </a:rPr>
              <a:t> </a:t>
            </a:r>
            <a:r>
              <a:rPr sz="1200" dirty="0">
                <a:latin typeface="Times New Roman"/>
                <a:cs typeface="Times New Roman"/>
              </a:rPr>
              <a:t>where</a:t>
            </a:r>
            <a:r>
              <a:rPr sz="1200" spc="200" dirty="0">
                <a:latin typeface="Times New Roman"/>
                <a:cs typeface="Times New Roman"/>
              </a:rPr>
              <a:t> </a:t>
            </a:r>
            <a:r>
              <a:rPr sz="1200" dirty="0">
                <a:latin typeface="Times New Roman"/>
                <a:cs typeface="Times New Roman"/>
              </a:rPr>
              <a:t>organisation</a:t>
            </a:r>
            <a:r>
              <a:rPr sz="1200" spc="210" dirty="0">
                <a:latin typeface="Times New Roman"/>
                <a:cs typeface="Times New Roman"/>
              </a:rPr>
              <a:t> </a:t>
            </a:r>
            <a:r>
              <a:rPr sz="1200" dirty="0">
                <a:latin typeface="Times New Roman"/>
                <a:cs typeface="Times New Roman"/>
              </a:rPr>
              <a:t>will</a:t>
            </a:r>
            <a:r>
              <a:rPr sz="1200" spc="215" dirty="0">
                <a:latin typeface="Times New Roman"/>
                <a:cs typeface="Times New Roman"/>
              </a:rPr>
              <a:t> </a:t>
            </a:r>
            <a:r>
              <a:rPr sz="1200" spc="-5" dirty="0">
                <a:latin typeface="Times New Roman"/>
                <a:cs typeface="Times New Roman"/>
              </a:rPr>
              <a:t>focus</a:t>
            </a:r>
            <a:r>
              <a:rPr sz="1200" spc="215" dirty="0">
                <a:latin typeface="Times New Roman"/>
                <a:cs typeface="Times New Roman"/>
              </a:rPr>
              <a:t> </a:t>
            </a:r>
            <a:r>
              <a:rPr sz="1200" spc="-5" dirty="0">
                <a:latin typeface="Times New Roman"/>
                <a:cs typeface="Times New Roman"/>
              </a:rPr>
              <a:t>on</a:t>
            </a:r>
            <a:r>
              <a:rPr sz="1200" spc="215" dirty="0">
                <a:latin typeface="Times New Roman"/>
                <a:cs typeface="Times New Roman"/>
              </a:rPr>
              <a:t> </a:t>
            </a:r>
            <a:r>
              <a:rPr sz="1200" dirty="0">
                <a:latin typeface="Times New Roman"/>
                <a:cs typeface="Times New Roman"/>
              </a:rPr>
              <a:t>developing</a:t>
            </a:r>
            <a:r>
              <a:rPr sz="1200" spc="210" dirty="0">
                <a:latin typeface="Times New Roman"/>
                <a:cs typeface="Times New Roman"/>
              </a:rPr>
              <a:t> </a:t>
            </a:r>
            <a:r>
              <a:rPr sz="1200" spc="-5" dirty="0">
                <a:latin typeface="Times New Roman"/>
                <a:cs typeface="Times New Roman"/>
              </a:rPr>
              <a:t>web</a:t>
            </a:r>
            <a:r>
              <a:rPr sz="1200" spc="210" dirty="0">
                <a:latin typeface="Times New Roman"/>
                <a:cs typeface="Times New Roman"/>
              </a:rPr>
              <a:t> </a:t>
            </a:r>
            <a:r>
              <a:rPr sz="1200" spc="-10" dirty="0">
                <a:latin typeface="Times New Roman"/>
                <a:cs typeface="Times New Roman"/>
              </a:rPr>
              <a:t>service</a:t>
            </a:r>
            <a:endParaRPr sz="1200">
              <a:latin typeface="Times New Roman"/>
              <a:cs typeface="Times New Roman"/>
            </a:endParaRPr>
          </a:p>
          <a:p>
            <a:pPr marL="12700" marR="6350" algn="just">
              <a:lnSpc>
                <a:spcPct val="155000"/>
              </a:lnSpc>
              <a:spcBef>
                <a:spcPts val="5"/>
              </a:spcBef>
            </a:pPr>
            <a:r>
              <a:rPr sz="1200" spc="-5" dirty="0">
                <a:latin typeface="Times New Roman"/>
                <a:cs typeface="Times New Roman"/>
              </a:rPr>
              <a:t>around </a:t>
            </a:r>
            <a:r>
              <a:rPr sz="1200" dirty="0">
                <a:latin typeface="Times New Roman"/>
                <a:cs typeface="Times New Roman"/>
              </a:rPr>
              <a:t>their core competences. To survive from the competition each </a:t>
            </a:r>
            <a:r>
              <a:rPr sz="1200" spc="-5" dirty="0">
                <a:latin typeface="Times New Roman"/>
                <a:cs typeface="Times New Roman"/>
              </a:rPr>
              <a:t>system has </a:t>
            </a:r>
            <a:r>
              <a:rPr sz="1200" dirty="0">
                <a:latin typeface="Times New Roman"/>
                <a:cs typeface="Times New Roman"/>
              </a:rPr>
              <a:t>to </a:t>
            </a:r>
            <a:r>
              <a:rPr sz="1200" spc="-10" dirty="0">
                <a:latin typeface="Times New Roman"/>
                <a:cs typeface="Times New Roman"/>
              </a:rPr>
              <a:t>produce </a:t>
            </a:r>
            <a:r>
              <a:rPr sz="1200" spc="-5" dirty="0">
                <a:latin typeface="Times New Roman"/>
                <a:cs typeface="Times New Roman"/>
              </a:rPr>
              <a:t> </a:t>
            </a:r>
            <a:r>
              <a:rPr sz="1200" dirty="0">
                <a:latin typeface="Times New Roman"/>
                <a:cs typeface="Times New Roman"/>
              </a:rPr>
              <a:t>some</a:t>
            </a:r>
            <a:r>
              <a:rPr sz="1200" spc="-15" dirty="0">
                <a:latin typeface="Times New Roman"/>
                <a:cs typeface="Times New Roman"/>
              </a:rPr>
              <a:t> </a:t>
            </a:r>
            <a:r>
              <a:rPr sz="1200" spc="-10" dirty="0">
                <a:latin typeface="Times New Roman"/>
                <a:cs typeface="Times New Roman"/>
              </a:rPr>
              <a:t>modification</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feature.</a:t>
            </a:r>
            <a:r>
              <a:rPr sz="1200" spc="-20" dirty="0">
                <a:latin typeface="Times New Roman"/>
                <a:cs typeface="Times New Roman"/>
              </a:rPr>
              <a:t> </a:t>
            </a:r>
            <a:r>
              <a:rPr sz="1200" spc="-5" dirty="0">
                <a:latin typeface="Times New Roman"/>
                <a:cs typeface="Times New Roman"/>
              </a:rPr>
              <a:t>New</a:t>
            </a:r>
            <a:r>
              <a:rPr sz="1200" spc="-10"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spc="-5" dirty="0">
                <a:latin typeface="Times New Roman"/>
                <a:cs typeface="Times New Roman"/>
              </a:rPr>
              <a:t>will</a:t>
            </a:r>
            <a:r>
              <a:rPr sz="1200" spc="-1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5" dirty="0">
                <a:latin typeface="Times New Roman"/>
                <a:cs typeface="Times New Roman"/>
              </a:rPr>
              <a:t>system</a:t>
            </a:r>
            <a:r>
              <a:rPr sz="1200" dirty="0">
                <a:latin typeface="Times New Roman"/>
                <a:cs typeface="Times New Roman"/>
              </a:rPr>
              <a:t> a</a:t>
            </a:r>
            <a:r>
              <a:rPr sz="1200" spc="-20" dirty="0">
                <a:latin typeface="Times New Roman"/>
                <a:cs typeface="Times New Roman"/>
              </a:rPr>
              <a:t> </a:t>
            </a:r>
            <a:r>
              <a:rPr sz="1200" spc="-5" dirty="0">
                <a:latin typeface="Times New Roman"/>
                <a:cs typeface="Times New Roman"/>
              </a:rPr>
              <a:t>new</a:t>
            </a:r>
            <a:r>
              <a:rPr sz="1200" spc="-10" dirty="0">
                <a:latin typeface="Times New Roman"/>
                <a:cs typeface="Times New Roman"/>
              </a:rPr>
              <a:t> </a:t>
            </a:r>
            <a:r>
              <a:rPr sz="1200" dirty="0">
                <a:latin typeface="Times New Roman"/>
                <a:cs typeface="Times New Roman"/>
              </a:rPr>
              <a:t>fresh</a:t>
            </a:r>
            <a:r>
              <a:rPr sz="1200" spc="-5" dirty="0">
                <a:latin typeface="Times New Roman"/>
                <a:cs typeface="Times New Roman"/>
              </a:rPr>
              <a:t> </a:t>
            </a:r>
            <a:r>
              <a:rPr sz="1200" spc="-20" dirty="0">
                <a:latin typeface="Times New Roman"/>
                <a:cs typeface="Times New Roman"/>
              </a:rPr>
              <a:t>look </a:t>
            </a:r>
            <a:r>
              <a:rPr sz="1200" spc="-290" dirty="0">
                <a:latin typeface="Times New Roman"/>
                <a:cs typeface="Times New Roman"/>
              </a:rPr>
              <a:t> </a:t>
            </a:r>
            <a:r>
              <a:rPr sz="1200" spc="-5" dirty="0">
                <a:latin typeface="Times New Roman"/>
                <a:cs typeface="Times New Roman"/>
              </a:rPr>
              <a:t>which</a:t>
            </a:r>
            <a:r>
              <a:rPr sz="1200" spc="-20"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5" dirty="0">
                <a:latin typeface="Times New Roman"/>
                <a:cs typeface="Times New Roman"/>
              </a:rPr>
              <a:t>attract</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lot</a:t>
            </a:r>
            <a:r>
              <a:rPr sz="1200" spc="-1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25" dirty="0">
                <a:latin typeface="Times New Roman"/>
                <a:cs typeface="Times New Roman"/>
              </a:rPr>
              <a:t>user.</a:t>
            </a:r>
            <a:endParaRPr sz="1200">
              <a:latin typeface="Times New Roman"/>
              <a:cs typeface="Times New Roman"/>
            </a:endParaRPr>
          </a:p>
          <a:p>
            <a:pPr marL="12700" marR="5080" indent="228600" algn="just">
              <a:lnSpc>
                <a:spcPct val="155000"/>
              </a:lnSpc>
              <a:spcBef>
                <a:spcPts val="805"/>
              </a:spcBef>
            </a:pPr>
            <a:r>
              <a:rPr sz="1200" dirty="0">
                <a:latin typeface="Times New Roman"/>
                <a:cs typeface="Times New Roman"/>
              </a:rPr>
              <a:t>The </a:t>
            </a:r>
            <a:r>
              <a:rPr sz="1200" spc="-5" dirty="0">
                <a:latin typeface="Times New Roman"/>
                <a:cs typeface="Times New Roman"/>
              </a:rPr>
              <a:t>software is </a:t>
            </a:r>
            <a:r>
              <a:rPr sz="1200" dirty="0">
                <a:latin typeface="Times New Roman"/>
                <a:cs typeface="Times New Roman"/>
              </a:rPr>
              <a:t>developed in </a:t>
            </a:r>
            <a:r>
              <a:rPr sz="1200" spc="-10" dirty="0">
                <a:latin typeface="Times New Roman"/>
                <a:cs typeface="Times New Roman"/>
              </a:rPr>
              <a:t>PHP </a:t>
            </a:r>
            <a:r>
              <a:rPr sz="1200" spc="-5" dirty="0">
                <a:latin typeface="Times New Roman"/>
                <a:cs typeface="Times New Roman"/>
              </a:rPr>
              <a:t>which makes </a:t>
            </a:r>
            <a:r>
              <a:rPr sz="1200" dirty="0">
                <a:latin typeface="Times New Roman"/>
                <a:cs typeface="Times New Roman"/>
              </a:rPr>
              <a:t>the </a:t>
            </a:r>
            <a:r>
              <a:rPr sz="1200" spc="-5" dirty="0">
                <a:latin typeface="Times New Roman"/>
                <a:cs typeface="Times New Roman"/>
              </a:rPr>
              <a:t>system </a:t>
            </a:r>
            <a:r>
              <a:rPr sz="1200" dirty="0">
                <a:latin typeface="Times New Roman"/>
                <a:cs typeface="Times New Roman"/>
              </a:rPr>
              <a:t>more reliable and </a:t>
            </a:r>
            <a:r>
              <a:rPr sz="1200" spc="-10" dirty="0">
                <a:latin typeface="Times New Roman"/>
                <a:cs typeface="Times New Roman"/>
              </a:rPr>
              <a:t>compactible </a:t>
            </a:r>
            <a:r>
              <a:rPr sz="1200" spc="-5" dirty="0">
                <a:latin typeface="Times New Roman"/>
                <a:cs typeface="Times New Roman"/>
              </a:rPr>
              <a:t> </a:t>
            </a:r>
            <a:r>
              <a:rPr sz="1200" dirty="0">
                <a:latin typeface="Times New Roman"/>
                <a:cs typeface="Times New Roman"/>
              </a:rPr>
              <a:t>with the </a:t>
            </a:r>
            <a:r>
              <a:rPr sz="1200" spc="-10" dirty="0">
                <a:latin typeface="Times New Roman"/>
                <a:cs typeface="Times New Roman"/>
              </a:rPr>
              <a:t>other environment. </a:t>
            </a:r>
            <a:r>
              <a:rPr sz="1200" dirty="0">
                <a:latin typeface="Times New Roman"/>
                <a:cs typeface="Times New Roman"/>
              </a:rPr>
              <a:t>The </a:t>
            </a:r>
            <a:r>
              <a:rPr sz="1200" spc="-10" dirty="0">
                <a:latin typeface="Times New Roman"/>
                <a:cs typeface="Times New Roman"/>
              </a:rPr>
              <a:t>application proves better extensibility </a:t>
            </a:r>
            <a:r>
              <a:rPr sz="1200" dirty="0">
                <a:latin typeface="Times New Roman"/>
                <a:cs typeface="Times New Roman"/>
              </a:rPr>
              <a:t>and </a:t>
            </a:r>
            <a:r>
              <a:rPr sz="1200" spc="-10" dirty="0">
                <a:latin typeface="Times New Roman"/>
                <a:cs typeface="Times New Roman"/>
              </a:rPr>
              <a:t>flexibility </a:t>
            </a:r>
            <a:r>
              <a:rPr sz="1200" dirty="0">
                <a:latin typeface="Times New Roman"/>
                <a:cs typeface="Times New Roman"/>
              </a:rPr>
              <a:t>for </a:t>
            </a:r>
            <a:r>
              <a:rPr sz="1200" spc="-10" dirty="0">
                <a:latin typeface="Times New Roman"/>
                <a:cs typeface="Times New Roman"/>
              </a:rPr>
              <a:t>future </a:t>
            </a:r>
            <a:r>
              <a:rPr sz="1200" spc="-285" dirty="0">
                <a:latin typeface="Times New Roman"/>
                <a:cs typeface="Times New Roman"/>
              </a:rPr>
              <a:t> </a:t>
            </a:r>
            <a:r>
              <a:rPr sz="1200" spc="-20" dirty="0">
                <a:latin typeface="Times New Roman"/>
                <a:cs typeface="Times New Roman"/>
              </a:rPr>
              <a:t>enhancements. </a:t>
            </a:r>
            <a:r>
              <a:rPr sz="1200" spc="5" dirty="0">
                <a:latin typeface="Times New Roman"/>
                <a:cs typeface="Times New Roman"/>
              </a:rPr>
              <a:t>Any </a:t>
            </a:r>
            <a:r>
              <a:rPr sz="1200" spc="-10" dirty="0">
                <a:latin typeface="Times New Roman"/>
                <a:cs typeface="Times New Roman"/>
              </a:rPr>
              <a:t>future requirement application </a:t>
            </a:r>
            <a:r>
              <a:rPr sz="1200" spc="-5" dirty="0">
                <a:latin typeface="Times New Roman"/>
                <a:cs typeface="Times New Roman"/>
              </a:rPr>
              <a:t>is </a:t>
            </a:r>
            <a:r>
              <a:rPr sz="1200" spc="-15" dirty="0">
                <a:latin typeface="Times New Roman"/>
                <a:cs typeface="Times New Roman"/>
              </a:rPr>
              <a:t>possible </a:t>
            </a:r>
            <a:r>
              <a:rPr sz="1200" spc="-10" dirty="0">
                <a:latin typeface="Times New Roman"/>
                <a:cs typeface="Times New Roman"/>
              </a:rPr>
              <a:t>with </a:t>
            </a:r>
            <a:r>
              <a:rPr sz="1200" spc="-5" dirty="0">
                <a:latin typeface="Times New Roman"/>
                <a:cs typeface="Times New Roman"/>
              </a:rPr>
              <a:t>the </a:t>
            </a:r>
            <a:r>
              <a:rPr sz="1200" spc="-10" dirty="0">
                <a:latin typeface="Times New Roman"/>
                <a:cs typeface="Times New Roman"/>
              </a:rPr>
              <a:t>features guaranteed. </a:t>
            </a:r>
            <a:r>
              <a:rPr sz="1200" spc="-1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design </a:t>
            </a:r>
            <a:r>
              <a:rPr sz="1200" dirty="0">
                <a:latin typeface="Times New Roman"/>
                <a:cs typeface="Times New Roman"/>
              </a:rPr>
              <a:t>of the software </a:t>
            </a:r>
            <a:r>
              <a:rPr sz="1200" spc="-5" dirty="0">
                <a:latin typeface="Times New Roman"/>
                <a:cs typeface="Times New Roman"/>
              </a:rPr>
              <a:t>is </a:t>
            </a:r>
            <a:r>
              <a:rPr sz="1200" dirty="0">
                <a:latin typeface="Times New Roman"/>
                <a:cs typeface="Times New Roman"/>
              </a:rPr>
              <a:t>in </a:t>
            </a:r>
            <a:r>
              <a:rPr sz="1200" spc="-5" dirty="0">
                <a:latin typeface="Times New Roman"/>
                <a:cs typeface="Times New Roman"/>
              </a:rPr>
              <a:t>such </a:t>
            </a:r>
            <a:r>
              <a:rPr sz="1200" dirty="0">
                <a:latin typeface="Times New Roman"/>
                <a:cs typeface="Times New Roman"/>
              </a:rPr>
              <a:t>a way that the </a:t>
            </a:r>
            <a:r>
              <a:rPr sz="1200" spc="-5" dirty="0">
                <a:latin typeface="Times New Roman"/>
                <a:cs typeface="Times New Roman"/>
              </a:rPr>
              <a:t>addition </a:t>
            </a:r>
            <a:r>
              <a:rPr sz="1200" dirty="0">
                <a:latin typeface="Times New Roman"/>
                <a:cs typeface="Times New Roman"/>
              </a:rPr>
              <a:t>of </a:t>
            </a:r>
            <a:r>
              <a:rPr sz="1200" spc="5" dirty="0">
                <a:latin typeface="Times New Roman"/>
                <a:cs typeface="Times New Roman"/>
              </a:rPr>
              <a:t>any </a:t>
            </a:r>
            <a:r>
              <a:rPr sz="1200" spc="-5" dirty="0">
                <a:latin typeface="Times New Roman"/>
                <a:cs typeface="Times New Roman"/>
              </a:rPr>
              <a:t>new </a:t>
            </a:r>
            <a:r>
              <a:rPr sz="1200" dirty="0">
                <a:latin typeface="Times New Roman"/>
                <a:cs typeface="Times New Roman"/>
              </a:rPr>
              <a:t>module if necessary </a:t>
            </a:r>
            <a:r>
              <a:rPr sz="1200" spc="-30" dirty="0">
                <a:latin typeface="Times New Roman"/>
                <a:cs typeface="Times New Roman"/>
              </a:rPr>
              <a:t>is </a:t>
            </a:r>
            <a:r>
              <a:rPr sz="1200" spc="-25" dirty="0">
                <a:latin typeface="Times New Roman"/>
                <a:cs typeface="Times New Roman"/>
              </a:rPr>
              <a:t> </a:t>
            </a:r>
            <a:r>
              <a:rPr sz="1200" spc="-5" dirty="0">
                <a:latin typeface="Times New Roman"/>
                <a:cs typeface="Times New Roman"/>
              </a:rPr>
              <a:t>possible</a:t>
            </a:r>
            <a:r>
              <a:rPr sz="1200" spc="-40" dirty="0">
                <a:latin typeface="Times New Roman"/>
                <a:cs typeface="Times New Roman"/>
              </a:rPr>
              <a:t> </a:t>
            </a:r>
            <a:r>
              <a:rPr sz="1200" dirty="0">
                <a:latin typeface="Times New Roman"/>
                <a:cs typeface="Times New Roman"/>
              </a:rPr>
              <a:t>without</a:t>
            </a:r>
            <a:r>
              <a:rPr sz="1200" spc="-20" dirty="0">
                <a:latin typeface="Times New Roman"/>
                <a:cs typeface="Times New Roman"/>
              </a:rPr>
              <a:t> </a:t>
            </a:r>
            <a:r>
              <a:rPr sz="1200" spc="-5" dirty="0">
                <a:latin typeface="Times New Roman"/>
                <a:cs typeface="Times New Roman"/>
              </a:rPr>
              <a:t>affecting</a:t>
            </a:r>
            <a:r>
              <a:rPr sz="1200" dirty="0">
                <a:latin typeface="Times New Roman"/>
                <a:cs typeface="Times New Roman"/>
              </a:rPr>
              <a:t> the</a:t>
            </a:r>
            <a:r>
              <a:rPr sz="1200" spc="-15" dirty="0">
                <a:latin typeface="Times New Roman"/>
                <a:cs typeface="Times New Roman"/>
              </a:rPr>
              <a:t> </a:t>
            </a:r>
            <a:r>
              <a:rPr sz="1200" spc="-5" dirty="0">
                <a:latin typeface="Times New Roman"/>
                <a:cs typeface="Times New Roman"/>
              </a:rPr>
              <a:t>integrity</a:t>
            </a:r>
            <a:r>
              <a:rPr sz="1200" spc="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5" dirty="0">
                <a:latin typeface="Times New Roman"/>
                <a:cs typeface="Times New Roman"/>
              </a:rPr>
              <a:t>present</a:t>
            </a:r>
            <a:r>
              <a:rPr sz="1200" spc="-10" dirty="0">
                <a:latin typeface="Times New Roman"/>
                <a:cs typeface="Times New Roman"/>
              </a:rPr>
              <a:t> </a:t>
            </a:r>
            <a:r>
              <a:rPr sz="1200" spc="-20" dirty="0">
                <a:latin typeface="Times New Roman"/>
                <a:cs typeface="Times New Roman"/>
              </a:rPr>
              <a:t>system.</a:t>
            </a:r>
            <a:endParaRPr sz="1200">
              <a:latin typeface="Times New Roman"/>
              <a:cs typeface="Times New Roman"/>
            </a:endParaRPr>
          </a:p>
        </p:txBody>
      </p:sp>
      <p:sp>
        <p:nvSpPr>
          <p:cNvPr id="6" name="object 6"/>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2767710" y="5058918"/>
            <a:ext cx="1939289" cy="269240"/>
          </a:xfrm>
          <a:prstGeom prst="rect">
            <a:avLst/>
          </a:prstGeom>
        </p:spPr>
        <p:txBody>
          <a:bodyPr vert="horz" wrap="square" lIns="0" tIns="12065" rIns="0" bIns="0" rtlCol="0">
            <a:spAutoFit/>
          </a:bodyPr>
          <a:lstStyle/>
          <a:p>
            <a:pPr marL="12700">
              <a:lnSpc>
                <a:spcPct val="100000"/>
              </a:lnSpc>
              <a:spcBef>
                <a:spcPts val="95"/>
              </a:spcBef>
            </a:pPr>
            <a:r>
              <a:rPr sz="1600" b="1" spc="-15" dirty="0">
                <a:latin typeface="Times New Roman"/>
                <a:cs typeface="Times New Roman"/>
              </a:rPr>
              <a:t>11.BIBILIOGRAPHY</a:t>
            </a:r>
            <a:endParaRPr sz="1600">
              <a:latin typeface="Times New Roman"/>
              <a:cs typeface="Times New Roman"/>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59</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80770" y="889762"/>
            <a:ext cx="5746115" cy="2260600"/>
          </a:xfrm>
          <a:prstGeom prst="rect">
            <a:avLst/>
          </a:prstGeom>
        </p:spPr>
        <p:txBody>
          <a:bodyPr vert="horz" wrap="square" lIns="0" tIns="12700" rIns="0" bIns="0" rtlCol="0">
            <a:spAutoFit/>
          </a:bodyPr>
          <a:lstStyle/>
          <a:p>
            <a:pPr marL="25400">
              <a:lnSpc>
                <a:spcPct val="100000"/>
              </a:lnSpc>
              <a:spcBef>
                <a:spcPts val="100"/>
              </a:spcBef>
            </a:pPr>
            <a:r>
              <a:rPr sz="1400" b="1" spc="-15" dirty="0">
                <a:latin typeface="Times New Roman"/>
                <a:cs typeface="Times New Roman"/>
              </a:rPr>
              <a:t>BIBILIOGRAPHY</a:t>
            </a:r>
            <a:endParaRPr sz="1400">
              <a:latin typeface="Times New Roman"/>
              <a:cs typeface="Times New Roman"/>
            </a:endParaRPr>
          </a:p>
          <a:p>
            <a:pPr marL="491490" marR="548640" indent="-229235">
              <a:lnSpc>
                <a:spcPct val="105800"/>
              </a:lnSpc>
              <a:spcBef>
                <a:spcPts val="1310"/>
              </a:spcBef>
              <a:buFont typeface="Arial MT"/>
              <a:buChar char="●"/>
              <a:tabLst>
                <a:tab pos="491490" algn="l"/>
                <a:tab pos="492125" algn="l"/>
              </a:tabLst>
            </a:pPr>
            <a:r>
              <a:rPr sz="1200" spc="-15" dirty="0">
                <a:latin typeface="Times New Roman"/>
                <a:cs typeface="Times New Roman"/>
              </a:rPr>
              <a:t>Software</a:t>
            </a:r>
            <a:r>
              <a:rPr sz="1200" spc="-10" dirty="0">
                <a:latin typeface="Times New Roman"/>
                <a:cs typeface="Times New Roman"/>
              </a:rPr>
              <a:t> </a:t>
            </a:r>
            <a:r>
              <a:rPr sz="1200" spc="-15" dirty="0">
                <a:latin typeface="Times New Roman"/>
                <a:cs typeface="Times New Roman"/>
              </a:rPr>
              <a:t>Engineering</a:t>
            </a:r>
            <a:r>
              <a:rPr sz="1200" spc="-10" dirty="0">
                <a:latin typeface="Times New Roman"/>
                <a:cs typeface="Times New Roman"/>
              </a:rPr>
              <a:t> </a:t>
            </a:r>
            <a:r>
              <a:rPr sz="1200" spc="-5" dirty="0">
                <a:latin typeface="Times New Roman"/>
                <a:cs typeface="Times New Roman"/>
              </a:rPr>
              <a:t>(Third</a:t>
            </a:r>
            <a:r>
              <a:rPr sz="1200" dirty="0">
                <a:latin typeface="Times New Roman"/>
                <a:cs typeface="Times New Roman"/>
              </a:rPr>
              <a:t> </a:t>
            </a:r>
            <a:r>
              <a:rPr sz="1200" spc="-15" dirty="0">
                <a:latin typeface="Times New Roman"/>
                <a:cs typeface="Times New Roman"/>
              </a:rPr>
              <a:t>Edition), </a:t>
            </a:r>
            <a:r>
              <a:rPr sz="1200" spc="-5" dirty="0">
                <a:latin typeface="Times New Roman"/>
                <a:cs typeface="Times New Roman"/>
              </a:rPr>
              <a:t>K</a:t>
            </a:r>
            <a:r>
              <a:rPr sz="1200" dirty="0">
                <a:latin typeface="Times New Roman"/>
                <a:cs typeface="Times New Roman"/>
              </a:rPr>
              <a:t> </a:t>
            </a:r>
            <a:r>
              <a:rPr sz="1200" spc="-5" dirty="0">
                <a:latin typeface="Times New Roman"/>
                <a:cs typeface="Times New Roman"/>
              </a:rPr>
              <a:t>K</a:t>
            </a:r>
            <a:r>
              <a:rPr sz="1200" dirty="0">
                <a:latin typeface="Times New Roman"/>
                <a:cs typeface="Times New Roman"/>
              </a:rPr>
              <a:t> </a:t>
            </a:r>
            <a:r>
              <a:rPr sz="1200" spc="-20" dirty="0">
                <a:latin typeface="Times New Roman"/>
                <a:cs typeface="Times New Roman"/>
              </a:rPr>
              <a:t>Aggarwal,</a:t>
            </a:r>
            <a:r>
              <a:rPr sz="1200" spc="260" dirty="0">
                <a:latin typeface="Times New Roman"/>
                <a:cs typeface="Times New Roman"/>
              </a:rPr>
              <a:t> </a:t>
            </a:r>
            <a:r>
              <a:rPr sz="1200" spc="-5" dirty="0">
                <a:latin typeface="Times New Roman"/>
                <a:cs typeface="Times New Roman"/>
              </a:rPr>
              <a:t>YogeshSingh, </a:t>
            </a:r>
            <a:r>
              <a:rPr sz="1200" spc="-25" dirty="0">
                <a:latin typeface="Times New Roman"/>
                <a:cs typeface="Times New Roman"/>
              </a:rPr>
              <a:t>New </a:t>
            </a:r>
            <a:r>
              <a:rPr sz="1200" spc="-285" dirty="0">
                <a:latin typeface="Times New Roman"/>
                <a:cs typeface="Times New Roman"/>
              </a:rPr>
              <a:t> </a:t>
            </a:r>
            <a:r>
              <a:rPr sz="1200" spc="-10" dirty="0">
                <a:latin typeface="Times New Roman"/>
                <a:cs typeface="Times New Roman"/>
              </a:rPr>
              <a:t>Age</a:t>
            </a:r>
            <a:r>
              <a:rPr sz="1200" spc="10" dirty="0">
                <a:latin typeface="Times New Roman"/>
                <a:cs typeface="Times New Roman"/>
              </a:rPr>
              <a:t> </a:t>
            </a:r>
            <a:r>
              <a:rPr sz="1200" spc="-15" dirty="0">
                <a:latin typeface="Times New Roman"/>
                <a:cs typeface="Times New Roman"/>
              </a:rPr>
              <a:t>International</a:t>
            </a:r>
            <a:r>
              <a:rPr sz="1200" spc="65" dirty="0">
                <a:latin typeface="Times New Roman"/>
                <a:cs typeface="Times New Roman"/>
              </a:rPr>
              <a:t> </a:t>
            </a:r>
            <a:r>
              <a:rPr sz="1200" spc="-15" dirty="0">
                <a:latin typeface="Times New Roman"/>
                <a:cs typeface="Times New Roman"/>
              </a:rPr>
              <a:t>Publications.</a:t>
            </a:r>
            <a:endParaRPr sz="1200">
              <a:latin typeface="Times New Roman"/>
              <a:cs typeface="Times New Roman"/>
            </a:endParaRPr>
          </a:p>
          <a:p>
            <a:pPr marL="491490" indent="-229235">
              <a:lnSpc>
                <a:spcPct val="100000"/>
              </a:lnSpc>
              <a:spcBef>
                <a:spcPts val="1010"/>
              </a:spcBef>
              <a:buFont typeface="Arial MT"/>
              <a:buChar char="●"/>
              <a:tabLst>
                <a:tab pos="491490" algn="l"/>
                <a:tab pos="492125" algn="l"/>
              </a:tabLst>
            </a:pPr>
            <a:r>
              <a:rPr sz="1200" spc="-5" dirty="0">
                <a:latin typeface="Times New Roman"/>
                <a:cs typeface="Times New Roman"/>
              </a:rPr>
              <a:t>Software</a:t>
            </a:r>
            <a:r>
              <a:rPr sz="1200" spc="-45" dirty="0">
                <a:latin typeface="Times New Roman"/>
                <a:cs typeface="Times New Roman"/>
              </a:rPr>
              <a:t> </a:t>
            </a:r>
            <a:r>
              <a:rPr sz="1200" spc="-5" dirty="0">
                <a:latin typeface="Times New Roman"/>
                <a:cs typeface="Times New Roman"/>
              </a:rPr>
              <a:t>Engineering</a:t>
            </a:r>
            <a:r>
              <a:rPr sz="1200" spc="10" dirty="0">
                <a:latin typeface="Times New Roman"/>
                <a:cs typeface="Times New Roman"/>
              </a:rPr>
              <a:t> </a:t>
            </a:r>
            <a:r>
              <a:rPr sz="1200" dirty="0">
                <a:latin typeface="Times New Roman"/>
                <a:cs typeface="Times New Roman"/>
              </a:rPr>
              <a:t>(7th</a:t>
            </a:r>
            <a:r>
              <a:rPr sz="1200" spc="-35" dirty="0">
                <a:latin typeface="Times New Roman"/>
                <a:cs typeface="Times New Roman"/>
              </a:rPr>
              <a:t> </a:t>
            </a:r>
            <a:r>
              <a:rPr sz="1200" dirty="0">
                <a:latin typeface="Times New Roman"/>
                <a:cs typeface="Times New Roman"/>
              </a:rPr>
              <a:t>Edition),</a:t>
            </a:r>
            <a:r>
              <a:rPr sz="1200" spc="-40" dirty="0">
                <a:latin typeface="Times New Roman"/>
                <a:cs typeface="Times New Roman"/>
              </a:rPr>
              <a:t> </a:t>
            </a:r>
            <a:r>
              <a:rPr sz="1200" spc="-15" dirty="0">
                <a:latin typeface="Times New Roman"/>
                <a:cs typeface="Times New Roman"/>
              </a:rPr>
              <a:t>Ian</a:t>
            </a:r>
            <a:r>
              <a:rPr sz="1200" spc="5" dirty="0">
                <a:latin typeface="Times New Roman"/>
                <a:cs typeface="Times New Roman"/>
              </a:rPr>
              <a:t> </a:t>
            </a:r>
            <a:r>
              <a:rPr sz="1200" dirty="0">
                <a:latin typeface="Times New Roman"/>
                <a:cs typeface="Times New Roman"/>
              </a:rPr>
              <a:t>Sommerville,</a:t>
            </a:r>
            <a:r>
              <a:rPr sz="1200" spc="-45" dirty="0">
                <a:latin typeface="Times New Roman"/>
                <a:cs typeface="Times New Roman"/>
              </a:rPr>
              <a:t> </a:t>
            </a:r>
            <a:r>
              <a:rPr sz="1200" spc="-5" dirty="0">
                <a:latin typeface="Times New Roman"/>
                <a:cs typeface="Times New Roman"/>
              </a:rPr>
              <a:t>Pearson</a:t>
            </a:r>
            <a:r>
              <a:rPr sz="1200" spc="-20" dirty="0">
                <a:latin typeface="Times New Roman"/>
                <a:cs typeface="Times New Roman"/>
              </a:rPr>
              <a:t> </a:t>
            </a:r>
            <a:r>
              <a:rPr sz="1200" spc="-15" dirty="0">
                <a:latin typeface="Times New Roman"/>
                <a:cs typeface="Times New Roman"/>
              </a:rPr>
              <a:t>Education</a:t>
            </a:r>
            <a:endParaRPr sz="1200">
              <a:latin typeface="Times New Roman"/>
              <a:cs typeface="Times New Roman"/>
            </a:endParaRPr>
          </a:p>
          <a:p>
            <a:pPr marL="491490" marR="17780" indent="-229235">
              <a:lnSpc>
                <a:spcPts val="2220"/>
              </a:lnSpc>
              <a:spcBef>
                <a:spcPts val="20"/>
              </a:spcBef>
              <a:buFont typeface="Arial MT"/>
              <a:buChar char="●"/>
              <a:tabLst>
                <a:tab pos="491490" algn="l"/>
                <a:tab pos="492125" algn="l"/>
              </a:tabLst>
            </a:pPr>
            <a:r>
              <a:rPr sz="1200" spc="-5" dirty="0">
                <a:latin typeface="Times New Roman"/>
                <a:cs typeface="Times New Roman"/>
              </a:rPr>
              <a:t>An</a:t>
            </a:r>
            <a:r>
              <a:rPr sz="1200" spc="15" dirty="0">
                <a:latin typeface="Times New Roman"/>
                <a:cs typeface="Times New Roman"/>
              </a:rPr>
              <a:t> </a:t>
            </a:r>
            <a:r>
              <a:rPr sz="1200" spc="-5" dirty="0">
                <a:latin typeface="Times New Roman"/>
                <a:cs typeface="Times New Roman"/>
              </a:rPr>
              <a:t>Integrated</a:t>
            </a:r>
            <a:r>
              <a:rPr sz="1200" spc="75" dirty="0">
                <a:latin typeface="Times New Roman"/>
                <a:cs typeface="Times New Roman"/>
              </a:rPr>
              <a:t> </a:t>
            </a:r>
            <a:r>
              <a:rPr sz="1200" spc="-5" dirty="0">
                <a:latin typeface="Times New Roman"/>
                <a:cs typeface="Times New Roman"/>
              </a:rPr>
              <a:t>approach</a:t>
            </a:r>
            <a:r>
              <a:rPr sz="1200" spc="6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Software</a:t>
            </a:r>
            <a:r>
              <a:rPr sz="1200" spc="20" dirty="0">
                <a:latin typeface="Times New Roman"/>
                <a:cs typeface="Times New Roman"/>
              </a:rPr>
              <a:t> </a:t>
            </a:r>
            <a:r>
              <a:rPr sz="1200" spc="-5" dirty="0">
                <a:latin typeface="Times New Roman"/>
                <a:cs typeface="Times New Roman"/>
              </a:rPr>
              <a:t>Engineering</a:t>
            </a:r>
            <a:r>
              <a:rPr sz="1200" spc="45" dirty="0">
                <a:latin typeface="Times New Roman"/>
                <a:cs typeface="Times New Roman"/>
              </a:rPr>
              <a:t> </a:t>
            </a:r>
            <a:r>
              <a:rPr sz="1200" spc="-5" dirty="0">
                <a:latin typeface="Times New Roman"/>
                <a:cs typeface="Times New Roman"/>
              </a:rPr>
              <a:t>(Second</a:t>
            </a:r>
            <a:r>
              <a:rPr sz="1200" spc="40" dirty="0">
                <a:latin typeface="Times New Roman"/>
                <a:cs typeface="Times New Roman"/>
              </a:rPr>
              <a:t> </a:t>
            </a:r>
            <a:r>
              <a:rPr sz="1200" dirty="0">
                <a:latin typeface="Times New Roman"/>
                <a:cs typeface="Times New Roman"/>
              </a:rPr>
              <a:t>Edition),</a:t>
            </a:r>
            <a:r>
              <a:rPr sz="1200" spc="15" dirty="0">
                <a:latin typeface="Times New Roman"/>
                <a:cs typeface="Times New Roman"/>
              </a:rPr>
              <a:t> </a:t>
            </a:r>
            <a:r>
              <a:rPr sz="1200" spc="-15" dirty="0">
                <a:latin typeface="Times New Roman"/>
                <a:cs typeface="Times New Roman"/>
              </a:rPr>
              <a:t>PankajJalote, </a:t>
            </a:r>
            <a:r>
              <a:rPr sz="1200" spc="-285" dirty="0">
                <a:latin typeface="Times New Roman"/>
                <a:cs typeface="Times New Roman"/>
              </a:rPr>
              <a:t> </a:t>
            </a:r>
            <a:r>
              <a:rPr sz="1200" spc="-5" dirty="0">
                <a:latin typeface="Times New Roman"/>
                <a:cs typeface="Times New Roman"/>
              </a:rPr>
              <a:t>Narosa</a:t>
            </a:r>
            <a:r>
              <a:rPr sz="1200" spc="-45" dirty="0">
                <a:latin typeface="Times New Roman"/>
                <a:cs typeface="Times New Roman"/>
              </a:rPr>
              <a:t> </a:t>
            </a:r>
            <a:r>
              <a:rPr sz="1200" spc="-5" dirty="0">
                <a:latin typeface="Times New Roman"/>
                <a:cs typeface="Times New Roman"/>
              </a:rPr>
              <a:t>Publication</a:t>
            </a:r>
            <a:r>
              <a:rPr sz="1200" spc="-20" dirty="0">
                <a:latin typeface="Times New Roman"/>
                <a:cs typeface="Times New Roman"/>
              </a:rPr>
              <a:t> Company,</a:t>
            </a:r>
            <a:r>
              <a:rPr sz="1200" spc="10" dirty="0">
                <a:latin typeface="Times New Roman"/>
                <a:cs typeface="Times New Roman"/>
              </a:rPr>
              <a:t> </a:t>
            </a:r>
            <a:r>
              <a:rPr sz="1200" spc="-5" dirty="0">
                <a:latin typeface="Times New Roman"/>
                <a:cs typeface="Times New Roman"/>
              </a:rPr>
              <a:t>Pearson</a:t>
            </a:r>
            <a:r>
              <a:rPr sz="1200" spc="-40" dirty="0">
                <a:latin typeface="Times New Roman"/>
                <a:cs typeface="Times New Roman"/>
              </a:rPr>
              <a:t> </a:t>
            </a:r>
            <a:r>
              <a:rPr sz="1200" spc="-15" dirty="0">
                <a:latin typeface="Times New Roman"/>
                <a:cs typeface="Times New Roman"/>
              </a:rPr>
              <a:t>Education.</a:t>
            </a:r>
            <a:endParaRPr sz="1200">
              <a:latin typeface="Times New Roman"/>
              <a:cs typeface="Times New Roman"/>
            </a:endParaRPr>
          </a:p>
          <a:p>
            <a:pPr marL="491490" indent="-229235">
              <a:lnSpc>
                <a:spcPct val="100000"/>
              </a:lnSpc>
              <a:spcBef>
                <a:spcPts val="865"/>
              </a:spcBef>
              <a:buFont typeface="Arial MT"/>
              <a:buChar char="●"/>
              <a:tabLst>
                <a:tab pos="491490" algn="l"/>
                <a:tab pos="492125" algn="l"/>
              </a:tabLst>
            </a:pPr>
            <a:r>
              <a:rPr sz="1200" spc="-10" dirty="0">
                <a:latin typeface="Times New Roman"/>
                <a:cs typeface="Times New Roman"/>
              </a:rPr>
              <a:t>Internet</a:t>
            </a:r>
            <a:r>
              <a:rPr sz="1200" spc="15" dirty="0">
                <a:latin typeface="Times New Roman"/>
                <a:cs typeface="Times New Roman"/>
              </a:rPr>
              <a:t> </a:t>
            </a:r>
            <a:r>
              <a:rPr sz="1200" dirty="0">
                <a:latin typeface="Times New Roman"/>
                <a:cs typeface="Times New Roman"/>
              </a:rPr>
              <a:t>&amp;</a:t>
            </a:r>
            <a:r>
              <a:rPr sz="1200" spc="-45" dirty="0">
                <a:latin typeface="Times New Roman"/>
                <a:cs typeface="Times New Roman"/>
              </a:rPr>
              <a:t> </a:t>
            </a:r>
            <a:r>
              <a:rPr sz="1200" spc="-25" dirty="0">
                <a:latin typeface="Times New Roman"/>
                <a:cs typeface="Times New Roman"/>
              </a:rPr>
              <a:t>Web</a:t>
            </a:r>
            <a:r>
              <a:rPr sz="1200" spc="-75" dirty="0">
                <a:latin typeface="Times New Roman"/>
                <a:cs typeface="Times New Roman"/>
              </a:rPr>
              <a:t> </a:t>
            </a:r>
            <a:r>
              <a:rPr sz="1200" spc="-15" dirty="0">
                <a:latin typeface="Times New Roman"/>
                <a:cs typeface="Times New Roman"/>
              </a:rPr>
              <a:t>Technologies,</a:t>
            </a:r>
            <a:r>
              <a:rPr sz="1200" spc="15" dirty="0">
                <a:latin typeface="Times New Roman"/>
                <a:cs typeface="Times New Roman"/>
              </a:rPr>
              <a:t> </a:t>
            </a:r>
            <a:r>
              <a:rPr sz="1200" spc="-5" dirty="0">
                <a:latin typeface="Times New Roman"/>
                <a:cs typeface="Times New Roman"/>
              </a:rPr>
              <a:t>Raj Kamal,</a:t>
            </a:r>
            <a:r>
              <a:rPr sz="1200" spc="-30" dirty="0">
                <a:latin typeface="Times New Roman"/>
                <a:cs typeface="Times New Roman"/>
              </a:rPr>
              <a:t> </a:t>
            </a:r>
            <a:r>
              <a:rPr sz="1200" spc="-25" dirty="0">
                <a:latin typeface="Times New Roman"/>
                <a:cs typeface="Times New Roman"/>
              </a:rPr>
              <a:t>Tata</a:t>
            </a:r>
            <a:r>
              <a:rPr sz="1200" spc="-5" dirty="0">
                <a:latin typeface="Times New Roman"/>
                <a:cs typeface="Times New Roman"/>
              </a:rPr>
              <a:t> </a:t>
            </a:r>
            <a:r>
              <a:rPr sz="1200" spc="-20" dirty="0">
                <a:latin typeface="Times New Roman"/>
                <a:cs typeface="Times New Roman"/>
              </a:rPr>
              <a:t>McGraw.</a:t>
            </a:r>
            <a:endParaRPr sz="1200">
              <a:latin typeface="Times New Roman"/>
              <a:cs typeface="Times New Roman"/>
            </a:endParaRPr>
          </a:p>
          <a:p>
            <a:pPr marL="491490" indent="-229235">
              <a:lnSpc>
                <a:spcPct val="100000"/>
              </a:lnSpc>
              <a:spcBef>
                <a:spcPts val="900"/>
              </a:spcBef>
              <a:buFont typeface="Arial MT"/>
              <a:buChar char="●"/>
              <a:tabLst>
                <a:tab pos="491490" algn="l"/>
                <a:tab pos="492125" algn="l"/>
              </a:tabLst>
            </a:pPr>
            <a:r>
              <a:rPr sz="1200" spc="-30" dirty="0">
                <a:latin typeface="Times New Roman"/>
                <a:cs typeface="Times New Roman"/>
              </a:rPr>
              <a:t>Web</a:t>
            </a:r>
            <a:r>
              <a:rPr sz="1200" spc="-50" dirty="0">
                <a:latin typeface="Times New Roman"/>
                <a:cs typeface="Times New Roman"/>
              </a:rPr>
              <a:t> </a:t>
            </a:r>
            <a:r>
              <a:rPr sz="1200" spc="-5" dirty="0">
                <a:latin typeface="Times New Roman"/>
                <a:cs typeface="Times New Roman"/>
              </a:rPr>
              <a:t>Programming</a:t>
            </a:r>
            <a:r>
              <a:rPr sz="1200" spc="5" dirty="0">
                <a:latin typeface="Times New Roman"/>
                <a:cs typeface="Times New Roman"/>
              </a:rPr>
              <a:t> </a:t>
            </a:r>
            <a:r>
              <a:rPr sz="1200" spc="-5" dirty="0">
                <a:latin typeface="Times New Roman"/>
                <a:cs typeface="Times New Roman"/>
              </a:rPr>
              <a:t>(3</a:t>
            </a:r>
            <a:r>
              <a:rPr sz="1050" spc="-7" baseline="27777" dirty="0">
                <a:latin typeface="Times New Roman"/>
                <a:cs typeface="Times New Roman"/>
              </a:rPr>
              <a:t>rd </a:t>
            </a:r>
            <a:r>
              <a:rPr sz="1200" spc="-5" dirty="0">
                <a:latin typeface="Times New Roman"/>
                <a:cs typeface="Times New Roman"/>
              </a:rPr>
              <a:t>Edition),</a:t>
            </a:r>
            <a:r>
              <a:rPr sz="1200" spc="-10" dirty="0">
                <a:latin typeface="Times New Roman"/>
                <a:cs typeface="Times New Roman"/>
              </a:rPr>
              <a:t> </a:t>
            </a:r>
            <a:r>
              <a:rPr sz="1200" dirty="0">
                <a:latin typeface="Times New Roman"/>
                <a:cs typeface="Times New Roman"/>
              </a:rPr>
              <a:t>Chris</a:t>
            </a:r>
            <a:r>
              <a:rPr sz="1200" spc="-25" dirty="0">
                <a:latin typeface="Times New Roman"/>
                <a:cs typeface="Times New Roman"/>
              </a:rPr>
              <a:t> </a:t>
            </a:r>
            <a:r>
              <a:rPr sz="1200" spc="-5" dirty="0">
                <a:latin typeface="Times New Roman"/>
                <a:cs typeface="Times New Roman"/>
              </a:rPr>
              <a:t>Bates,</a:t>
            </a:r>
            <a:r>
              <a:rPr sz="1200" spc="5" dirty="0">
                <a:latin typeface="Times New Roman"/>
                <a:cs typeface="Times New Roman"/>
              </a:rPr>
              <a:t> </a:t>
            </a:r>
            <a:r>
              <a:rPr sz="1200" dirty="0">
                <a:latin typeface="Times New Roman"/>
                <a:cs typeface="Times New Roman"/>
              </a:rPr>
              <a:t>N</a:t>
            </a:r>
            <a:r>
              <a:rPr sz="1200" spc="-40" dirty="0">
                <a:latin typeface="Times New Roman"/>
                <a:cs typeface="Times New Roman"/>
              </a:rPr>
              <a:t> </a:t>
            </a:r>
            <a:r>
              <a:rPr sz="1200" dirty="0">
                <a:latin typeface="Times New Roman"/>
                <a:cs typeface="Times New Roman"/>
              </a:rPr>
              <a:t>John</a:t>
            </a:r>
            <a:r>
              <a:rPr sz="1200" spc="-65" dirty="0">
                <a:latin typeface="Times New Roman"/>
                <a:cs typeface="Times New Roman"/>
              </a:rPr>
              <a:t> </a:t>
            </a:r>
            <a:r>
              <a:rPr sz="1200" spc="-15" dirty="0">
                <a:latin typeface="Times New Roman"/>
                <a:cs typeface="Times New Roman"/>
              </a:rPr>
              <a:t>Wiley</a:t>
            </a:r>
            <a:r>
              <a:rPr sz="1200" spc="-10" dirty="0">
                <a:latin typeface="Times New Roman"/>
                <a:cs typeface="Times New Roman"/>
              </a:rPr>
              <a:t> </a:t>
            </a:r>
            <a:r>
              <a:rPr sz="1200" dirty="0">
                <a:latin typeface="Times New Roman"/>
                <a:cs typeface="Times New Roman"/>
              </a:rPr>
              <a:t>&amp;</a:t>
            </a:r>
            <a:r>
              <a:rPr sz="1200" spc="-20" dirty="0">
                <a:latin typeface="Times New Roman"/>
                <a:cs typeface="Times New Roman"/>
              </a:rPr>
              <a:t> </a:t>
            </a:r>
            <a:r>
              <a:rPr sz="1200" spc="-10" dirty="0">
                <a:latin typeface="Times New Roman"/>
                <a:cs typeface="Times New Roman"/>
              </a:rPr>
              <a:t>Sons.</a:t>
            </a:r>
            <a:endParaRPr sz="1200">
              <a:latin typeface="Times New Roman"/>
              <a:cs typeface="Times New Roman"/>
            </a:endParaRPr>
          </a:p>
        </p:txBody>
      </p:sp>
      <p:sp>
        <p:nvSpPr>
          <p:cNvPr id="6" name="object 6"/>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1633" y="488442"/>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3115436" y="6015990"/>
            <a:ext cx="1311910" cy="269240"/>
          </a:xfrm>
          <a:prstGeom prst="rect">
            <a:avLst/>
          </a:prstGeom>
        </p:spPr>
        <p:txBody>
          <a:bodyPr vert="horz" wrap="square" lIns="0" tIns="12065" rIns="0" bIns="0" rtlCol="0">
            <a:spAutoFit/>
          </a:bodyPr>
          <a:lstStyle/>
          <a:p>
            <a:pPr marL="12700">
              <a:lnSpc>
                <a:spcPct val="100000"/>
              </a:lnSpc>
              <a:spcBef>
                <a:spcPts val="95"/>
              </a:spcBef>
            </a:pPr>
            <a:r>
              <a:rPr sz="1600" b="1" spc="-15" dirty="0">
                <a:latin typeface="Times New Roman"/>
                <a:cs typeface="Times New Roman"/>
              </a:rPr>
              <a:t>12</a:t>
            </a:r>
            <a:r>
              <a:rPr sz="1600" b="1" spc="-20" dirty="0">
                <a:latin typeface="Times New Roman"/>
                <a:cs typeface="Times New Roman"/>
              </a:rPr>
              <a:t>.APP</a:t>
            </a:r>
            <a:r>
              <a:rPr sz="1600" b="1" spc="-15" dirty="0">
                <a:latin typeface="Times New Roman"/>
                <a:cs typeface="Times New Roman"/>
              </a:rPr>
              <a:t>E</a:t>
            </a:r>
            <a:r>
              <a:rPr sz="1600" b="1" spc="-20" dirty="0">
                <a:latin typeface="Times New Roman"/>
                <a:cs typeface="Times New Roman"/>
              </a:rPr>
              <a:t>ND</a:t>
            </a:r>
            <a:r>
              <a:rPr sz="1600" b="1" spc="-15" dirty="0">
                <a:latin typeface="Times New Roman"/>
                <a:cs typeface="Times New Roman"/>
              </a:rPr>
              <a:t>I</a:t>
            </a:r>
            <a:r>
              <a:rPr sz="1600" b="1" spc="-5" dirty="0">
                <a:latin typeface="Times New Roman"/>
                <a:cs typeface="Times New Roman"/>
              </a:rPr>
              <a:t>X</a:t>
            </a:r>
            <a:endParaRPr sz="1600">
              <a:latin typeface="Times New Roman"/>
              <a:cs typeface="Times New Roman"/>
            </a:endParaRPr>
          </a:p>
        </p:txBody>
      </p:sp>
      <p:sp>
        <p:nvSpPr>
          <p:cNvPr id="6" name="object 6"/>
          <p:cNvSpPr/>
          <p:nvPr/>
        </p:nvSpPr>
        <p:spPr>
          <a:xfrm>
            <a:off x="608837" y="488442"/>
            <a:ext cx="6339840" cy="9930765"/>
          </a:xfrm>
          <a:custGeom>
            <a:avLst/>
            <a:gdLst/>
            <a:ahLst/>
            <a:cxnLst/>
            <a:rect l="l" t="t" r="r" b="b"/>
            <a:pathLst>
              <a:path w="6339840" h="9930765">
                <a:moveTo>
                  <a:pt x="0" y="9930384"/>
                </a:moveTo>
                <a:lnTo>
                  <a:pt x="6339840" y="9930384"/>
                </a:lnTo>
                <a:lnTo>
                  <a:pt x="6339840" y="0"/>
                </a:lnTo>
                <a:lnTo>
                  <a:pt x="0" y="0"/>
                </a:lnTo>
                <a:lnTo>
                  <a:pt x="0" y="9930384"/>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89762"/>
            <a:ext cx="3725545" cy="61404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12.1</a:t>
            </a:r>
            <a:r>
              <a:rPr sz="1400" b="1" spc="-85" dirty="0">
                <a:latin typeface="Times New Roman"/>
                <a:cs typeface="Times New Roman"/>
              </a:rPr>
              <a:t> </a:t>
            </a:r>
            <a:r>
              <a:rPr sz="1400" b="1" dirty="0">
                <a:latin typeface="Times New Roman"/>
                <a:cs typeface="Times New Roman"/>
              </a:rPr>
              <a:t>Screen</a:t>
            </a:r>
            <a:r>
              <a:rPr sz="1400" b="1" spc="-55" dirty="0">
                <a:latin typeface="Times New Roman"/>
                <a:cs typeface="Times New Roman"/>
              </a:rPr>
              <a:t> </a:t>
            </a:r>
            <a:r>
              <a:rPr sz="1400" b="1" spc="-20" dirty="0">
                <a:latin typeface="Times New Roman"/>
                <a:cs typeface="Times New Roman"/>
              </a:rPr>
              <a:t>Shots</a:t>
            </a:r>
            <a:endParaRPr sz="1400">
              <a:latin typeface="Times New Roman"/>
              <a:cs typeface="Times New Roman"/>
            </a:endParaRPr>
          </a:p>
          <a:p>
            <a:pPr>
              <a:lnSpc>
                <a:spcPct val="100000"/>
              </a:lnSpc>
              <a:spcBef>
                <a:spcPts val="20"/>
              </a:spcBef>
            </a:pPr>
            <a:endParaRPr sz="1300">
              <a:latin typeface="Times New Roman"/>
              <a:cs typeface="Times New Roman"/>
            </a:endParaRPr>
          </a:p>
          <a:p>
            <a:pPr marL="12700">
              <a:lnSpc>
                <a:spcPct val="100000"/>
              </a:lnSpc>
            </a:pPr>
            <a:r>
              <a:rPr sz="1200" b="1" spc="-20" dirty="0">
                <a:latin typeface="Times New Roman"/>
                <a:cs typeface="Times New Roman"/>
              </a:rPr>
              <a:t>PHARMACY</a:t>
            </a:r>
            <a:r>
              <a:rPr sz="1200" b="1" spc="-40" dirty="0">
                <a:latin typeface="Times New Roman"/>
                <a:cs typeface="Times New Roman"/>
              </a:rPr>
              <a:t> </a:t>
            </a:r>
            <a:r>
              <a:rPr sz="1200" b="1" spc="-5" dirty="0">
                <a:latin typeface="Times New Roman"/>
                <a:cs typeface="Times New Roman"/>
              </a:rPr>
              <a:t>MANAGEMENT</a:t>
            </a:r>
            <a:r>
              <a:rPr sz="1200" b="1" spc="-30" dirty="0">
                <a:latin typeface="Times New Roman"/>
                <a:cs typeface="Times New Roman"/>
              </a:rPr>
              <a:t> </a:t>
            </a:r>
            <a:r>
              <a:rPr sz="1200" b="1" spc="-5" dirty="0">
                <a:latin typeface="Times New Roman"/>
                <a:cs typeface="Times New Roman"/>
              </a:rPr>
              <a:t>SYSTEM</a:t>
            </a:r>
            <a:r>
              <a:rPr sz="1200" b="1" spc="-50" dirty="0">
                <a:latin typeface="Times New Roman"/>
                <a:cs typeface="Times New Roman"/>
              </a:rPr>
              <a:t> </a:t>
            </a:r>
            <a:r>
              <a:rPr sz="1200" b="1" spc="-5" dirty="0">
                <a:latin typeface="Times New Roman"/>
                <a:cs typeface="Times New Roman"/>
              </a:rPr>
              <a:t>HOME </a:t>
            </a:r>
            <a:r>
              <a:rPr sz="1200" b="1" spc="-25" dirty="0">
                <a:latin typeface="Times New Roman"/>
                <a:cs typeface="Times New Roman"/>
              </a:rPr>
              <a:t>PAGE</a:t>
            </a:r>
            <a:endParaRPr sz="1200">
              <a:latin typeface="Times New Roman"/>
              <a:cs typeface="Times New Roman"/>
            </a:endParaRPr>
          </a:p>
        </p:txBody>
      </p:sp>
      <p:sp>
        <p:nvSpPr>
          <p:cNvPr id="6" name="object 6"/>
          <p:cNvSpPr txBox="1"/>
          <p:nvPr/>
        </p:nvSpPr>
        <p:spPr>
          <a:xfrm>
            <a:off x="892555" y="5435854"/>
            <a:ext cx="1882775" cy="208279"/>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imes New Roman"/>
                <a:cs typeface="Times New Roman"/>
              </a:rPr>
              <a:t>P</a:t>
            </a:r>
            <a:r>
              <a:rPr sz="1200" b="1" spc="-35" dirty="0">
                <a:latin typeface="Times New Roman"/>
                <a:cs typeface="Times New Roman"/>
              </a:rPr>
              <a:t>A</a:t>
            </a:r>
            <a:r>
              <a:rPr sz="1200" b="1" spc="-25" dirty="0">
                <a:latin typeface="Times New Roman"/>
                <a:cs typeface="Times New Roman"/>
              </a:rPr>
              <a:t>T</a:t>
            </a:r>
            <a:r>
              <a:rPr sz="1200" b="1" spc="-30" dirty="0">
                <a:latin typeface="Times New Roman"/>
                <a:cs typeface="Times New Roman"/>
              </a:rPr>
              <a:t>I</a:t>
            </a:r>
            <a:r>
              <a:rPr sz="1200" b="1" spc="-25" dirty="0">
                <a:latin typeface="Times New Roman"/>
                <a:cs typeface="Times New Roman"/>
              </a:rPr>
              <a:t>E</a:t>
            </a:r>
            <a:r>
              <a:rPr sz="1200" b="1" spc="-35" dirty="0">
                <a:latin typeface="Times New Roman"/>
                <a:cs typeface="Times New Roman"/>
              </a:rPr>
              <a:t>N</a:t>
            </a:r>
            <a:r>
              <a:rPr sz="1200" b="1" dirty="0">
                <a:latin typeface="Times New Roman"/>
                <a:cs typeface="Times New Roman"/>
              </a:rPr>
              <a:t>T</a:t>
            </a:r>
            <a:r>
              <a:rPr sz="1200" b="1" spc="-70" dirty="0">
                <a:latin typeface="Times New Roman"/>
                <a:cs typeface="Times New Roman"/>
              </a:rPr>
              <a:t> </a:t>
            </a:r>
            <a:r>
              <a:rPr sz="1200" b="1" spc="-20" dirty="0">
                <a:latin typeface="Times New Roman"/>
                <a:cs typeface="Times New Roman"/>
              </a:rPr>
              <a:t>R</a:t>
            </a:r>
            <a:r>
              <a:rPr sz="1200" b="1" spc="-10" dirty="0">
                <a:latin typeface="Times New Roman"/>
                <a:cs typeface="Times New Roman"/>
              </a:rPr>
              <a:t>E</a:t>
            </a:r>
            <a:r>
              <a:rPr sz="1200" b="1" spc="-25" dirty="0">
                <a:latin typeface="Times New Roman"/>
                <a:cs typeface="Times New Roman"/>
              </a:rPr>
              <a:t>G</a:t>
            </a:r>
            <a:r>
              <a:rPr sz="1200" b="1" spc="-20" dirty="0">
                <a:latin typeface="Times New Roman"/>
                <a:cs typeface="Times New Roman"/>
              </a:rPr>
              <a:t>I</a:t>
            </a:r>
            <a:r>
              <a:rPr sz="1200" b="1" spc="-15" dirty="0">
                <a:latin typeface="Times New Roman"/>
                <a:cs typeface="Times New Roman"/>
              </a:rPr>
              <a:t>S</a:t>
            </a:r>
            <a:r>
              <a:rPr sz="1200" b="1" spc="-10" dirty="0">
                <a:latin typeface="Times New Roman"/>
                <a:cs typeface="Times New Roman"/>
              </a:rPr>
              <a:t>T</a:t>
            </a:r>
            <a:r>
              <a:rPr sz="1200" b="1" spc="-20" dirty="0">
                <a:latin typeface="Times New Roman"/>
                <a:cs typeface="Times New Roman"/>
              </a:rPr>
              <a:t>RA</a:t>
            </a:r>
            <a:r>
              <a:rPr sz="1200" b="1" spc="-10" dirty="0">
                <a:latin typeface="Times New Roman"/>
                <a:cs typeface="Times New Roman"/>
              </a:rPr>
              <a:t>T</a:t>
            </a:r>
            <a:r>
              <a:rPr sz="1200" b="1" spc="-20" dirty="0">
                <a:latin typeface="Times New Roman"/>
                <a:cs typeface="Times New Roman"/>
              </a:rPr>
              <a:t>I</a:t>
            </a:r>
            <a:r>
              <a:rPr sz="1200" b="1" spc="-10" dirty="0">
                <a:latin typeface="Times New Roman"/>
                <a:cs typeface="Times New Roman"/>
              </a:rPr>
              <a:t>O</a:t>
            </a:r>
            <a:r>
              <a:rPr sz="1200" b="1" spc="-5" dirty="0">
                <a:latin typeface="Times New Roman"/>
                <a:cs typeface="Times New Roman"/>
              </a:rPr>
              <a:t>N</a:t>
            </a:r>
            <a:endParaRPr sz="1200">
              <a:latin typeface="Times New Roman"/>
              <a:cs typeface="Times New Roman"/>
            </a:endParaRPr>
          </a:p>
        </p:txBody>
      </p:sp>
      <p:grpSp>
        <p:nvGrpSpPr>
          <p:cNvPr id="7" name="object 7"/>
          <p:cNvGrpSpPr/>
          <p:nvPr/>
        </p:nvGrpSpPr>
        <p:grpSpPr>
          <a:xfrm>
            <a:off x="571754" y="463550"/>
            <a:ext cx="6426200" cy="9957435"/>
            <a:chOff x="571754" y="463550"/>
            <a:chExt cx="6426200" cy="9957435"/>
          </a:xfrm>
        </p:grpSpPr>
        <p:pic>
          <p:nvPicPr>
            <p:cNvPr id="8" name="object 8"/>
            <p:cNvPicPr/>
            <p:nvPr/>
          </p:nvPicPr>
          <p:blipFill>
            <a:blip r:embed="rId2" cstate="print"/>
            <a:stretch>
              <a:fillRect/>
            </a:stretch>
          </p:blipFill>
          <p:spPr>
            <a:xfrm>
              <a:off x="934212" y="1708404"/>
              <a:ext cx="5733288" cy="2749296"/>
            </a:xfrm>
            <a:prstGeom prst="rect">
              <a:avLst/>
            </a:prstGeom>
          </p:spPr>
        </p:pic>
        <p:pic>
          <p:nvPicPr>
            <p:cNvPr id="9" name="object 9"/>
            <p:cNvPicPr/>
            <p:nvPr/>
          </p:nvPicPr>
          <p:blipFill>
            <a:blip r:embed="rId3" cstate="print"/>
            <a:stretch>
              <a:fillRect/>
            </a:stretch>
          </p:blipFill>
          <p:spPr>
            <a:xfrm>
              <a:off x="934212" y="5669280"/>
              <a:ext cx="5731764" cy="2755392"/>
            </a:xfrm>
            <a:prstGeom prst="rect">
              <a:avLst/>
            </a:prstGeom>
          </p:spPr>
        </p:pic>
        <p:sp>
          <p:nvSpPr>
            <p:cNvPr id="10" name="object 10"/>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1214755" cy="208279"/>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imes New Roman"/>
                <a:cs typeface="Times New Roman"/>
              </a:rPr>
              <a:t>P</a:t>
            </a:r>
            <a:r>
              <a:rPr sz="1200" b="1" spc="-35" dirty="0">
                <a:latin typeface="Times New Roman"/>
                <a:cs typeface="Times New Roman"/>
              </a:rPr>
              <a:t>A</a:t>
            </a:r>
            <a:r>
              <a:rPr sz="1200" b="1" spc="-25" dirty="0">
                <a:latin typeface="Times New Roman"/>
                <a:cs typeface="Times New Roman"/>
              </a:rPr>
              <a:t>T</a:t>
            </a:r>
            <a:r>
              <a:rPr sz="1200" b="1" spc="-30" dirty="0">
                <a:latin typeface="Times New Roman"/>
                <a:cs typeface="Times New Roman"/>
              </a:rPr>
              <a:t>I</a:t>
            </a:r>
            <a:r>
              <a:rPr sz="1200" b="1" spc="-25" dirty="0">
                <a:latin typeface="Times New Roman"/>
                <a:cs typeface="Times New Roman"/>
              </a:rPr>
              <a:t>E</a:t>
            </a:r>
            <a:r>
              <a:rPr sz="1200" b="1" spc="-35" dirty="0">
                <a:latin typeface="Times New Roman"/>
                <a:cs typeface="Times New Roman"/>
              </a:rPr>
              <a:t>N</a:t>
            </a:r>
            <a:r>
              <a:rPr sz="1200" b="1" dirty="0">
                <a:latin typeface="Times New Roman"/>
                <a:cs typeface="Times New Roman"/>
              </a:rPr>
              <a:t>T</a:t>
            </a:r>
            <a:r>
              <a:rPr sz="1200" b="1" spc="-70" dirty="0">
                <a:latin typeface="Times New Roman"/>
                <a:cs typeface="Times New Roman"/>
              </a:rPr>
              <a:t> </a:t>
            </a:r>
            <a:r>
              <a:rPr sz="1200" b="1" spc="-10" dirty="0">
                <a:latin typeface="Times New Roman"/>
                <a:cs typeface="Times New Roman"/>
              </a:rPr>
              <a:t>LO</a:t>
            </a:r>
            <a:r>
              <a:rPr sz="1200" b="1" spc="-25" dirty="0">
                <a:latin typeface="Times New Roman"/>
                <a:cs typeface="Times New Roman"/>
              </a:rPr>
              <a:t>G</a:t>
            </a:r>
            <a:r>
              <a:rPr sz="1200" b="1" spc="-20" dirty="0">
                <a:latin typeface="Times New Roman"/>
                <a:cs typeface="Times New Roman"/>
              </a:rPr>
              <a:t>I</a:t>
            </a:r>
            <a:r>
              <a:rPr sz="1200" b="1" spc="-5" dirty="0">
                <a:latin typeface="Times New Roman"/>
                <a:cs typeface="Times New Roman"/>
              </a:rPr>
              <a:t>N</a:t>
            </a:r>
            <a:endParaRPr sz="1200">
              <a:latin typeface="Times New Roman"/>
              <a:cs typeface="Times New Roman"/>
            </a:endParaRPr>
          </a:p>
        </p:txBody>
      </p:sp>
      <p:sp>
        <p:nvSpPr>
          <p:cNvPr id="6" name="object 6"/>
          <p:cNvSpPr txBox="1"/>
          <p:nvPr/>
        </p:nvSpPr>
        <p:spPr>
          <a:xfrm>
            <a:off x="892555" y="5411470"/>
            <a:ext cx="1977389" cy="208279"/>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Times New Roman"/>
                <a:cs typeface="Times New Roman"/>
              </a:rPr>
              <a:t>ADMI</a:t>
            </a:r>
            <a:r>
              <a:rPr sz="1200" b="1" spc="-5" dirty="0">
                <a:latin typeface="Times New Roman"/>
                <a:cs typeface="Times New Roman"/>
              </a:rPr>
              <a:t>N</a:t>
            </a:r>
            <a:r>
              <a:rPr sz="1200" b="1" spc="-75" dirty="0">
                <a:latin typeface="Times New Roman"/>
                <a:cs typeface="Times New Roman"/>
              </a:rPr>
              <a:t> </a:t>
            </a:r>
            <a:r>
              <a:rPr sz="1200" b="1" spc="-5" dirty="0">
                <a:latin typeface="Times New Roman"/>
                <a:cs typeface="Times New Roman"/>
              </a:rPr>
              <a:t>A</a:t>
            </a:r>
            <a:r>
              <a:rPr sz="1200" b="1" spc="-10" dirty="0">
                <a:latin typeface="Times New Roman"/>
                <a:cs typeface="Times New Roman"/>
              </a:rPr>
              <a:t>D</a:t>
            </a:r>
            <a:r>
              <a:rPr sz="1200" b="1" spc="-5" dirty="0">
                <a:latin typeface="Times New Roman"/>
                <a:cs typeface="Times New Roman"/>
              </a:rPr>
              <a:t>DI</a:t>
            </a:r>
            <a:r>
              <a:rPr sz="1200" b="1" spc="-10" dirty="0">
                <a:latin typeface="Times New Roman"/>
                <a:cs typeface="Times New Roman"/>
              </a:rPr>
              <a:t>N</a:t>
            </a:r>
            <a:r>
              <a:rPr sz="1200" b="1" dirty="0">
                <a:latin typeface="Times New Roman"/>
                <a:cs typeface="Times New Roman"/>
              </a:rPr>
              <a:t>G</a:t>
            </a:r>
            <a:r>
              <a:rPr sz="1200" b="1" spc="-20" dirty="0">
                <a:latin typeface="Times New Roman"/>
                <a:cs typeface="Times New Roman"/>
              </a:rPr>
              <a:t> D</a:t>
            </a:r>
            <a:r>
              <a:rPr sz="1200" b="1" spc="-10" dirty="0">
                <a:latin typeface="Times New Roman"/>
                <a:cs typeface="Times New Roman"/>
              </a:rPr>
              <a:t>O</a:t>
            </a:r>
            <a:r>
              <a:rPr sz="1200" b="1" spc="-20" dirty="0">
                <a:latin typeface="Times New Roman"/>
                <a:cs typeface="Times New Roman"/>
              </a:rPr>
              <a:t>C</a:t>
            </a:r>
            <a:r>
              <a:rPr sz="1200" b="1" spc="-10" dirty="0">
                <a:latin typeface="Times New Roman"/>
                <a:cs typeface="Times New Roman"/>
              </a:rPr>
              <a:t>TO</a:t>
            </a:r>
            <a:r>
              <a:rPr sz="1200" b="1" spc="-20" dirty="0">
                <a:latin typeface="Times New Roman"/>
                <a:cs typeface="Times New Roman"/>
              </a:rPr>
              <a:t>R</a:t>
            </a:r>
            <a:r>
              <a:rPr sz="1200" b="1" spc="-5" dirty="0">
                <a:latin typeface="Times New Roman"/>
                <a:cs typeface="Times New Roman"/>
              </a:rPr>
              <a:t>S</a:t>
            </a:r>
            <a:endParaRPr sz="1200">
              <a:latin typeface="Times New Roman"/>
              <a:cs typeface="Times New Roman"/>
            </a:endParaRPr>
          </a:p>
        </p:txBody>
      </p:sp>
      <p:grpSp>
        <p:nvGrpSpPr>
          <p:cNvPr id="7" name="object 7"/>
          <p:cNvGrpSpPr/>
          <p:nvPr/>
        </p:nvGrpSpPr>
        <p:grpSpPr>
          <a:xfrm>
            <a:off x="495554" y="463550"/>
            <a:ext cx="6578600" cy="9957435"/>
            <a:chOff x="495554" y="463550"/>
            <a:chExt cx="6578600" cy="9957435"/>
          </a:xfrm>
        </p:grpSpPr>
        <p:pic>
          <p:nvPicPr>
            <p:cNvPr id="8" name="object 8"/>
            <p:cNvPicPr/>
            <p:nvPr/>
          </p:nvPicPr>
          <p:blipFill>
            <a:blip r:embed="rId2" cstate="print"/>
            <a:stretch>
              <a:fillRect/>
            </a:stretch>
          </p:blipFill>
          <p:spPr>
            <a:xfrm>
              <a:off x="934212" y="1304544"/>
              <a:ext cx="5733288" cy="2764535"/>
            </a:xfrm>
            <a:prstGeom prst="rect">
              <a:avLst/>
            </a:prstGeom>
          </p:spPr>
        </p:pic>
        <p:pic>
          <p:nvPicPr>
            <p:cNvPr id="9" name="object 9"/>
            <p:cNvPicPr/>
            <p:nvPr/>
          </p:nvPicPr>
          <p:blipFill>
            <a:blip r:embed="rId3" cstate="print"/>
            <a:stretch>
              <a:fillRect/>
            </a:stretch>
          </p:blipFill>
          <p:spPr>
            <a:xfrm>
              <a:off x="934212" y="5644896"/>
              <a:ext cx="5733288" cy="2529839"/>
            </a:xfrm>
            <a:prstGeom prst="rect">
              <a:avLst/>
            </a:prstGeom>
          </p:spPr>
        </p:pic>
        <p:sp>
          <p:nvSpPr>
            <p:cNvPr id="10" name="object 10"/>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2345055" cy="208279"/>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Times New Roman"/>
                <a:cs typeface="Times New Roman"/>
              </a:rPr>
              <a:t>ADMI</a:t>
            </a:r>
            <a:r>
              <a:rPr sz="1200" b="1" spc="-5" dirty="0">
                <a:latin typeface="Times New Roman"/>
                <a:cs typeface="Times New Roman"/>
              </a:rPr>
              <a:t>N</a:t>
            </a:r>
            <a:r>
              <a:rPr sz="1200" b="1" spc="-75" dirty="0">
                <a:latin typeface="Times New Roman"/>
                <a:cs typeface="Times New Roman"/>
              </a:rPr>
              <a:t> </a:t>
            </a:r>
            <a:r>
              <a:rPr sz="1200" b="1" spc="-5" dirty="0">
                <a:latin typeface="Times New Roman"/>
                <a:cs typeface="Times New Roman"/>
              </a:rPr>
              <a:t>A</a:t>
            </a:r>
            <a:r>
              <a:rPr sz="1200" b="1" spc="-10" dirty="0">
                <a:latin typeface="Times New Roman"/>
                <a:cs typeface="Times New Roman"/>
              </a:rPr>
              <a:t>D</a:t>
            </a:r>
            <a:r>
              <a:rPr sz="1200" b="1" spc="-5" dirty="0">
                <a:latin typeface="Times New Roman"/>
                <a:cs typeface="Times New Roman"/>
              </a:rPr>
              <a:t>DI</a:t>
            </a:r>
            <a:r>
              <a:rPr sz="1200" b="1" spc="-10" dirty="0">
                <a:latin typeface="Times New Roman"/>
                <a:cs typeface="Times New Roman"/>
              </a:rPr>
              <a:t>N</a:t>
            </a:r>
            <a:r>
              <a:rPr sz="1200" b="1" dirty="0">
                <a:latin typeface="Times New Roman"/>
                <a:cs typeface="Times New Roman"/>
              </a:rPr>
              <a:t>G </a:t>
            </a:r>
            <a:r>
              <a:rPr sz="1200" b="1" spc="-30" dirty="0">
                <a:latin typeface="Times New Roman"/>
                <a:cs typeface="Times New Roman"/>
              </a:rPr>
              <a:t>P</a:t>
            </a:r>
            <a:r>
              <a:rPr sz="1200" b="1" spc="-10" dirty="0">
                <a:latin typeface="Times New Roman"/>
                <a:cs typeface="Times New Roman"/>
              </a:rPr>
              <a:t>H</a:t>
            </a:r>
            <a:r>
              <a:rPr sz="1200" b="1" spc="-20" dirty="0">
                <a:latin typeface="Times New Roman"/>
                <a:cs typeface="Times New Roman"/>
              </a:rPr>
              <a:t>ARMACI</a:t>
            </a:r>
            <a:r>
              <a:rPr sz="1200" b="1" spc="-15" dirty="0">
                <a:latin typeface="Times New Roman"/>
                <a:cs typeface="Times New Roman"/>
              </a:rPr>
              <a:t>S</a:t>
            </a:r>
            <a:r>
              <a:rPr sz="1200" b="1" spc="-10" dirty="0">
                <a:latin typeface="Times New Roman"/>
                <a:cs typeface="Times New Roman"/>
              </a:rPr>
              <a:t>T</a:t>
            </a:r>
            <a:r>
              <a:rPr sz="1200" b="1" spc="-5" dirty="0">
                <a:latin typeface="Times New Roman"/>
                <a:cs typeface="Times New Roman"/>
              </a:rPr>
              <a:t>S</a:t>
            </a:r>
            <a:endParaRPr sz="1200">
              <a:latin typeface="Times New Roman"/>
              <a:cs typeface="Times New Roman"/>
            </a:endParaRPr>
          </a:p>
        </p:txBody>
      </p:sp>
      <p:sp>
        <p:nvSpPr>
          <p:cNvPr id="6" name="object 6"/>
          <p:cNvSpPr txBox="1"/>
          <p:nvPr/>
        </p:nvSpPr>
        <p:spPr>
          <a:xfrm>
            <a:off x="892555" y="5367274"/>
            <a:ext cx="2602230" cy="208279"/>
          </a:xfrm>
          <a:prstGeom prst="rect">
            <a:avLst/>
          </a:prstGeom>
        </p:spPr>
        <p:txBody>
          <a:bodyPr vert="horz" wrap="square" lIns="0" tIns="12700" rIns="0" bIns="0" rtlCol="0">
            <a:spAutoFit/>
          </a:bodyPr>
          <a:lstStyle/>
          <a:p>
            <a:pPr marL="12700">
              <a:lnSpc>
                <a:spcPct val="100000"/>
              </a:lnSpc>
              <a:spcBef>
                <a:spcPts val="100"/>
              </a:spcBef>
            </a:pPr>
            <a:r>
              <a:rPr sz="1200" b="1" spc="-30" dirty="0">
                <a:latin typeface="Times New Roman"/>
                <a:cs typeface="Times New Roman"/>
              </a:rPr>
              <a:t>P</a:t>
            </a:r>
            <a:r>
              <a:rPr sz="1200" b="1" spc="-10" dirty="0">
                <a:latin typeface="Times New Roman"/>
                <a:cs typeface="Times New Roman"/>
              </a:rPr>
              <a:t>H</a:t>
            </a:r>
            <a:r>
              <a:rPr sz="1200" b="1" spc="-20" dirty="0">
                <a:latin typeface="Times New Roman"/>
                <a:cs typeface="Times New Roman"/>
              </a:rPr>
              <a:t>ARMACI</a:t>
            </a:r>
            <a:r>
              <a:rPr sz="1200" b="1" spc="-15" dirty="0">
                <a:latin typeface="Times New Roman"/>
                <a:cs typeface="Times New Roman"/>
              </a:rPr>
              <a:t>S</a:t>
            </a:r>
            <a:r>
              <a:rPr sz="1200" b="1" dirty="0">
                <a:latin typeface="Times New Roman"/>
                <a:cs typeface="Times New Roman"/>
              </a:rPr>
              <a:t>T</a:t>
            </a:r>
            <a:r>
              <a:rPr sz="1200" b="1" spc="-80" dirty="0">
                <a:latin typeface="Times New Roman"/>
                <a:cs typeface="Times New Roman"/>
              </a:rPr>
              <a:t> </a:t>
            </a:r>
            <a:r>
              <a:rPr sz="1200" b="1" spc="-5" dirty="0">
                <a:latin typeface="Times New Roman"/>
                <a:cs typeface="Times New Roman"/>
              </a:rPr>
              <a:t>A</a:t>
            </a:r>
            <a:r>
              <a:rPr sz="1200" b="1" spc="-10" dirty="0">
                <a:latin typeface="Times New Roman"/>
                <a:cs typeface="Times New Roman"/>
              </a:rPr>
              <a:t>D</a:t>
            </a:r>
            <a:r>
              <a:rPr sz="1200" b="1" spc="-5" dirty="0">
                <a:latin typeface="Times New Roman"/>
                <a:cs typeface="Times New Roman"/>
              </a:rPr>
              <a:t>DI</a:t>
            </a:r>
            <a:r>
              <a:rPr sz="1200" b="1" spc="-10" dirty="0">
                <a:latin typeface="Times New Roman"/>
                <a:cs typeface="Times New Roman"/>
              </a:rPr>
              <a:t>N</a:t>
            </a:r>
            <a:r>
              <a:rPr sz="1200" b="1" dirty="0">
                <a:latin typeface="Times New Roman"/>
                <a:cs typeface="Times New Roman"/>
              </a:rPr>
              <a:t>G </a:t>
            </a:r>
            <a:r>
              <a:rPr sz="1200" b="1" spc="-20" dirty="0">
                <a:latin typeface="Times New Roman"/>
                <a:cs typeface="Times New Roman"/>
              </a:rPr>
              <a:t>M</a:t>
            </a:r>
            <a:r>
              <a:rPr sz="1200" b="1" spc="-10" dirty="0">
                <a:latin typeface="Times New Roman"/>
                <a:cs typeface="Times New Roman"/>
              </a:rPr>
              <a:t>E</a:t>
            </a:r>
            <a:r>
              <a:rPr sz="1200" b="1" spc="-20" dirty="0">
                <a:latin typeface="Times New Roman"/>
                <a:cs typeface="Times New Roman"/>
              </a:rPr>
              <a:t>DICIN</a:t>
            </a:r>
            <a:r>
              <a:rPr sz="1200" b="1" spc="-10" dirty="0">
                <a:latin typeface="Times New Roman"/>
                <a:cs typeface="Times New Roman"/>
              </a:rPr>
              <a:t>E</a:t>
            </a:r>
            <a:r>
              <a:rPr sz="1200" b="1" spc="-5" dirty="0">
                <a:latin typeface="Times New Roman"/>
                <a:cs typeface="Times New Roman"/>
              </a:rPr>
              <a:t>S</a:t>
            </a:r>
            <a:endParaRPr sz="1200">
              <a:latin typeface="Times New Roman"/>
              <a:cs typeface="Times New Roman"/>
            </a:endParaRPr>
          </a:p>
        </p:txBody>
      </p:sp>
      <p:grpSp>
        <p:nvGrpSpPr>
          <p:cNvPr id="7" name="object 7"/>
          <p:cNvGrpSpPr/>
          <p:nvPr/>
        </p:nvGrpSpPr>
        <p:grpSpPr>
          <a:xfrm>
            <a:off x="571754" y="454406"/>
            <a:ext cx="6426200" cy="9966960"/>
            <a:chOff x="571754" y="454406"/>
            <a:chExt cx="6426200" cy="9966960"/>
          </a:xfrm>
        </p:grpSpPr>
        <p:pic>
          <p:nvPicPr>
            <p:cNvPr id="8" name="object 8"/>
            <p:cNvPicPr/>
            <p:nvPr/>
          </p:nvPicPr>
          <p:blipFill>
            <a:blip r:embed="rId2" cstate="print"/>
            <a:stretch>
              <a:fillRect/>
            </a:stretch>
          </p:blipFill>
          <p:spPr>
            <a:xfrm>
              <a:off x="934212" y="1127760"/>
              <a:ext cx="5733288" cy="2532888"/>
            </a:xfrm>
            <a:prstGeom prst="rect">
              <a:avLst/>
            </a:prstGeom>
          </p:spPr>
        </p:pic>
        <p:pic>
          <p:nvPicPr>
            <p:cNvPr id="9" name="object 9"/>
            <p:cNvPicPr/>
            <p:nvPr/>
          </p:nvPicPr>
          <p:blipFill>
            <a:blip r:embed="rId3" cstate="print"/>
            <a:stretch>
              <a:fillRect/>
            </a:stretch>
          </p:blipFill>
          <p:spPr>
            <a:xfrm>
              <a:off x="934212" y="5600700"/>
              <a:ext cx="5733288" cy="2523743"/>
            </a:xfrm>
            <a:prstGeom prst="rect">
              <a:avLst/>
            </a:prstGeom>
          </p:spPr>
        </p:pic>
        <p:sp>
          <p:nvSpPr>
            <p:cNvPr id="10" name="object 10"/>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64</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3395345" cy="208279"/>
          </a:xfrm>
          <a:prstGeom prst="rect">
            <a:avLst/>
          </a:prstGeom>
        </p:spPr>
        <p:txBody>
          <a:bodyPr vert="horz" wrap="square" lIns="0" tIns="12700" rIns="0" bIns="0" rtlCol="0">
            <a:spAutoFit/>
          </a:bodyPr>
          <a:lstStyle/>
          <a:p>
            <a:pPr marL="12700">
              <a:lnSpc>
                <a:spcPct val="100000"/>
              </a:lnSpc>
              <a:spcBef>
                <a:spcPts val="100"/>
              </a:spcBef>
            </a:pPr>
            <a:r>
              <a:rPr sz="1200" b="1" spc="-15" dirty="0">
                <a:latin typeface="Times New Roman"/>
                <a:cs typeface="Times New Roman"/>
              </a:rPr>
              <a:t>PHARMACIST</a:t>
            </a:r>
            <a:r>
              <a:rPr sz="1200" b="1" spc="-25" dirty="0">
                <a:latin typeface="Times New Roman"/>
                <a:cs typeface="Times New Roman"/>
              </a:rPr>
              <a:t> </a:t>
            </a:r>
            <a:r>
              <a:rPr sz="1200" b="1" spc="-5" dirty="0">
                <a:latin typeface="Times New Roman"/>
                <a:cs typeface="Times New Roman"/>
              </a:rPr>
              <a:t>MANAGING</a:t>
            </a:r>
            <a:r>
              <a:rPr sz="1200" b="1" dirty="0">
                <a:latin typeface="Times New Roman"/>
                <a:cs typeface="Times New Roman"/>
              </a:rPr>
              <a:t> </a:t>
            </a:r>
            <a:r>
              <a:rPr sz="1200" b="1" spc="-5" dirty="0">
                <a:latin typeface="Times New Roman"/>
                <a:cs typeface="Times New Roman"/>
              </a:rPr>
              <a:t>ORDER</a:t>
            </a:r>
            <a:r>
              <a:rPr sz="1200" b="1" spc="-25" dirty="0">
                <a:latin typeface="Times New Roman"/>
                <a:cs typeface="Times New Roman"/>
              </a:rPr>
              <a:t> </a:t>
            </a:r>
            <a:r>
              <a:rPr sz="1200" b="1" spc="-15" dirty="0">
                <a:latin typeface="Times New Roman"/>
                <a:cs typeface="Times New Roman"/>
              </a:rPr>
              <a:t>REQUESTS</a:t>
            </a:r>
            <a:endParaRPr sz="1200">
              <a:latin typeface="Times New Roman"/>
              <a:cs typeface="Times New Roman"/>
            </a:endParaRPr>
          </a:p>
        </p:txBody>
      </p:sp>
      <p:sp>
        <p:nvSpPr>
          <p:cNvPr id="6" name="object 6"/>
          <p:cNvSpPr txBox="1"/>
          <p:nvPr/>
        </p:nvSpPr>
        <p:spPr>
          <a:xfrm>
            <a:off x="892555" y="4984496"/>
            <a:ext cx="3074035" cy="208279"/>
          </a:xfrm>
          <a:prstGeom prst="rect">
            <a:avLst/>
          </a:prstGeom>
        </p:spPr>
        <p:txBody>
          <a:bodyPr vert="horz" wrap="square" lIns="0" tIns="12700" rIns="0" bIns="0" rtlCol="0">
            <a:spAutoFit/>
          </a:bodyPr>
          <a:lstStyle/>
          <a:p>
            <a:pPr marL="12700">
              <a:lnSpc>
                <a:spcPct val="100000"/>
              </a:lnSpc>
              <a:spcBef>
                <a:spcPts val="100"/>
              </a:spcBef>
            </a:pPr>
            <a:r>
              <a:rPr sz="1200" b="1" spc="-15" dirty="0">
                <a:latin typeface="Times New Roman"/>
                <a:cs typeface="Times New Roman"/>
              </a:rPr>
              <a:t>PHARMACIST</a:t>
            </a:r>
            <a:r>
              <a:rPr sz="1200" b="1" spc="-20" dirty="0">
                <a:latin typeface="Times New Roman"/>
                <a:cs typeface="Times New Roman"/>
              </a:rPr>
              <a:t> </a:t>
            </a:r>
            <a:r>
              <a:rPr sz="1200" b="1" spc="-10" dirty="0">
                <a:latin typeface="Times New Roman"/>
                <a:cs typeface="Times New Roman"/>
              </a:rPr>
              <a:t>RE-STOCKING</a:t>
            </a:r>
            <a:r>
              <a:rPr sz="1200" b="1" spc="-5" dirty="0">
                <a:latin typeface="Times New Roman"/>
                <a:cs typeface="Times New Roman"/>
              </a:rPr>
              <a:t> </a:t>
            </a:r>
            <a:r>
              <a:rPr sz="1200" b="1" spc="-15" dirty="0">
                <a:latin typeface="Times New Roman"/>
                <a:cs typeface="Times New Roman"/>
              </a:rPr>
              <a:t>MEDICINES</a:t>
            </a:r>
            <a:endParaRPr sz="1200">
              <a:latin typeface="Times New Roman"/>
              <a:cs typeface="Times New Roman"/>
            </a:endParaRPr>
          </a:p>
        </p:txBody>
      </p:sp>
      <p:grpSp>
        <p:nvGrpSpPr>
          <p:cNvPr id="7" name="object 7"/>
          <p:cNvGrpSpPr/>
          <p:nvPr/>
        </p:nvGrpSpPr>
        <p:grpSpPr>
          <a:xfrm>
            <a:off x="495554" y="463550"/>
            <a:ext cx="6502400" cy="9957435"/>
            <a:chOff x="495554" y="463550"/>
            <a:chExt cx="6502400" cy="9957435"/>
          </a:xfrm>
        </p:grpSpPr>
        <p:pic>
          <p:nvPicPr>
            <p:cNvPr id="8" name="object 8"/>
            <p:cNvPicPr/>
            <p:nvPr/>
          </p:nvPicPr>
          <p:blipFill>
            <a:blip r:embed="rId2" cstate="print"/>
            <a:stretch>
              <a:fillRect/>
            </a:stretch>
          </p:blipFill>
          <p:spPr>
            <a:xfrm>
              <a:off x="934212" y="1127760"/>
              <a:ext cx="5731764" cy="2508504"/>
            </a:xfrm>
            <a:prstGeom prst="rect">
              <a:avLst/>
            </a:prstGeom>
          </p:spPr>
        </p:pic>
        <p:pic>
          <p:nvPicPr>
            <p:cNvPr id="9" name="object 9"/>
            <p:cNvPicPr/>
            <p:nvPr/>
          </p:nvPicPr>
          <p:blipFill>
            <a:blip r:embed="rId3" cstate="print"/>
            <a:stretch>
              <a:fillRect/>
            </a:stretch>
          </p:blipFill>
          <p:spPr>
            <a:xfrm>
              <a:off x="934212" y="5393436"/>
              <a:ext cx="5731764" cy="2479548"/>
            </a:xfrm>
            <a:prstGeom prst="rect">
              <a:avLst/>
            </a:prstGeom>
          </p:spPr>
        </p:pic>
        <p:sp>
          <p:nvSpPr>
            <p:cNvPr id="10" name="object 10"/>
            <p:cNvSpPr/>
            <p:nvPr/>
          </p:nvSpPr>
          <p:spPr>
            <a:xfrm>
              <a:off x="5082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65</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28111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DOCTOR</a:t>
            </a:r>
            <a:r>
              <a:rPr sz="1200" b="1" spc="-30" dirty="0">
                <a:latin typeface="Times New Roman"/>
                <a:cs typeface="Times New Roman"/>
              </a:rPr>
              <a:t> </a:t>
            </a:r>
            <a:r>
              <a:rPr sz="1200" b="1" spc="-5" dirty="0">
                <a:latin typeface="Times New Roman"/>
                <a:cs typeface="Times New Roman"/>
              </a:rPr>
              <a:t>CHECKING</a:t>
            </a:r>
            <a:r>
              <a:rPr sz="1200" b="1" spc="-65" dirty="0">
                <a:latin typeface="Times New Roman"/>
                <a:cs typeface="Times New Roman"/>
              </a:rPr>
              <a:t> </a:t>
            </a:r>
            <a:r>
              <a:rPr sz="1200" b="1" spc="-20" dirty="0">
                <a:latin typeface="Times New Roman"/>
                <a:cs typeface="Times New Roman"/>
              </a:rPr>
              <a:t>APPOINTMENTS</a:t>
            </a:r>
            <a:endParaRPr sz="1200">
              <a:latin typeface="Times New Roman"/>
              <a:cs typeface="Times New Roman"/>
            </a:endParaRPr>
          </a:p>
        </p:txBody>
      </p:sp>
      <p:sp>
        <p:nvSpPr>
          <p:cNvPr id="6" name="object 6"/>
          <p:cNvSpPr txBox="1"/>
          <p:nvPr/>
        </p:nvSpPr>
        <p:spPr>
          <a:xfrm>
            <a:off x="892555" y="3813810"/>
            <a:ext cx="207645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DOCTOR’</a:t>
            </a:r>
            <a:r>
              <a:rPr sz="1200" b="1" dirty="0">
                <a:latin typeface="Times New Roman"/>
                <a:cs typeface="Times New Roman"/>
              </a:rPr>
              <a:t>S</a:t>
            </a:r>
            <a:r>
              <a:rPr sz="1200" b="1" spc="-55" dirty="0">
                <a:latin typeface="Times New Roman"/>
                <a:cs typeface="Times New Roman"/>
              </a:rPr>
              <a:t> </a:t>
            </a:r>
            <a:r>
              <a:rPr sz="1200" b="1" spc="-30" dirty="0">
                <a:latin typeface="Times New Roman"/>
                <a:cs typeface="Times New Roman"/>
              </a:rPr>
              <a:t>P</a:t>
            </a:r>
            <a:r>
              <a:rPr sz="1200" b="1" spc="-20" dirty="0">
                <a:latin typeface="Times New Roman"/>
                <a:cs typeface="Times New Roman"/>
              </a:rPr>
              <a:t>R</a:t>
            </a:r>
            <a:r>
              <a:rPr sz="1200" b="1" spc="-10" dirty="0">
                <a:latin typeface="Times New Roman"/>
                <a:cs typeface="Times New Roman"/>
              </a:rPr>
              <a:t>E</a:t>
            </a:r>
            <a:r>
              <a:rPr sz="1200" b="1" spc="-15" dirty="0">
                <a:latin typeface="Times New Roman"/>
                <a:cs typeface="Times New Roman"/>
              </a:rPr>
              <a:t>S</a:t>
            </a:r>
            <a:r>
              <a:rPr sz="1200" b="1" spc="-20" dirty="0">
                <a:latin typeface="Times New Roman"/>
                <a:cs typeface="Times New Roman"/>
              </a:rPr>
              <a:t>CRI</a:t>
            </a:r>
            <a:r>
              <a:rPr sz="1200" b="1" spc="-30" dirty="0">
                <a:latin typeface="Times New Roman"/>
                <a:cs typeface="Times New Roman"/>
              </a:rPr>
              <a:t>P</a:t>
            </a:r>
            <a:r>
              <a:rPr sz="1200" b="1" spc="-10" dirty="0">
                <a:latin typeface="Times New Roman"/>
                <a:cs typeface="Times New Roman"/>
              </a:rPr>
              <a:t>T</a:t>
            </a:r>
            <a:r>
              <a:rPr sz="1200" b="1" spc="-20" dirty="0">
                <a:latin typeface="Times New Roman"/>
                <a:cs typeface="Times New Roman"/>
              </a:rPr>
              <a:t>I</a:t>
            </a:r>
            <a:r>
              <a:rPr sz="1200" b="1" spc="-10" dirty="0">
                <a:latin typeface="Times New Roman"/>
                <a:cs typeface="Times New Roman"/>
              </a:rPr>
              <a:t>O</a:t>
            </a:r>
            <a:r>
              <a:rPr sz="1200" b="1" spc="-20" dirty="0">
                <a:latin typeface="Times New Roman"/>
                <a:cs typeface="Times New Roman"/>
              </a:rPr>
              <a:t>N</a:t>
            </a:r>
            <a:r>
              <a:rPr sz="1200" b="1" spc="-5" dirty="0">
                <a:latin typeface="Times New Roman"/>
                <a:cs typeface="Times New Roman"/>
              </a:rPr>
              <a:t>S</a:t>
            </a:r>
            <a:endParaRPr sz="1200">
              <a:latin typeface="Times New Roman"/>
              <a:cs typeface="Times New Roman"/>
            </a:endParaRPr>
          </a:p>
        </p:txBody>
      </p:sp>
      <p:sp>
        <p:nvSpPr>
          <p:cNvPr id="7" name="object 7"/>
          <p:cNvSpPr txBox="1"/>
          <p:nvPr/>
        </p:nvSpPr>
        <p:spPr>
          <a:xfrm>
            <a:off x="892555" y="7083679"/>
            <a:ext cx="3588385" cy="208279"/>
          </a:xfrm>
          <a:prstGeom prst="rect">
            <a:avLst/>
          </a:prstGeom>
        </p:spPr>
        <p:txBody>
          <a:bodyPr vert="horz" wrap="square" lIns="0" tIns="12700" rIns="0" bIns="0" rtlCol="0">
            <a:spAutoFit/>
          </a:bodyPr>
          <a:lstStyle/>
          <a:p>
            <a:pPr marL="12700">
              <a:lnSpc>
                <a:spcPct val="100000"/>
              </a:lnSpc>
              <a:spcBef>
                <a:spcPts val="100"/>
              </a:spcBef>
            </a:pPr>
            <a:r>
              <a:rPr sz="1200" b="1" spc="-30" dirty="0">
                <a:latin typeface="Times New Roman"/>
                <a:cs typeface="Times New Roman"/>
              </a:rPr>
              <a:t>PATIENT’S</a:t>
            </a:r>
            <a:r>
              <a:rPr sz="1200" b="1" spc="-10" dirty="0">
                <a:latin typeface="Times New Roman"/>
                <a:cs typeface="Times New Roman"/>
              </a:rPr>
              <a:t> </a:t>
            </a:r>
            <a:r>
              <a:rPr sz="1200" b="1" spc="-5" dirty="0">
                <a:latin typeface="Times New Roman"/>
                <a:cs typeface="Times New Roman"/>
              </a:rPr>
              <a:t>REQUEST</a:t>
            </a:r>
            <a:r>
              <a:rPr sz="1200" b="1" spc="-70" dirty="0">
                <a:latin typeface="Times New Roman"/>
                <a:cs typeface="Times New Roman"/>
              </a:rPr>
              <a:t> </a:t>
            </a:r>
            <a:r>
              <a:rPr sz="1200" b="1" spc="-10" dirty="0">
                <a:latin typeface="Times New Roman"/>
                <a:cs typeface="Times New Roman"/>
              </a:rPr>
              <a:t>FOR</a:t>
            </a:r>
            <a:r>
              <a:rPr sz="1200" b="1" spc="15" dirty="0">
                <a:latin typeface="Times New Roman"/>
                <a:cs typeface="Times New Roman"/>
              </a:rPr>
              <a:t> </a:t>
            </a:r>
            <a:r>
              <a:rPr sz="1200" b="1" spc="-5" dirty="0">
                <a:latin typeface="Times New Roman"/>
                <a:cs typeface="Times New Roman"/>
              </a:rPr>
              <a:t>MEDICINE</a:t>
            </a:r>
            <a:r>
              <a:rPr sz="1200" b="1" spc="-35" dirty="0">
                <a:latin typeface="Times New Roman"/>
                <a:cs typeface="Times New Roman"/>
              </a:rPr>
              <a:t> </a:t>
            </a:r>
            <a:r>
              <a:rPr sz="1200" b="1" spc="-15" dirty="0">
                <a:latin typeface="Times New Roman"/>
                <a:cs typeface="Times New Roman"/>
              </a:rPr>
              <a:t>DELIVERY</a:t>
            </a:r>
            <a:endParaRPr sz="1200">
              <a:latin typeface="Times New Roman"/>
              <a:cs typeface="Times New Roman"/>
            </a:endParaRPr>
          </a:p>
        </p:txBody>
      </p:sp>
      <p:grpSp>
        <p:nvGrpSpPr>
          <p:cNvPr id="8" name="object 8"/>
          <p:cNvGrpSpPr/>
          <p:nvPr/>
        </p:nvGrpSpPr>
        <p:grpSpPr>
          <a:xfrm>
            <a:off x="495554" y="463550"/>
            <a:ext cx="6502400" cy="9957435"/>
            <a:chOff x="495554" y="463550"/>
            <a:chExt cx="6502400" cy="9957435"/>
          </a:xfrm>
        </p:grpSpPr>
        <p:pic>
          <p:nvPicPr>
            <p:cNvPr id="9" name="object 9"/>
            <p:cNvPicPr/>
            <p:nvPr/>
          </p:nvPicPr>
          <p:blipFill>
            <a:blip r:embed="rId2" cstate="print"/>
            <a:stretch>
              <a:fillRect/>
            </a:stretch>
          </p:blipFill>
          <p:spPr>
            <a:xfrm>
              <a:off x="958595" y="1127760"/>
              <a:ext cx="5114544" cy="2438400"/>
            </a:xfrm>
            <a:prstGeom prst="rect">
              <a:avLst/>
            </a:prstGeom>
          </p:spPr>
        </p:pic>
        <p:pic>
          <p:nvPicPr>
            <p:cNvPr id="10" name="object 10"/>
            <p:cNvPicPr/>
            <p:nvPr/>
          </p:nvPicPr>
          <p:blipFill>
            <a:blip r:embed="rId3" cstate="print"/>
            <a:stretch>
              <a:fillRect/>
            </a:stretch>
          </p:blipFill>
          <p:spPr>
            <a:xfrm>
              <a:off x="934212" y="4224528"/>
              <a:ext cx="5504688" cy="2609088"/>
            </a:xfrm>
            <a:prstGeom prst="rect">
              <a:avLst/>
            </a:prstGeom>
          </p:spPr>
        </p:pic>
        <p:pic>
          <p:nvPicPr>
            <p:cNvPr id="11" name="object 11"/>
            <p:cNvPicPr/>
            <p:nvPr/>
          </p:nvPicPr>
          <p:blipFill>
            <a:blip r:embed="rId4" cstate="print"/>
            <a:stretch>
              <a:fillRect/>
            </a:stretch>
          </p:blipFill>
          <p:spPr>
            <a:xfrm>
              <a:off x="2875787" y="7315200"/>
              <a:ext cx="3707891" cy="2238755"/>
            </a:xfrm>
            <a:prstGeom prst="rect">
              <a:avLst/>
            </a:prstGeom>
          </p:spPr>
        </p:pic>
        <p:sp>
          <p:nvSpPr>
            <p:cNvPr id="12" name="object 12"/>
            <p:cNvSpPr/>
            <p:nvPr/>
          </p:nvSpPr>
          <p:spPr>
            <a:xfrm>
              <a:off x="5082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1340485" cy="208279"/>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imes New Roman"/>
                <a:cs typeface="Times New Roman"/>
              </a:rPr>
              <a:t>P</a:t>
            </a:r>
            <a:r>
              <a:rPr sz="1200" b="1" spc="-35" dirty="0">
                <a:latin typeface="Times New Roman"/>
                <a:cs typeface="Times New Roman"/>
              </a:rPr>
              <a:t>A</a:t>
            </a:r>
            <a:r>
              <a:rPr sz="1200" b="1" spc="-25" dirty="0">
                <a:latin typeface="Times New Roman"/>
                <a:cs typeface="Times New Roman"/>
              </a:rPr>
              <a:t>T</a:t>
            </a:r>
            <a:r>
              <a:rPr sz="1200" b="1" spc="-30" dirty="0">
                <a:latin typeface="Times New Roman"/>
                <a:cs typeface="Times New Roman"/>
              </a:rPr>
              <a:t>I</a:t>
            </a:r>
            <a:r>
              <a:rPr sz="1200" b="1" spc="-25" dirty="0">
                <a:latin typeface="Times New Roman"/>
                <a:cs typeface="Times New Roman"/>
              </a:rPr>
              <a:t>E</a:t>
            </a:r>
            <a:r>
              <a:rPr sz="1200" b="1" spc="-35" dirty="0">
                <a:latin typeface="Times New Roman"/>
                <a:cs typeface="Times New Roman"/>
              </a:rPr>
              <a:t>N</a:t>
            </a:r>
            <a:r>
              <a:rPr sz="1200" b="1" dirty="0">
                <a:latin typeface="Times New Roman"/>
                <a:cs typeface="Times New Roman"/>
              </a:rPr>
              <a:t>T</a:t>
            </a:r>
            <a:r>
              <a:rPr sz="1200" b="1" spc="-70" dirty="0">
                <a:latin typeface="Times New Roman"/>
                <a:cs typeface="Times New Roman"/>
              </a:rPr>
              <a:t> </a:t>
            </a:r>
            <a:r>
              <a:rPr sz="1200" b="1" spc="-10" dirty="0">
                <a:latin typeface="Times New Roman"/>
                <a:cs typeface="Times New Roman"/>
              </a:rPr>
              <a:t>O</a:t>
            </a:r>
            <a:r>
              <a:rPr sz="1200" b="1" spc="-20" dirty="0">
                <a:latin typeface="Times New Roman"/>
                <a:cs typeface="Times New Roman"/>
              </a:rPr>
              <a:t>RD</a:t>
            </a:r>
            <a:r>
              <a:rPr sz="1200" b="1" spc="-10" dirty="0">
                <a:latin typeface="Times New Roman"/>
                <a:cs typeface="Times New Roman"/>
              </a:rPr>
              <a:t>E</a:t>
            </a:r>
            <a:r>
              <a:rPr sz="1200" b="1" spc="-20" dirty="0">
                <a:latin typeface="Times New Roman"/>
                <a:cs typeface="Times New Roman"/>
              </a:rPr>
              <a:t>R</a:t>
            </a:r>
            <a:r>
              <a:rPr sz="1200" b="1" spc="-5" dirty="0">
                <a:latin typeface="Times New Roman"/>
                <a:cs typeface="Times New Roman"/>
              </a:rPr>
              <a:t>S</a:t>
            </a:r>
            <a:endParaRPr sz="1200">
              <a:latin typeface="Times New Roman"/>
              <a:cs typeface="Times New Roman"/>
            </a:endParaRPr>
          </a:p>
        </p:txBody>
      </p:sp>
      <p:sp>
        <p:nvSpPr>
          <p:cNvPr id="6" name="object 6"/>
          <p:cNvSpPr txBox="1"/>
          <p:nvPr/>
        </p:nvSpPr>
        <p:spPr>
          <a:xfrm>
            <a:off x="892555" y="5256022"/>
            <a:ext cx="127190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ORDER</a:t>
            </a:r>
            <a:r>
              <a:rPr sz="1200" b="1" spc="-70" dirty="0">
                <a:latin typeface="Times New Roman"/>
                <a:cs typeface="Times New Roman"/>
              </a:rPr>
              <a:t> </a:t>
            </a:r>
            <a:r>
              <a:rPr sz="1200" b="1" spc="-15" dirty="0">
                <a:latin typeface="Times New Roman"/>
                <a:cs typeface="Times New Roman"/>
              </a:rPr>
              <a:t>DETAILS</a:t>
            </a:r>
            <a:endParaRPr sz="1200">
              <a:latin typeface="Times New Roman"/>
              <a:cs typeface="Times New Roman"/>
            </a:endParaRPr>
          </a:p>
        </p:txBody>
      </p:sp>
      <p:grpSp>
        <p:nvGrpSpPr>
          <p:cNvPr id="7" name="object 7"/>
          <p:cNvGrpSpPr/>
          <p:nvPr/>
        </p:nvGrpSpPr>
        <p:grpSpPr>
          <a:xfrm>
            <a:off x="571754" y="463550"/>
            <a:ext cx="6502400" cy="9957435"/>
            <a:chOff x="571754" y="463550"/>
            <a:chExt cx="6502400" cy="9957435"/>
          </a:xfrm>
        </p:grpSpPr>
        <p:pic>
          <p:nvPicPr>
            <p:cNvPr id="8" name="object 8"/>
            <p:cNvPicPr/>
            <p:nvPr/>
          </p:nvPicPr>
          <p:blipFill>
            <a:blip r:embed="rId2" cstate="print"/>
            <a:stretch>
              <a:fillRect/>
            </a:stretch>
          </p:blipFill>
          <p:spPr>
            <a:xfrm>
              <a:off x="934212" y="1304544"/>
              <a:ext cx="5731764" cy="2606039"/>
            </a:xfrm>
            <a:prstGeom prst="rect">
              <a:avLst/>
            </a:prstGeom>
          </p:spPr>
        </p:pic>
        <p:pic>
          <p:nvPicPr>
            <p:cNvPr id="9" name="object 9"/>
            <p:cNvPicPr/>
            <p:nvPr/>
          </p:nvPicPr>
          <p:blipFill>
            <a:blip r:embed="rId3" cstate="print"/>
            <a:stretch>
              <a:fillRect/>
            </a:stretch>
          </p:blipFill>
          <p:spPr>
            <a:xfrm>
              <a:off x="934212" y="5489448"/>
              <a:ext cx="5733288" cy="2343911"/>
            </a:xfrm>
            <a:prstGeom prst="rect">
              <a:avLst/>
            </a:prstGeom>
          </p:spPr>
        </p:pic>
        <p:sp>
          <p:nvSpPr>
            <p:cNvPr id="10" name="object 10"/>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892810"/>
            <a:ext cx="1461135"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imes New Roman"/>
                <a:cs typeface="Times New Roman"/>
              </a:rPr>
              <a:t>P</a:t>
            </a:r>
            <a:r>
              <a:rPr sz="1200" b="1" spc="-45" dirty="0">
                <a:latin typeface="Times New Roman"/>
                <a:cs typeface="Times New Roman"/>
              </a:rPr>
              <a:t>AYM</a:t>
            </a:r>
            <a:r>
              <a:rPr sz="1200" b="1" spc="-35" dirty="0">
                <a:latin typeface="Times New Roman"/>
                <a:cs typeface="Times New Roman"/>
              </a:rPr>
              <a:t>E</a:t>
            </a:r>
            <a:r>
              <a:rPr sz="1200" b="1" spc="-45" dirty="0">
                <a:latin typeface="Times New Roman"/>
                <a:cs typeface="Times New Roman"/>
              </a:rPr>
              <a:t>N</a:t>
            </a:r>
            <a:r>
              <a:rPr sz="1200" b="1" dirty="0">
                <a:latin typeface="Times New Roman"/>
                <a:cs typeface="Times New Roman"/>
              </a:rPr>
              <a:t>T</a:t>
            </a:r>
            <a:r>
              <a:rPr sz="1200" b="1" spc="-35" dirty="0">
                <a:latin typeface="Times New Roman"/>
                <a:cs typeface="Times New Roman"/>
              </a:rPr>
              <a:t> </a:t>
            </a:r>
            <a:r>
              <a:rPr sz="1200" b="1" spc="-20" dirty="0">
                <a:latin typeface="Times New Roman"/>
                <a:cs typeface="Times New Roman"/>
              </a:rPr>
              <a:t>D</a:t>
            </a:r>
            <a:r>
              <a:rPr sz="1200" b="1" spc="-10" dirty="0">
                <a:latin typeface="Times New Roman"/>
                <a:cs typeface="Times New Roman"/>
              </a:rPr>
              <a:t>ET</a:t>
            </a:r>
            <a:r>
              <a:rPr sz="1200" b="1" spc="-20" dirty="0">
                <a:latin typeface="Times New Roman"/>
                <a:cs typeface="Times New Roman"/>
              </a:rPr>
              <a:t>AI</a:t>
            </a:r>
            <a:r>
              <a:rPr sz="1200" b="1" spc="-10" dirty="0">
                <a:latin typeface="Times New Roman"/>
                <a:cs typeface="Times New Roman"/>
              </a:rPr>
              <a:t>L</a:t>
            </a:r>
            <a:r>
              <a:rPr sz="1200" b="1" spc="-5" dirty="0">
                <a:latin typeface="Times New Roman"/>
                <a:cs typeface="Times New Roman"/>
              </a:rPr>
              <a:t>S</a:t>
            </a:r>
            <a:endParaRPr sz="1200">
              <a:latin typeface="Times New Roman"/>
              <a:cs typeface="Times New Roman"/>
            </a:endParaRPr>
          </a:p>
        </p:txBody>
      </p:sp>
      <p:grpSp>
        <p:nvGrpSpPr>
          <p:cNvPr id="6" name="object 6"/>
          <p:cNvGrpSpPr/>
          <p:nvPr/>
        </p:nvGrpSpPr>
        <p:grpSpPr>
          <a:xfrm>
            <a:off x="571754" y="463550"/>
            <a:ext cx="6426200" cy="9957435"/>
            <a:chOff x="571754" y="463550"/>
            <a:chExt cx="6426200" cy="9957435"/>
          </a:xfrm>
        </p:grpSpPr>
        <p:pic>
          <p:nvPicPr>
            <p:cNvPr id="7" name="object 7"/>
            <p:cNvPicPr/>
            <p:nvPr/>
          </p:nvPicPr>
          <p:blipFill>
            <a:blip r:embed="rId2" cstate="print"/>
            <a:stretch>
              <a:fillRect/>
            </a:stretch>
          </p:blipFill>
          <p:spPr>
            <a:xfrm>
              <a:off x="934212" y="1127760"/>
              <a:ext cx="3361944" cy="3285744"/>
            </a:xfrm>
            <a:prstGeom prst="rect">
              <a:avLst/>
            </a:prstGeom>
          </p:spPr>
        </p:pic>
        <p:sp>
          <p:nvSpPr>
            <p:cNvPr id="8" name="object 8"/>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892555" y="1697863"/>
            <a:ext cx="170561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12.2P</a:t>
            </a:r>
            <a:r>
              <a:rPr sz="1400" b="1" spc="-10" dirty="0">
                <a:latin typeface="Times New Roman"/>
                <a:cs typeface="Times New Roman"/>
              </a:rPr>
              <a:t>R</a:t>
            </a:r>
            <a:r>
              <a:rPr sz="1400" b="1" dirty="0">
                <a:latin typeface="Times New Roman"/>
                <a:cs typeface="Times New Roman"/>
              </a:rPr>
              <a:t>OJE</a:t>
            </a:r>
            <a:r>
              <a:rPr sz="1400" b="1" spc="-10" dirty="0">
                <a:latin typeface="Times New Roman"/>
                <a:cs typeface="Times New Roman"/>
              </a:rPr>
              <a:t>C</a:t>
            </a:r>
            <a:r>
              <a:rPr sz="1400" b="1" dirty="0">
                <a:latin typeface="Times New Roman"/>
                <a:cs typeface="Times New Roman"/>
              </a:rPr>
              <a:t>T</a:t>
            </a:r>
            <a:r>
              <a:rPr sz="1400" b="1" spc="-105" dirty="0">
                <a:latin typeface="Times New Roman"/>
                <a:cs typeface="Times New Roman"/>
              </a:rPr>
              <a:t> </a:t>
            </a:r>
            <a:r>
              <a:rPr sz="1400" b="1" spc="-30" dirty="0">
                <a:latin typeface="Times New Roman"/>
                <a:cs typeface="Times New Roman"/>
              </a:rPr>
              <a:t>C</a:t>
            </a:r>
            <a:r>
              <a:rPr sz="1400" b="1" spc="-25" dirty="0">
                <a:latin typeface="Times New Roman"/>
                <a:cs typeface="Times New Roman"/>
              </a:rPr>
              <a:t>O</a:t>
            </a:r>
            <a:r>
              <a:rPr sz="1400" b="1" spc="-30" dirty="0">
                <a:latin typeface="Times New Roman"/>
                <a:cs typeface="Times New Roman"/>
              </a:rPr>
              <a:t>D</a:t>
            </a:r>
            <a:r>
              <a:rPr sz="1400" b="1" dirty="0">
                <a:latin typeface="Times New Roman"/>
                <a:cs typeface="Times New Roman"/>
              </a:rPr>
              <a:t>E</a:t>
            </a:r>
            <a:endParaRPr sz="1400">
              <a:latin typeface="Times New Roman"/>
              <a:cs typeface="Times New Roman"/>
            </a:endParaRPr>
          </a:p>
        </p:txBody>
      </p:sp>
      <p:sp>
        <p:nvSpPr>
          <p:cNvPr id="6" name="object 6"/>
          <p:cNvSpPr txBox="1"/>
          <p:nvPr/>
        </p:nvSpPr>
        <p:spPr>
          <a:xfrm>
            <a:off x="901700" y="2394966"/>
            <a:ext cx="5749925" cy="7300595"/>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@extends('front.layout.defalut')</a:t>
            </a:r>
            <a:endParaRPr sz="1050">
              <a:latin typeface="Consolas"/>
              <a:cs typeface="Consolas"/>
            </a:endParaRPr>
          </a:p>
          <a:p>
            <a:pPr>
              <a:lnSpc>
                <a:spcPct val="100000"/>
              </a:lnSpc>
              <a:spcBef>
                <a:spcPts val="20"/>
              </a:spcBef>
            </a:pPr>
            <a:endParaRPr sz="750">
              <a:latin typeface="Consolas"/>
              <a:cs typeface="Consolas"/>
            </a:endParaRPr>
          </a:p>
          <a:p>
            <a:pPr marL="12700">
              <a:lnSpc>
                <a:spcPct val="100000"/>
              </a:lnSpc>
            </a:pPr>
            <a:r>
              <a:rPr sz="1050" spc="-20" dirty="0">
                <a:latin typeface="Consolas"/>
                <a:cs typeface="Consolas"/>
              </a:rPr>
              <a:t>@section('content_main')</a:t>
            </a:r>
            <a:endParaRPr sz="1050">
              <a:latin typeface="Consolas"/>
              <a:cs typeface="Consolas"/>
            </a:endParaRPr>
          </a:p>
          <a:p>
            <a:pPr>
              <a:lnSpc>
                <a:spcPct val="100000"/>
              </a:lnSpc>
              <a:spcBef>
                <a:spcPts val="25"/>
              </a:spcBef>
            </a:pPr>
            <a:endParaRPr sz="750">
              <a:latin typeface="Consolas"/>
              <a:cs typeface="Consolas"/>
            </a:endParaRPr>
          </a:p>
          <a:p>
            <a:pPr marL="18415">
              <a:lnSpc>
                <a:spcPct val="100000"/>
              </a:lnSpc>
            </a:pPr>
            <a:r>
              <a:rPr sz="1050" spc="-15" dirty="0">
                <a:latin typeface="Consolas"/>
                <a:cs typeface="Consolas"/>
              </a:rPr>
              <a:t>&lt;!--</a:t>
            </a:r>
            <a:r>
              <a:rPr sz="1050" spc="-35" dirty="0">
                <a:latin typeface="Consolas"/>
                <a:cs typeface="Consolas"/>
              </a:rPr>
              <a:t> </a:t>
            </a:r>
            <a:r>
              <a:rPr sz="1050" spc="-5" dirty="0">
                <a:latin typeface="Consolas"/>
                <a:cs typeface="Consolas"/>
              </a:rPr>
              <a:t>offcanvas</a:t>
            </a:r>
            <a:r>
              <a:rPr sz="1050" spc="-25" dirty="0">
                <a:latin typeface="Consolas"/>
                <a:cs typeface="Consolas"/>
              </a:rPr>
              <a:t> </a:t>
            </a:r>
            <a:r>
              <a:rPr sz="1050" spc="-5" dirty="0">
                <a:latin typeface="Consolas"/>
                <a:cs typeface="Consolas"/>
              </a:rPr>
              <a:t>area</a:t>
            </a:r>
            <a:r>
              <a:rPr sz="1050" spc="-30" dirty="0">
                <a:latin typeface="Consolas"/>
                <a:cs typeface="Consolas"/>
              </a:rPr>
              <a:t> </a:t>
            </a:r>
            <a:r>
              <a:rPr sz="1050" spc="-10" dirty="0">
                <a:latin typeface="Consolas"/>
                <a:cs typeface="Consolas"/>
              </a:rPr>
              <a:t>start --&gt;</a:t>
            </a:r>
            <a:endParaRPr sz="1050">
              <a:latin typeface="Consolas"/>
              <a:cs typeface="Consolas"/>
            </a:endParaRPr>
          </a:p>
          <a:p>
            <a:pPr>
              <a:lnSpc>
                <a:spcPct val="100000"/>
              </a:lnSpc>
              <a:spcBef>
                <a:spcPts val="20"/>
              </a:spcBef>
            </a:pPr>
            <a:endParaRPr sz="750">
              <a:latin typeface="Consolas"/>
              <a:cs typeface="Consolas"/>
            </a:endParaRPr>
          </a:p>
          <a:p>
            <a:pPr marL="18415">
              <a:lnSpc>
                <a:spcPct val="100000"/>
              </a:lnSpc>
            </a:pPr>
            <a:r>
              <a:rPr sz="1050" spc="-5" dirty="0">
                <a:latin typeface="Consolas"/>
                <a:cs typeface="Consolas"/>
              </a:rPr>
              <a:t>&lt;div</a:t>
            </a:r>
            <a:r>
              <a:rPr sz="1050" spc="-60" dirty="0">
                <a:latin typeface="Consolas"/>
                <a:cs typeface="Consolas"/>
              </a:rPr>
              <a:t> </a:t>
            </a:r>
            <a:r>
              <a:rPr sz="1050" spc="-5" dirty="0">
                <a:latin typeface="Consolas"/>
                <a:cs typeface="Consolas"/>
              </a:rPr>
              <a:t>class="offcanvas</a:t>
            </a:r>
            <a:r>
              <a:rPr sz="1050" u="sng" spc="480" dirty="0">
                <a:uFill>
                  <a:solidFill>
                    <a:srgbClr val="000000"/>
                  </a:solidFill>
                </a:uFill>
                <a:latin typeface="Consolas"/>
                <a:cs typeface="Consolas"/>
              </a:rPr>
              <a:t> </a:t>
            </a:r>
            <a:r>
              <a:rPr sz="1050" spc="-20" dirty="0">
                <a:latin typeface="Consolas"/>
                <a:cs typeface="Consolas"/>
              </a:rPr>
              <a:t>area"&gt;</a:t>
            </a:r>
            <a:endParaRPr sz="1050">
              <a:latin typeface="Consolas"/>
              <a:cs typeface="Consolas"/>
            </a:endParaRPr>
          </a:p>
          <a:p>
            <a:pPr>
              <a:lnSpc>
                <a:spcPct val="100000"/>
              </a:lnSpc>
              <a:spcBef>
                <a:spcPts val="25"/>
              </a:spcBef>
            </a:pPr>
            <a:endParaRPr sz="750">
              <a:latin typeface="Consolas"/>
              <a:cs typeface="Consolas"/>
            </a:endParaRPr>
          </a:p>
          <a:p>
            <a:pPr marR="2487930" algn="ctr">
              <a:lnSpc>
                <a:spcPct val="100000"/>
              </a:lnSpc>
            </a:pPr>
            <a:r>
              <a:rPr sz="1050" spc="-5" dirty="0">
                <a:latin typeface="Consolas"/>
                <a:cs typeface="Consolas"/>
              </a:rPr>
              <a:t>&lt;div</a:t>
            </a:r>
            <a:r>
              <a:rPr sz="1050" spc="-55" dirty="0">
                <a:latin typeface="Consolas"/>
                <a:cs typeface="Consolas"/>
              </a:rPr>
              <a:t> </a:t>
            </a:r>
            <a:r>
              <a:rPr sz="1050" spc="-5" dirty="0">
                <a:latin typeface="Consolas"/>
                <a:cs typeface="Consolas"/>
              </a:rPr>
              <a:t>class="offcanvas</a:t>
            </a:r>
            <a:r>
              <a:rPr sz="1050" u="sng" spc="480" dirty="0">
                <a:uFill>
                  <a:solidFill>
                    <a:srgbClr val="000000"/>
                  </a:solidFill>
                </a:uFill>
                <a:latin typeface="Consolas"/>
                <a:cs typeface="Consolas"/>
              </a:rPr>
              <a:t> </a:t>
            </a:r>
            <a:r>
              <a:rPr sz="1050" spc="-15" dirty="0">
                <a:latin typeface="Consolas"/>
                <a:cs typeface="Consolas"/>
              </a:rPr>
              <a:t>wrapper"&gt;</a:t>
            </a:r>
            <a:endParaRPr sz="1050">
              <a:latin typeface="Consolas"/>
              <a:cs typeface="Consolas"/>
            </a:endParaRPr>
          </a:p>
          <a:p>
            <a:pPr>
              <a:lnSpc>
                <a:spcPct val="100000"/>
              </a:lnSpc>
              <a:spcBef>
                <a:spcPts val="20"/>
              </a:spcBef>
            </a:pPr>
            <a:endParaRPr sz="750">
              <a:latin typeface="Consolas"/>
              <a:cs typeface="Consolas"/>
            </a:endParaRPr>
          </a:p>
          <a:p>
            <a:pPr marR="1572895" algn="ctr">
              <a:lnSpc>
                <a:spcPct val="100000"/>
              </a:lnSpc>
            </a:pPr>
            <a:r>
              <a:rPr sz="1050" spc="-5" dirty="0">
                <a:latin typeface="Consolas"/>
                <a:cs typeface="Consolas"/>
              </a:rPr>
              <a:t>&lt;div</a:t>
            </a:r>
            <a:r>
              <a:rPr sz="1050" spc="-60" dirty="0">
                <a:latin typeface="Consolas"/>
                <a:cs typeface="Consolas"/>
              </a:rPr>
              <a:t> </a:t>
            </a:r>
            <a:r>
              <a:rPr sz="1050" spc="-5" dirty="0">
                <a:latin typeface="Consolas"/>
                <a:cs typeface="Consolas"/>
              </a:rPr>
              <a:t>class="offcanvas</a:t>
            </a:r>
            <a:r>
              <a:rPr sz="1050" u="sng" spc="480" dirty="0">
                <a:uFill>
                  <a:solidFill>
                    <a:srgbClr val="000000"/>
                  </a:solidFill>
                </a:uFill>
                <a:latin typeface="Consolas"/>
                <a:cs typeface="Consolas"/>
              </a:rPr>
              <a:t> </a:t>
            </a:r>
            <a:r>
              <a:rPr sz="1050" spc="-15" dirty="0">
                <a:latin typeface="Consolas"/>
                <a:cs typeface="Consolas"/>
              </a:rPr>
              <a:t>content"&gt;</a:t>
            </a:r>
            <a:endParaRPr sz="1050">
              <a:latin typeface="Consolas"/>
              <a:cs typeface="Consolas"/>
            </a:endParaRPr>
          </a:p>
          <a:p>
            <a:pPr marL="18415" marR="21590" indent="1365250">
              <a:lnSpc>
                <a:spcPct val="108600"/>
              </a:lnSpc>
              <a:spcBef>
                <a:spcPts val="730"/>
              </a:spcBef>
              <a:tabLst>
                <a:tab pos="1814195" algn="l"/>
                <a:tab pos="3489325" algn="l"/>
                <a:tab pos="3994150" algn="l"/>
                <a:tab pos="4571365" algn="l"/>
              </a:tabLst>
            </a:pPr>
            <a:r>
              <a:rPr sz="1050" spc="-20" dirty="0">
                <a:latin typeface="Consolas"/>
                <a:cs typeface="Consolas"/>
              </a:rPr>
              <a:t>&lt;div	</a:t>
            </a:r>
            <a:r>
              <a:rPr sz="1050" spc="-5" dirty="0">
                <a:latin typeface="Consolas"/>
                <a:cs typeface="Consolas"/>
              </a:rPr>
              <a:t>class="offcanvas</a:t>
            </a:r>
            <a:r>
              <a:rPr sz="1050" u="sng" spc="470" dirty="0">
                <a:uFill>
                  <a:solidFill>
                    <a:srgbClr val="000000"/>
                  </a:solidFill>
                </a:uFill>
                <a:latin typeface="Consolas"/>
                <a:cs typeface="Consolas"/>
              </a:rPr>
              <a:t> </a:t>
            </a:r>
            <a:r>
              <a:rPr sz="1050" spc="-25" dirty="0">
                <a:latin typeface="Consolas"/>
                <a:cs typeface="Consolas"/>
              </a:rPr>
              <a:t>top	</a:t>
            </a:r>
            <a:r>
              <a:rPr sz="1050" spc="-15" dirty="0">
                <a:latin typeface="Consolas"/>
                <a:cs typeface="Consolas"/>
              </a:rPr>
              <a:t>mb-40	</a:t>
            </a:r>
            <a:r>
              <a:rPr sz="1050" spc="-20" dirty="0">
                <a:latin typeface="Consolas"/>
                <a:cs typeface="Consolas"/>
              </a:rPr>
              <a:t>d-flex	justify-content- </a:t>
            </a:r>
            <a:r>
              <a:rPr sz="1050" spc="-565" dirty="0">
                <a:latin typeface="Consolas"/>
                <a:cs typeface="Consolas"/>
              </a:rPr>
              <a:t> </a:t>
            </a:r>
            <a:r>
              <a:rPr sz="1050" spc="-5" dirty="0">
                <a:latin typeface="Consolas"/>
                <a:cs typeface="Consolas"/>
              </a:rPr>
              <a:t>between</a:t>
            </a:r>
            <a:r>
              <a:rPr sz="1050" spc="30" dirty="0">
                <a:latin typeface="Consolas"/>
                <a:cs typeface="Consolas"/>
              </a:rPr>
              <a:t> </a:t>
            </a:r>
            <a:r>
              <a:rPr sz="1050" spc="-20" dirty="0">
                <a:latin typeface="Consolas"/>
                <a:cs typeface="Consolas"/>
              </a:rPr>
              <a:t>align-items-center"&gt;</a:t>
            </a:r>
            <a:endParaRPr sz="1050">
              <a:latin typeface="Consolas"/>
              <a:cs typeface="Consolas"/>
            </a:endParaRPr>
          </a:p>
          <a:p>
            <a:pPr>
              <a:lnSpc>
                <a:spcPct val="100000"/>
              </a:lnSpc>
              <a:spcBef>
                <a:spcPts val="35"/>
              </a:spcBef>
            </a:pPr>
            <a:endParaRPr sz="800">
              <a:latin typeface="Consolas"/>
              <a:cs typeface="Consolas"/>
            </a:endParaRPr>
          </a:p>
          <a:p>
            <a:pPr marL="422909" algn="ctr">
              <a:lnSpc>
                <a:spcPct val="100000"/>
              </a:lnSpc>
              <a:spcBef>
                <a:spcPts val="5"/>
              </a:spcBef>
            </a:pPr>
            <a:r>
              <a:rPr sz="1050" spc="-5" dirty="0">
                <a:latin typeface="Consolas"/>
                <a:cs typeface="Consolas"/>
              </a:rPr>
              <a:t>&lt;div</a:t>
            </a:r>
            <a:r>
              <a:rPr sz="1050" spc="-50" dirty="0">
                <a:latin typeface="Consolas"/>
                <a:cs typeface="Consolas"/>
              </a:rPr>
              <a:t> </a:t>
            </a:r>
            <a:r>
              <a:rPr sz="1050" spc="-5" dirty="0">
                <a:latin typeface="Consolas"/>
                <a:cs typeface="Consolas"/>
              </a:rPr>
              <a:t>class="offcanvas</a:t>
            </a:r>
            <a:r>
              <a:rPr sz="1050" u="sng" spc="500" dirty="0">
                <a:uFill>
                  <a:solidFill>
                    <a:srgbClr val="000000"/>
                  </a:solidFill>
                </a:uFill>
                <a:latin typeface="Consolas"/>
                <a:cs typeface="Consolas"/>
              </a:rPr>
              <a:t> </a:t>
            </a:r>
            <a:r>
              <a:rPr sz="1050" spc="-5" dirty="0">
                <a:latin typeface="Consolas"/>
                <a:cs typeface="Consolas"/>
              </a:rPr>
              <a:t>logo</a:t>
            </a:r>
            <a:r>
              <a:rPr sz="1050" spc="-35" dirty="0">
                <a:latin typeface="Consolas"/>
                <a:cs typeface="Consolas"/>
              </a:rPr>
              <a:t> </a:t>
            </a:r>
            <a:r>
              <a:rPr sz="1050" spc="-20" dirty="0">
                <a:latin typeface="Consolas"/>
                <a:cs typeface="Consolas"/>
              </a:rPr>
              <a:t>logo"&gt;</a:t>
            </a:r>
            <a:endParaRPr sz="1050">
              <a:latin typeface="Consolas"/>
              <a:cs typeface="Consolas"/>
            </a:endParaRPr>
          </a:p>
          <a:p>
            <a:pPr marL="382905" algn="ctr">
              <a:lnSpc>
                <a:spcPct val="100000"/>
              </a:lnSpc>
              <a:spcBef>
                <a:spcPts val="900"/>
              </a:spcBef>
            </a:pPr>
            <a:r>
              <a:rPr sz="1050" spc="-5" dirty="0">
                <a:latin typeface="Consolas"/>
                <a:cs typeface="Consolas"/>
              </a:rPr>
              <a:t>&lt;a</a:t>
            </a:r>
            <a:r>
              <a:rPr sz="1050" spc="-25" dirty="0">
                <a:latin typeface="Consolas"/>
                <a:cs typeface="Consolas"/>
              </a:rPr>
              <a:t> </a:t>
            </a:r>
            <a:r>
              <a:rPr sz="1050" spc="-20" dirty="0">
                <a:latin typeface="Consolas"/>
                <a:cs typeface="Consolas"/>
              </a:rPr>
              <a:t>href="index.html"&gt;</a:t>
            </a:r>
            <a:endParaRPr sz="1050">
              <a:latin typeface="Consolas"/>
              <a:cs typeface="Consolas"/>
            </a:endParaRPr>
          </a:p>
          <a:p>
            <a:pPr>
              <a:lnSpc>
                <a:spcPct val="100000"/>
              </a:lnSpc>
              <a:spcBef>
                <a:spcPts val="20"/>
              </a:spcBef>
            </a:pPr>
            <a:endParaRPr sz="750">
              <a:latin typeface="Consolas"/>
              <a:cs typeface="Consolas"/>
            </a:endParaRPr>
          </a:p>
          <a:p>
            <a:pPr marL="2756535">
              <a:lnSpc>
                <a:spcPct val="100000"/>
              </a:lnSpc>
            </a:pPr>
            <a:r>
              <a:rPr sz="1050" spc="-5" dirty="0">
                <a:latin typeface="Consolas"/>
                <a:cs typeface="Consolas"/>
              </a:rPr>
              <a:t>&lt;img</a:t>
            </a:r>
            <a:r>
              <a:rPr sz="1050" spc="-65" dirty="0">
                <a:latin typeface="Consolas"/>
                <a:cs typeface="Consolas"/>
              </a:rPr>
              <a:t> </a:t>
            </a:r>
            <a:r>
              <a:rPr sz="1050" spc="-5" dirty="0">
                <a:latin typeface="Consolas"/>
                <a:cs typeface="Consolas"/>
              </a:rPr>
              <a:t>src="img/logo.png"</a:t>
            </a:r>
            <a:r>
              <a:rPr sz="1050" spc="-65" dirty="0">
                <a:latin typeface="Consolas"/>
                <a:cs typeface="Consolas"/>
              </a:rPr>
              <a:t> </a:t>
            </a:r>
            <a:r>
              <a:rPr sz="1050" spc="-20" dirty="0">
                <a:latin typeface="Consolas"/>
                <a:cs typeface="Consolas"/>
              </a:rPr>
              <a:t>alt=""&gt;</a:t>
            </a:r>
            <a:endParaRPr sz="1050">
              <a:latin typeface="Consolas"/>
              <a:cs typeface="Consolas"/>
            </a:endParaRPr>
          </a:p>
          <a:p>
            <a:pPr>
              <a:lnSpc>
                <a:spcPct val="100000"/>
              </a:lnSpc>
              <a:spcBef>
                <a:spcPts val="20"/>
              </a:spcBef>
            </a:pPr>
            <a:endParaRPr sz="750">
              <a:latin typeface="Consolas"/>
              <a:cs typeface="Consolas"/>
            </a:endParaRPr>
          </a:p>
          <a:p>
            <a:pPr marL="2299335">
              <a:lnSpc>
                <a:spcPct val="100000"/>
              </a:lnSpc>
              <a:spcBef>
                <a:spcPts val="5"/>
              </a:spcBef>
            </a:pPr>
            <a:r>
              <a:rPr sz="1050" spc="-30" dirty="0">
                <a:latin typeface="Consolas"/>
                <a:cs typeface="Consolas"/>
              </a:rPr>
              <a:t>&lt;/a&gt;</a:t>
            </a:r>
            <a:endParaRPr sz="1050">
              <a:latin typeface="Consolas"/>
              <a:cs typeface="Consolas"/>
            </a:endParaRPr>
          </a:p>
          <a:p>
            <a:pPr marR="1628775" algn="ctr">
              <a:lnSpc>
                <a:spcPct val="100000"/>
              </a:lnSpc>
              <a:spcBef>
                <a:spcPts val="900"/>
              </a:spcBef>
            </a:pPr>
            <a:r>
              <a:rPr sz="1050" spc="-20" dirty="0">
                <a:latin typeface="Consolas"/>
                <a:cs typeface="Consolas"/>
              </a:rPr>
              <a:t>&lt;/div&gt;</a:t>
            </a:r>
            <a:endParaRPr sz="1050">
              <a:latin typeface="Consolas"/>
              <a:cs typeface="Consolas"/>
            </a:endParaRPr>
          </a:p>
          <a:p>
            <a:pPr marL="1841500">
              <a:lnSpc>
                <a:spcPct val="100000"/>
              </a:lnSpc>
              <a:spcBef>
                <a:spcPts val="900"/>
              </a:spcBef>
            </a:pPr>
            <a:r>
              <a:rPr sz="1050" spc="-5" dirty="0">
                <a:latin typeface="Consolas"/>
                <a:cs typeface="Consolas"/>
              </a:rPr>
              <a:t>&lt;div</a:t>
            </a:r>
            <a:r>
              <a:rPr sz="1050" spc="-70" dirty="0">
                <a:latin typeface="Consolas"/>
                <a:cs typeface="Consolas"/>
              </a:rPr>
              <a:t> </a:t>
            </a:r>
            <a:r>
              <a:rPr sz="1050" spc="-5" dirty="0">
                <a:latin typeface="Consolas"/>
                <a:cs typeface="Consolas"/>
              </a:rPr>
              <a:t>class="offcanvas</a:t>
            </a:r>
            <a:r>
              <a:rPr sz="1050" u="sng" spc="490" dirty="0">
                <a:uFill>
                  <a:solidFill>
                    <a:srgbClr val="000000"/>
                  </a:solidFill>
                </a:uFill>
                <a:latin typeface="Consolas"/>
                <a:cs typeface="Consolas"/>
              </a:rPr>
              <a:t> </a:t>
            </a:r>
            <a:r>
              <a:rPr sz="1050" spc="-20" dirty="0">
                <a:latin typeface="Consolas"/>
                <a:cs typeface="Consolas"/>
              </a:rPr>
              <a:t>close"&gt;</a:t>
            </a:r>
            <a:endParaRPr sz="1050">
              <a:latin typeface="Consolas"/>
              <a:cs typeface="Consolas"/>
            </a:endParaRPr>
          </a:p>
          <a:p>
            <a:pPr marL="2299335">
              <a:lnSpc>
                <a:spcPct val="100000"/>
              </a:lnSpc>
              <a:spcBef>
                <a:spcPts val="900"/>
              </a:spcBef>
            </a:pPr>
            <a:r>
              <a:rPr sz="1050" spc="-5" dirty="0">
                <a:latin typeface="Consolas"/>
                <a:cs typeface="Consolas"/>
              </a:rPr>
              <a:t>&lt;button</a:t>
            </a:r>
            <a:r>
              <a:rPr sz="1050" spc="250" dirty="0">
                <a:latin typeface="Consolas"/>
                <a:cs typeface="Consolas"/>
              </a:rPr>
              <a:t> </a:t>
            </a:r>
            <a:r>
              <a:rPr sz="1050" spc="-10" dirty="0">
                <a:latin typeface="Consolas"/>
                <a:cs typeface="Consolas"/>
              </a:rPr>
              <a:t>class="offcanvas</a:t>
            </a:r>
            <a:r>
              <a:rPr sz="1050" u="sng" spc="535" dirty="0">
                <a:uFill>
                  <a:solidFill>
                    <a:srgbClr val="000000"/>
                  </a:solidFill>
                </a:uFill>
                <a:latin typeface="Consolas"/>
                <a:cs typeface="Consolas"/>
              </a:rPr>
              <a:t> </a:t>
            </a:r>
            <a:r>
              <a:rPr sz="1050" spc="-15" dirty="0">
                <a:latin typeface="Consolas"/>
                <a:cs typeface="Consolas"/>
              </a:rPr>
              <a:t>close-btn</a:t>
            </a:r>
            <a:r>
              <a:rPr sz="1050" spc="265" dirty="0">
                <a:latin typeface="Consolas"/>
                <a:cs typeface="Consolas"/>
              </a:rPr>
              <a:t> </a:t>
            </a:r>
            <a:r>
              <a:rPr sz="1050" spc="-15" dirty="0">
                <a:latin typeface="Consolas"/>
                <a:cs typeface="Consolas"/>
              </a:rPr>
              <a:t>offcanvas-</a:t>
            </a:r>
            <a:endParaRPr sz="1050">
              <a:latin typeface="Consolas"/>
              <a:cs typeface="Consolas"/>
            </a:endParaRPr>
          </a:p>
          <a:p>
            <a:pPr marL="18415">
              <a:lnSpc>
                <a:spcPct val="100000"/>
              </a:lnSpc>
              <a:spcBef>
                <a:spcPts val="95"/>
              </a:spcBef>
            </a:pPr>
            <a:r>
              <a:rPr sz="1050" spc="-20" dirty="0">
                <a:latin typeface="Consolas"/>
                <a:cs typeface="Consolas"/>
              </a:rPr>
              <a:t>close-btn"&gt;</a:t>
            </a:r>
            <a:endParaRPr sz="1050">
              <a:latin typeface="Consolas"/>
              <a:cs typeface="Consolas"/>
            </a:endParaRPr>
          </a:p>
          <a:p>
            <a:pPr>
              <a:lnSpc>
                <a:spcPct val="100000"/>
              </a:lnSpc>
              <a:spcBef>
                <a:spcPts val="20"/>
              </a:spcBef>
            </a:pPr>
            <a:endParaRPr sz="750">
              <a:latin typeface="Consolas"/>
              <a:cs typeface="Consolas"/>
            </a:endParaRPr>
          </a:p>
          <a:p>
            <a:pPr marL="2756535">
              <a:lnSpc>
                <a:spcPct val="100000"/>
              </a:lnSpc>
            </a:pPr>
            <a:r>
              <a:rPr sz="1050" dirty="0">
                <a:latin typeface="Consolas"/>
                <a:cs typeface="Consolas"/>
              </a:rPr>
              <a:t>&lt;i</a:t>
            </a:r>
            <a:r>
              <a:rPr sz="1050" spc="-35" dirty="0">
                <a:latin typeface="Consolas"/>
                <a:cs typeface="Consolas"/>
              </a:rPr>
              <a:t> </a:t>
            </a:r>
            <a:r>
              <a:rPr sz="1050" spc="-5" dirty="0">
                <a:latin typeface="Consolas"/>
                <a:cs typeface="Consolas"/>
              </a:rPr>
              <a:t>class="fa</a:t>
            </a:r>
            <a:r>
              <a:rPr sz="1050" spc="-25" dirty="0">
                <a:latin typeface="Consolas"/>
                <a:cs typeface="Consolas"/>
              </a:rPr>
              <a:t> </a:t>
            </a:r>
            <a:r>
              <a:rPr sz="1050" spc="-20" dirty="0">
                <a:latin typeface="Consolas"/>
                <a:cs typeface="Consolas"/>
              </a:rPr>
              <a:t>fa-times"&gt;&lt;/i&gt;</a:t>
            </a:r>
            <a:endParaRPr sz="1050">
              <a:latin typeface="Consolas"/>
              <a:cs typeface="Consolas"/>
            </a:endParaRPr>
          </a:p>
          <a:p>
            <a:pPr>
              <a:lnSpc>
                <a:spcPct val="100000"/>
              </a:lnSpc>
              <a:spcBef>
                <a:spcPts val="25"/>
              </a:spcBef>
            </a:pPr>
            <a:endParaRPr sz="750">
              <a:latin typeface="Consolas"/>
              <a:cs typeface="Consolas"/>
            </a:endParaRPr>
          </a:p>
          <a:p>
            <a:pPr marL="2299335">
              <a:lnSpc>
                <a:spcPct val="100000"/>
              </a:lnSpc>
            </a:pPr>
            <a:r>
              <a:rPr sz="1050" spc="-20" dirty="0">
                <a:latin typeface="Consolas"/>
                <a:cs typeface="Consolas"/>
              </a:rPr>
              <a:t>&lt;/button&gt;</a:t>
            </a:r>
            <a:endParaRPr sz="1050">
              <a:latin typeface="Consolas"/>
              <a:cs typeface="Consolas"/>
            </a:endParaRPr>
          </a:p>
          <a:p>
            <a:pPr>
              <a:lnSpc>
                <a:spcPct val="100000"/>
              </a:lnSpc>
              <a:spcBef>
                <a:spcPts val="20"/>
              </a:spcBef>
            </a:pPr>
            <a:endParaRPr sz="750">
              <a:latin typeface="Consolas"/>
              <a:cs typeface="Consolas"/>
            </a:endParaRPr>
          </a:p>
          <a:p>
            <a:pPr marL="1841500">
              <a:lnSpc>
                <a:spcPct val="100000"/>
              </a:lnSpc>
              <a:spcBef>
                <a:spcPts val="5"/>
              </a:spcBef>
            </a:pPr>
            <a:r>
              <a:rPr sz="1050" spc="-20" dirty="0">
                <a:latin typeface="Consolas"/>
                <a:cs typeface="Consolas"/>
              </a:rPr>
              <a:t>&lt;/div&gt;</a:t>
            </a:r>
            <a:endParaRPr sz="1050">
              <a:latin typeface="Consolas"/>
              <a:cs typeface="Consolas"/>
            </a:endParaRPr>
          </a:p>
          <a:p>
            <a:pPr marR="2543175" algn="ctr">
              <a:lnSpc>
                <a:spcPct val="100000"/>
              </a:lnSpc>
              <a:spcBef>
                <a:spcPts val="900"/>
              </a:spcBef>
            </a:pPr>
            <a:r>
              <a:rPr sz="1050" spc="-20" dirty="0">
                <a:latin typeface="Consolas"/>
                <a:cs typeface="Consolas"/>
              </a:rPr>
              <a:t>&lt;/div&gt;</a:t>
            </a:r>
            <a:endParaRPr sz="1050">
              <a:latin typeface="Consolas"/>
              <a:cs typeface="Consolas"/>
            </a:endParaRPr>
          </a:p>
          <a:p>
            <a:pPr marL="1384300">
              <a:lnSpc>
                <a:spcPct val="100000"/>
              </a:lnSpc>
              <a:spcBef>
                <a:spcPts val="900"/>
              </a:spcBef>
            </a:pPr>
            <a:r>
              <a:rPr sz="1050" spc="-5" dirty="0">
                <a:latin typeface="Consolas"/>
                <a:cs typeface="Consolas"/>
              </a:rPr>
              <a:t>&lt;div</a:t>
            </a:r>
            <a:r>
              <a:rPr sz="1050" spc="-10" dirty="0">
                <a:latin typeface="Consolas"/>
                <a:cs typeface="Consolas"/>
              </a:rPr>
              <a:t> </a:t>
            </a:r>
            <a:r>
              <a:rPr sz="1050" spc="-15" dirty="0">
                <a:latin typeface="Consolas"/>
                <a:cs typeface="Consolas"/>
              </a:rPr>
              <a:t>class="mobile-menu</a:t>
            </a:r>
            <a:r>
              <a:rPr sz="1050" spc="-5" dirty="0">
                <a:latin typeface="Consolas"/>
                <a:cs typeface="Consolas"/>
              </a:rPr>
              <a:t> </a:t>
            </a:r>
            <a:r>
              <a:rPr sz="1050" dirty="0">
                <a:latin typeface="Consolas"/>
                <a:cs typeface="Consolas"/>
              </a:rPr>
              <a:t>fix</a:t>
            </a:r>
            <a:r>
              <a:rPr sz="1050" spc="-5" dirty="0">
                <a:latin typeface="Consolas"/>
                <a:cs typeface="Consolas"/>
              </a:rPr>
              <a:t> </a:t>
            </a:r>
            <a:r>
              <a:rPr sz="1050" spc="-20" dirty="0">
                <a:latin typeface="Consolas"/>
                <a:cs typeface="Consolas"/>
              </a:rPr>
              <a:t>mb-40"&gt;&lt;/div&gt;</a:t>
            </a:r>
            <a:endParaRPr sz="1050">
              <a:latin typeface="Consolas"/>
              <a:cs typeface="Consolas"/>
            </a:endParaRPr>
          </a:p>
          <a:p>
            <a:pPr>
              <a:lnSpc>
                <a:spcPct val="100000"/>
              </a:lnSpc>
            </a:pPr>
            <a:endParaRPr sz="1000">
              <a:latin typeface="Consolas"/>
              <a:cs typeface="Consolas"/>
            </a:endParaRPr>
          </a:p>
          <a:p>
            <a:pPr>
              <a:lnSpc>
                <a:spcPct val="100000"/>
              </a:lnSpc>
            </a:pPr>
            <a:endParaRPr sz="1000">
              <a:latin typeface="Consolas"/>
              <a:cs typeface="Consolas"/>
            </a:endParaRPr>
          </a:p>
          <a:p>
            <a:pPr marL="1384300">
              <a:lnSpc>
                <a:spcPct val="100000"/>
              </a:lnSpc>
              <a:spcBef>
                <a:spcPts val="775"/>
              </a:spcBef>
            </a:pPr>
            <a:r>
              <a:rPr sz="1050" spc="-5" dirty="0">
                <a:latin typeface="Consolas"/>
                <a:cs typeface="Consolas"/>
              </a:rPr>
              <a:t>&lt;div</a:t>
            </a:r>
            <a:r>
              <a:rPr sz="1050" spc="-45" dirty="0">
                <a:latin typeface="Consolas"/>
                <a:cs typeface="Consolas"/>
              </a:rPr>
              <a:t> </a:t>
            </a:r>
            <a:r>
              <a:rPr sz="1050" spc="-5" dirty="0">
                <a:latin typeface="Consolas"/>
                <a:cs typeface="Consolas"/>
              </a:rPr>
              <a:t>class="offcanvas</a:t>
            </a:r>
            <a:r>
              <a:rPr sz="1050" u="sng" spc="540" dirty="0">
                <a:uFill>
                  <a:solidFill>
                    <a:srgbClr val="000000"/>
                  </a:solidFill>
                </a:uFill>
                <a:latin typeface="Consolas"/>
                <a:cs typeface="Consolas"/>
              </a:rPr>
              <a:t> </a:t>
            </a:r>
            <a:r>
              <a:rPr sz="1050" spc="-5" dirty="0">
                <a:latin typeface="Consolas"/>
                <a:cs typeface="Consolas"/>
              </a:rPr>
              <a:t>contact</a:t>
            </a:r>
            <a:r>
              <a:rPr sz="1050" spc="-40" dirty="0">
                <a:latin typeface="Consolas"/>
                <a:cs typeface="Consolas"/>
              </a:rPr>
              <a:t> </a:t>
            </a:r>
            <a:r>
              <a:rPr sz="1050" spc="-5" dirty="0">
                <a:latin typeface="Consolas"/>
                <a:cs typeface="Consolas"/>
              </a:rPr>
              <a:t>mt-30</a:t>
            </a:r>
            <a:r>
              <a:rPr sz="1050" spc="-25" dirty="0">
                <a:latin typeface="Consolas"/>
                <a:cs typeface="Consolas"/>
              </a:rPr>
              <a:t> mb-20"&gt;</a:t>
            </a:r>
            <a:endParaRPr sz="1050">
              <a:latin typeface="Consolas"/>
              <a:cs typeface="Consolas"/>
            </a:endParaRPr>
          </a:p>
          <a:p>
            <a:pPr>
              <a:lnSpc>
                <a:spcPct val="100000"/>
              </a:lnSpc>
              <a:spcBef>
                <a:spcPts val="20"/>
              </a:spcBef>
            </a:pPr>
            <a:endParaRPr sz="750">
              <a:latin typeface="Consolas"/>
              <a:cs typeface="Consolas"/>
            </a:endParaRPr>
          </a:p>
          <a:p>
            <a:pPr marL="1841500">
              <a:lnSpc>
                <a:spcPct val="100000"/>
              </a:lnSpc>
              <a:spcBef>
                <a:spcPts val="5"/>
              </a:spcBef>
            </a:pPr>
            <a:r>
              <a:rPr sz="1050" spc="-5" dirty="0">
                <a:latin typeface="Consolas"/>
                <a:cs typeface="Consolas"/>
              </a:rPr>
              <a:t>&lt;h4&gt;Contact</a:t>
            </a:r>
            <a:r>
              <a:rPr sz="1050" spc="-85" dirty="0">
                <a:latin typeface="Consolas"/>
                <a:cs typeface="Consolas"/>
              </a:rPr>
              <a:t> </a:t>
            </a:r>
            <a:r>
              <a:rPr sz="1050" spc="-20" dirty="0">
                <a:latin typeface="Consolas"/>
                <a:cs typeface="Consolas"/>
              </a:rPr>
              <a:t>Info&lt;/h4&gt;</a:t>
            </a:r>
            <a:endParaRPr sz="1050">
              <a:latin typeface="Consolas"/>
              <a:cs typeface="Consolas"/>
            </a:endParaRPr>
          </a:p>
          <a:p>
            <a:pPr>
              <a:lnSpc>
                <a:spcPct val="100000"/>
              </a:lnSpc>
              <a:spcBef>
                <a:spcPts val="20"/>
              </a:spcBef>
            </a:pPr>
            <a:endParaRPr sz="750">
              <a:latin typeface="Consolas"/>
              <a:cs typeface="Consolas"/>
            </a:endParaRPr>
          </a:p>
          <a:p>
            <a:pPr marL="1841500">
              <a:lnSpc>
                <a:spcPct val="100000"/>
              </a:lnSpc>
            </a:pPr>
            <a:r>
              <a:rPr sz="1050" spc="-30" dirty="0">
                <a:latin typeface="Consolas"/>
                <a:cs typeface="Consolas"/>
              </a:rPr>
              <a:t>&lt;ul&gt;</a:t>
            </a:r>
            <a:endParaRPr sz="1050">
              <a:latin typeface="Consolas"/>
              <a:cs typeface="Consolas"/>
            </a:endParaRPr>
          </a:p>
          <a:p>
            <a:pPr>
              <a:lnSpc>
                <a:spcPct val="100000"/>
              </a:lnSpc>
              <a:spcBef>
                <a:spcPts val="20"/>
              </a:spcBef>
            </a:pPr>
            <a:endParaRPr sz="750">
              <a:latin typeface="Consolas"/>
              <a:cs typeface="Consolas"/>
            </a:endParaRPr>
          </a:p>
          <a:p>
            <a:pPr marL="2299335">
              <a:lnSpc>
                <a:spcPct val="100000"/>
              </a:lnSpc>
              <a:spcBef>
                <a:spcPts val="5"/>
              </a:spcBef>
            </a:pPr>
            <a:r>
              <a:rPr sz="1050" dirty="0">
                <a:latin typeface="Consolas"/>
                <a:cs typeface="Consolas"/>
              </a:rPr>
              <a:t>&lt;li</a:t>
            </a:r>
            <a:r>
              <a:rPr sz="1050" spc="35" dirty="0">
                <a:latin typeface="Consolas"/>
                <a:cs typeface="Consolas"/>
              </a:rPr>
              <a:t> </a:t>
            </a:r>
            <a:r>
              <a:rPr sz="1050" spc="-15" dirty="0">
                <a:latin typeface="Consolas"/>
                <a:cs typeface="Consolas"/>
              </a:rPr>
              <a:t>class="d-flex</a:t>
            </a:r>
            <a:r>
              <a:rPr sz="1050" spc="35" dirty="0">
                <a:latin typeface="Consolas"/>
                <a:cs typeface="Consolas"/>
              </a:rPr>
              <a:t> </a:t>
            </a:r>
            <a:r>
              <a:rPr sz="1050" spc="-20" dirty="0">
                <a:latin typeface="Consolas"/>
                <a:cs typeface="Consolas"/>
              </a:rPr>
              <a:t>align-items-center"&gt;</a:t>
            </a:r>
            <a:endParaRPr sz="1050">
              <a:latin typeface="Consolas"/>
              <a:cs typeface="Consolas"/>
            </a:endParaRPr>
          </a:p>
          <a:p>
            <a:pPr>
              <a:lnSpc>
                <a:spcPct val="100000"/>
              </a:lnSpc>
              <a:spcBef>
                <a:spcPts val="20"/>
              </a:spcBef>
            </a:pPr>
            <a:endParaRPr sz="750">
              <a:latin typeface="Consolas"/>
              <a:cs typeface="Consolas"/>
            </a:endParaRPr>
          </a:p>
          <a:p>
            <a:pPr marL="2756535">
              <a:lnSpc>
                <a:spcPct val="100000"/>
              </a:lnSpc>
              <a:tabLst>
                <a:tab pos="3185795" algn="l"/>
                <a:tab pos="5522595" algn="l"/>
              </a:tabLst>
            </a:pPr>
            <a:r>
              <a:rPr sz="1050" spc="-30" dirty="0">
                <a:latin typeface="Consolas"/>
                <a:cs typeface="Consolas"/>
              </a:rPr>
              <a:t>&lt;di</a:t>
            </a:r>
            <a:r>
              <a:rPr sz="1050" dirty="0">
                <a:latin typeface="Consolas"/>
                <a:cs typeface="Consolas"/>
              </a:rPr>
              <a:t>v	</a:t>
            </a:r>
            <a:r>
              <a:rPr sz="1050" spc="-5" dirty="0">
                <a:latin typeface="Consolas"/>
                <a:cs typeface="Consolas"/>
              </a:rPr>
              <a:t>class="offcanva</a:t>
            </a:r>
            <a:r>
              <a:rPr sz="1050" spc="-15" dirty="0">
                <a:latin typeface="Consolas"/>
                <a:cs typeface="Consolas"/>
              </a:rPr>
              <a:t>s</a:t>
            </a:r>
            <a:r>
              <a:rPr sz="1050" u="sng" dirty="0">
                <a:uFill>
                  <a:solidFill>
                    <a:srgbClr val="000000"/>
                  </a:solidFill>
                </a:uFill>
                <a:latin typeface="Consolas"/>
                <a:cs typeface="Consolas"/>
              </a:rPr>
              <a:t> </a:t>
            </a:r>
            <a:r>
              <a:rPr sz="1050" u="sng" spc="-120" dirty="0">
                <a:uFill>
                  <a:solidFill>
                    <a:srgbClr val="000000"/>
                  </a:solidFill>
                </a:uFill>
                <a:latin typeface="Consolas"/>
                <a:cs typeface="Consolas"/>
              </a:rPr>
              <a:t> </a:t>
            </a:r>
            <a:r>
              <a:rPr sz="1050" spc="-20" dirty="0">
                <a:latin typeface="Consolas"/>
                <a:cs typeface="Consolas"/>
              </a:rPr>
              <a:t>co</a:t>
            </a:r>
            <a:r>
              <a:rPr sz="1050" spc="-30" dirty="0">
                <a:latin typeface="Consolas"/>
                <a:cs typeface="Consolas"/>
              </a:rPr>
              <a:t>n</a:t>
            </a:r>
            <a:r>
              <a:rPr sz="1050" spc="-20" dirty="0">
                <a:latin typeface="Consolas"/>
                <a:cs typeface="Consolas"/>
              </a:rPr>
              <a:t>tac</a:t>
            </a:r>
            <a:r>
              <a:rPr sz="1050" spc="-15" dirty="0">
                <a:latin typeface="Consolas"/>
                <a:cs typeface="Consolas"/>
              </a:rPr>
              <a:t>t</a:t>
            </a:r>
            <a:r>
              <a:rPr sz="1050" spc="-20" dirty="0">
                <a:latin typeface="Consolas"/>
                <a:cs typeface="Consolas"/>
              </a:rPr>
              <a:t>-</a:t>
            </a:r>
            <a:r>
              <a:rPr sz="1050" spc="-30" dirty="0">
                <a:latin typeface="Consolas"/>
                <a:cs typeface="Consolas"/>
              </a:rPr>
              <a:t>ico</a:t>
            </a:r>
            <a:r>
              <a:rPr sz="1050" dirty="0">
                <a:latin typeface="Consolas"/>
                <a:cs typeface="Consolas"/>
              </a:rPr>
              <a:t>n	</a:t>
            </a:r>
            <a:r>
              <a:rPr sz="1050" spc="-30" dirty="0">
                <a:latin typeface="Consolas"/>
                <a:cs typeface="Consolas"/>
              </a:rPr>
              <a:t>mr</a:t>
            </a:r>
            <a:r>
              <a:rPr sz="1050" dirty="0">
                <a:latin typeface="Consolas"/>
                <a:cs typeface="Consolas"/>
              </a:rPr>
              <a:t>-</a:t>
            </a:r>
            <a:endParaRPr sz="1050">
              <a:latin typeface="Consolas"/>
              <a:cs typeface="Consolas"/>
            </a:endParaRPr>
          </a:p>
          <a:p>
            <a:pPr marL="18415">
              <a:lnSpc>
                <a:spcPct val="100000"/>
              </a:lnSpc>
              <a:spcBef>
                <a:spcPts val="110"/>
              </a:spcBef>
            </a:pPr>
            <a:r>
              <a:rPr sz="1050" spc="-30" dirty="0">
                <a:latin typeface="Consolas"/>
                <a:cs typeface="Consolas"/>
              </a:rPr>
              <a:t>15"&gt;</a:t>
            </a:r>
            <a:endParaRPr sz="1050">
              <a:latin typeface="Consolas"/>
              <a:cs typeface="Consolas"/>
            </a:endParaRPr>
          </a:p>
        </p:txBody>
      </p:sp>
      <p:sp>
        <p:nvSpPr>
          <p:cNvPr id="7" name="object 7"/>
          <p:cNvSpPr/>
          <p:nvPr/>
        </p:nvSpPr>
        <p:spPr>
          <a:xfrm>
            <a:off x="508254" y="476250"/>
            <a:ext cx="6553200" cy="10029825"/>
          </a:xfrm>
          <a:custGeom>
            <a:avLst/>
            <a:gdLst/>
            <a:ahLst/>
            <a:cxnLst/>
            <a:rect l="l" t="t" r="r" b="b"/>
            <a:pathLst>
              <a:path w="6553200" h="10029825">
                <a:moveTo>
                  <a:pt x="0" y="10029444"/>
                </a:moveTo>
                <a:lnTo>
                  <a:pt x="6553200" y="10029444"/>
                </a:lnTo>
                <a:lnTo>
                  <a:pt x="6553200" y="0"/>
                </a:lnTo>
                <a:lnTo>
                  <a:pt x="0" y="0"/>
                </a:lnTo>
                <a:lnTo>
                  <a:pt x="0" y="10029444"/>
                </a:lnTo>
                <a:close/>
              </a:path>
            </a:pathLst>
          </a:custGeom>
          <a:ln w="25400">
            <a:solidFill>
              <a:srgbClr val="1C334E"/>
            </a:solidFill>
          </a:ln>
        </p:spPr>
        <p:txBody>
          <a:bodyPr wrap="square" lIns="0" tIns="0" rIns="0" bIns="0" rtlCol="0"/>
          <a:lstStyle/>
          <a:p>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69</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7796" y="888568"/>
            <a:ext cx="5745480" cy="8803640"/>
          </a:xfrm>
          <a:prstGeom prst="rect">
            <a:avLst/>
          </a:prstGeom>
        </p:spPr>
        <p:txBody>
          <a:bodyPr vert="horz" wrap="square" lIns="0" tIns="13335" rIns="0" bIns="0" rtlCol="0">
            <a:spAutoFit/>
          </a:bodyPr>
          <a:lstStyle/>
          <a:p>
            <a:pPr marL="3208655">
              <a:lnSpc>
                <a:spcPct val="100000"/>
              </a:lnSpc>
              <a:spcBef>
                <a:spcPts val="105"/>
              </a:spcBef>
            </a:pPr>
            <a:r>
              <a:rPr sz="1050" spc="-5" dirty="0">
                <a:latin typeface="Consolas"/>
                <a:cs typeface="Consolas"/>
              </a:rPr>
              <a:t>&lt;i</a:t>
            </a:r>
            <a:r>
              <a:rPr sz="1050" spc="-20" dirty="0">
                <a:latin typeface="Consolas"/>
                <a:cs typeface="Consolas"/>
              </a:rPr>
              <a:t> </a:t>
            </a:r>
            <a:r>
              <a:rPr sz="1050" spc="-5" dirty="0">
                <a:latin typeface="Consolas"/>
                <a:cs typeface="Consolas"/>
              </a:rPr>
              <a:t>class="fa</a:t>
            </a:r>
            <a:r>
              <a:rPr sz="1050" spc="-20" dirty="0">
                <a:latin typeface="Consolas"/>
                <a:cs typeface="Consolas"/>
              </a:rPr>
              <a:t> fa-map-marker"&gt;&lt;/i&gt;</a:t>
            </a:r>
            <a:endParaRPr sz="1050">
              <a:latin typeface="Consolas"/>
              <a:cs typeface="Consolas"/>
            </a:endParaRPr>
          </a:p>
          <a:p>
            <a:pPr>
              <a:lnSpc>
                <a:spcPct val="100000"/>
              </a:lnSpc>
              <a:spcBef>
                <a:spcPts val="25"/>
              </a:spcBef>
            </a:pPr>
            <a:endParaRPr sz="75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5"/>
              </a:spcBef>
            </a:pPr>
            <a:endParaRPr sz="750">
              <a:latin typeface="Consolas"/>
              <a:cs typeface="Consolas"/>
            </a:endParaRPr>
          </a:p>
          <a:p>
            <a:pPr marL="2751455">
              <a:lnSpc>
                <a:spcPct val="100000"/>
              </a:lnSpc>
            </a:pPr>
            <a:r>
              <a:rPr sz="1050" spc="-5" dirty="0">
                <a:latin typeface="Consolas"/>
                <a:cs typeface="Consolas"/>
              </a:rPr>
              <a:t>&lt;div</a:t>
            </a:r>
            <a:r>
              <a:rPr sz="1050" spc="-30" dirty="0">
                <a:latin typeface="Consolas"/>
                <a:cs typeface="Consolas"/>
              </a:rPr>
              <a:t> </a:t>
            </a:r>
            <a:r>
              <a:rPr sz="1050" spc="-5" dirty="0">
                <a:latin typeface="Consolas"/>
                <a:cs typeface="Consolas"/>
              </a:rPr>
              <a:t>class="offcanvas</a:t>
            </a:r>
            <a:r>
              <a:rPr sz="1050" u="sng" spc="555" dirty="0">
                <a:uFill>
                  <a:solidFill>
                    <a:srgbClr val="000000"/>
                  </a:solidFill>
                </a:uFill>
                <a:latin typeface="Consolas"/>
                <a:cs typeface="Consolas"/>
              </a:rPr>
              <a:t> </a:t>
            </a:r>
            <a:r>
              <a:rPr sz="1050" spc="-20" dirty="0">
                <a:latin typeface="Consolas"/>
                <a:cs typeface="Consolas"/>
              </a:rPr>
              <a:t>contact-text"&gt;</a:t>
            </a:r>
            <a:endParaRPr sz="1050">
              <a:latin typeface="Consolas"/>
              <a:cs typeface="Consolas"/>
            </a:endParaRPr>
          </a:p>
          <a:p>
            <a:pPr>
              <a:lnSpc>
                <a:spcPct val="100000"/>
              </a:lnSpc>
              <a:spcBef>
                <a:spcPts val="20"/>
              </a:spcBef>
            </a:pPr>
            <a:endParaRPr sz="750">
              <a:latin typeface="Consolas"/>
              <a:cs typeface="Consolas"/>
            </a:endParaRPr>
          </a:p>
          <a:p>
            <a:pPr marL="3208655">
              <a:lnSpc>
                <a:spcPct val="100000"/>
              </a:lnSpc>
            </a:pPr>
            <a:r>
              <a:rPr sz="1050" dirty="0">
                <a:latin typeface="Consolas"/>
                <a:cs typeface="Consolas"/>
              </a:rPr>
              <a:t>&lt;a</a:t>
            </a:r>
            <a:r>
              <a:rPr sz="1050" spc="-55" dirty="0">
                <a:latin typeface="Consolas"/>
                <a:cs typeface="Consolas"/>
              </a:rPr>
              <a:t> </a:t>
            </a:r>
            <a:r>
              <a:rPr sz="1050" spc="-20" dirty="0">
                <a:latin typeface="Consolas"/>
                <a:cs typeface="Consolas"/>
              </a:rPr>
              <a:t>target="_blank"</a:t>
            </a:r>
            <a:endParaRPr sz="1050">
              <a:latin typeface="Consolas"/>
              <a:cs typeface="Consolas"/>
            </a:endParaRPr>
          </a:p>
          <a:p>
            <a:pPr>
              <a:lnSpc>
                <a:spcPct val="100000"/>
              </a:lnSpc>
            </a:pPr>
            <a:endParaRPr sz="1000">
              <a:latin typeface="Consolas"/>
              <a:cs typeface="Consolas"/>
            </a:endParaRPr>
          </a:p>
          <a:p>
            <a:pPr>
              <a:lnSpc>
                <a:spcPct val="100000"/>
              </a:lnSpc>
              <a:spcBef>
                <a:spcPts val="30"/>
              </a:spcBef>
            </a:pPr>
            <a:endParaRPr sz="750">
              <a:latin typeface="Consolas"/>
              <a:cs typeface="Consolas"/>
            </a:endParaRPr>
          </a:p>
          <a:p>
            <a:pPr marL="12700" marR="129539" indent="450850">
              <a:lnSpc>
                <a:spcPct val="108100"/>
              </a:lnSpc>
              <a:spcBef>
                <a:spcPts val="5"/>
              </a:spcBef>
            </a:pPr>
            <a:r>
              <a:rPr sz="1050" u="sng" spc="-20" dirty="0">
                <a:uFill>
                  <a:solidFill>
                    <a:srgbClr val="000000"/>
                  </a:solidFill>
                </a:uFill>
                <a:latin typeface="Consolas"/>
                <a:cs typeface="Consolas"/>
                <a:hlinkClick r:id="rId2"/>
              </a:rPr>
              <a:t>href="https://www.google.com/maps/place/Dhaka/@23.7806207,90.3492859,12 </a:t>
            </a:r>
            <a:r>
              <a:rPr sz="1050" spc="-15" dirty="0">
                <a:latin typeface="Consolas"/>
                <a:cs typeface="Consolas"/>
              </a:rPr>
              <a:t> </a:t>
            </a:r>
            <a:r>
              <a:rPr sz="1050" spc="-20" dirty="0">
                <a:latin typeface="Consolas"/>
                <a:cs typeface="Consolas"/>
              </a:rPr>
              <a:t>z/data=!3m1!4b1!4m5!3m4!1s0x3755b8b087026b81:0x8fa563bbdd5904c2!8m2!3d23.81047 </a:t>
            </a:r>
            <a:r>
              <a:rPr sz="1050" spc="-565" dirty="0">
                <a:latin typeface="Consolas"/>
                <a:cs typeface="Consolas"/>
              </a:rPr>
              <a:t> </a:t>
            </a:r>
            <a:r>
              <a:rPr sz="1050" spc="-15" dirty="0">
                <a:latin typeface="Consolas"/>
                <a:cs typeface="Consolas"/>
              </a:rPr>
              <a:t>53!4d90.4119873"&gt;12/A,</a:t>
            </a:r>
            <a:endParaRPr sz="1050">
              <a:latin typeface="Consolas"/>
              <a:cs typeface="Consolas"/>
            </a:endParaRPr>
          </a:p>
          <a:p>
            <a:pPr>
              <a:lnSpc>
                <a:spcPct val="100000"/>
              </a:lnSpc>
              <a:spcBef>
                <a:spcPts val="35"/>
              </a:spcBef>
            </a:pPr>
            <a:endParaRPr sz="800">
              <a:latin typeface="Consolas"/>
              <a:cs typeface="Consolas"/>
            </a:endParaRPr>
          </a:p>
          <a:p>
            <a:pPr marL="3666490">
              <a:lnSpc>
                <a:spcPct val="100000"/>
              </a:lnSpc>
            </a:pPr>
            <a:r>
              <a:rPr sz="1050" spc="-5" dirty="0">
                <a:latin typeface="Consolas"/>
                <a:cs typeface="Consolas"/>
              </a:rPr>
              <a:t>Mirnada</a:t>
            </a:r>
            <a:r>
              <a:rPr sz="1050" spc="-55" dirty="0">
                <a:latin typeface="Consolas"/>
                <a:cs typeface="Consolas"/>
              </a:rPr>
              <a:t> </a:t>
            </a:r>
            <a:r>
              <a:rPr sz="1050" spc="-5" dirty="0">
                <a:latin typeface="Consolas"/>
                <a:cs typeface="Consolas"/>
              </a:rPr>
              <a:t>City</a:t>
            </a:r>
            <a:r>
              <a:rPr sz="1050" spc="-40" dirty="0">
                <a:latin typeface="Consolas"/>
                <a:cs typeface="Consolas"/>
              </a:rPr>
              <a:t> </a:t>
            </a:r>
            <a:r>
              <a:rPr sz="1050" spc="-10" dirty="0">
                <a:latin typeface="Consolas"/>
                <a:cs typeface="Consolas"/>
              </a:rPr>
              <a:t>Tower,</a:t>
            </a:r>
            <a:r>
              <a:rPr sz="1050" spc="-45" dirty="0">
                <a:latin typeface="Consolas"/>
                <a:cs typeface="Consolas"/>
              </a:rPr>
              <a:t> </a:t>
            </a:r>
            <a:r>
              <a:rPr sz="1050" spc="-20" dirty="0">
                <a:latin typeface="Consolas"/>
                <a:cs typeface="Consolas"/>
              </a:rPr>
              <a:t>NYC&lt;/a&gt;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5"/>
              </a:spcBef>
            </a:pPr>
            <a:endParaRPr sz="750">
              <a:latin typeface="Consolas"/>
              <a:cs typeface="Consolas"/>
            </a:endParaRPr>
          </a:p>
          <a:p>
            <a:pPr marL="2292985">
              <a:lnSpc>
                <a:spcPct val="100000"/>
              </a:lnSpc>
            </a:pPr>
            <a:r>
              <a:rPr sz="1050" spc="-20" dirty="0">
                <a:latin typeface="Consolas"/>
                <a:cs typeface="Consolas"/>
              </a:rPr>
              <a:t>&lt;/li&gt;</a:t>
            </a:r>
            <a:endParaRPr sz="1050">
              <a:latin typeface="Consolas"/>
              <a:cs typeface="Consolas"/>
            </a:endParaRPr>
          </a:p>
          <a:p>
            <a:pPr>
              <a:lnSpc>
                <a:spcPct val="100000"/>
              </a:lnSpc>
              <a:spcBef>
                <a:spcPts val="20"/>
              </a:spcBef>
            </a:pPr>
            <a:endParaRPr sz="750">
              <a:latin typeface="Consolas"/>
              <a:cs typeface="Consolas"/>
            </a:endParaRPr>
          </a:p>
          <a:p>
            <a:pPr marL="2292985">
              <a:lnSpc>
                <a:spcPct val="100000"/>
              </a:lnSpc>
            </a:pPr>
            <a:r>
              <a:rPr sz="1050" dirty="0">
                <a:latin typeface="Consolas"/>
                <a:cs typeface="Consolas"/>
              </a:rPr>
              <a:t>&lt;li</a:t>
            </a:r>
            <a:r>
              <a:rPr sz="1050" spc="35" dirty="0">
                <a:latin typeface="Consolas"/>
                <a:cs typeface="Consolas"/>
              </a:rPr>
              <a:t> </a:t>
            </a:r>
            <a:r>
              <a:rPr sz="1050" spc="-15" dirty="0">
                <a:latin typeface="Consolas"/>
                <a:cs typeface="Consolas"/>
              </a:rPr>
              <a:t>class="d-flex</a:t>
            </a:r>
            <a:r>
              <a:rPr sz="1050" spc="35" dirty="0">
                <a:latin typeface="Consolas"/>
                <a:cs typeface="Consolas"/>
              </a:rPr>
              <a:t> </a:t>
            </a:r>
            <a:r>
              <a:rPr sz="1050" spc="-20" dirty="0">
                <a:latin typeface="Consolas"/>
                <a:cs typeface="Consolas"/>
              </a:rPr>
              <a:t>align-items-center"&gt;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spcBef>
                <a:spcPts val="5"/>
              </a:spcBef>
              <a:tabLst>
                <a:tab pos="3180080" algn="l"/>
                <a:tab pos="5518150" algn="l"/>
              </a:tabLst>
            </a:pPr>
            <a:r>
              <a:rPr sz="1050" spc="-30" dirty="0">
                <a:latin typeface="Consolas"/>
                <a:cs typeface="Consolas"/>
              </a:rPr>
              <a:t>&lt;di</a:t>
            </a:r>
            <a:r>
              <a:rPr sz="1050" dirty="0">
                <a:latin typeface="Consolas"/>
                <a:cs typeface="Consolas"/>
              </a:rPr>
              <a:t>v	</a:t>
            </a:r>
            <a:r>
              <a:rPr sz="1050" spc="-5" dirty="0">
                <a:latin typeface="Consolas"/>
                <a:cs typeface="Consolas"/>
              </a:rPr>
              <a:t>class="offcanva</a:t>
            </a:r>
            <a:r>
              <a:rPr sz="1050" spc="-15" dirty="0">
                <a:latin typeface="Consolas"/>
                <a:cs typeface="Consolas"/>
              </a:rPr>
              <a:t>s</a:t>
            </a:r>
            <a:r>
              <a:rPr sz="1050" u="sng" dirty="0">
                <a:uFill>
                  <a:solidFill>
                    <a:srgbClr val="000000"/>
                  </a:solidFill>
                </a:uFill>
                <a:latin typeface="Consolas"/>
                <a:cs typeface="Consolas"/>
              </a:rPr>
              <a:t> </a:t>
            </a:r>
            <a:r>
              <a:rPr sz="1050" u="sng" spc="-120" dirty="0">
                <a:uFill>
                  <a:solidFill>
                    <a:srgbClr val="000000"/>
                  </a:solidFill>
                </a:uFill>
                <a:latin typeface="Consolas"/>
                <a:cs typeface="Consolas"/>
              </a:rPr>
              <a:t> </a:t>
            </a:r>
            <a:r>
              <a:rPr sz="1050" spc="-20" dirty="0">
                <a:latin typeface="Consolas"/>
                <a:cs typeface="Consolas"/>
              </a:rPr>
              <a:t>co</a:t>
            </a:r>
            <a:r>
              <a:rPr sz="1050" spc="-30" dirty="0">
                <a:latin typeface="Consolas"/>
                <a:cs typeface="Consolas"/>
              </a:rPr>
              <a:t>n</a:t>
            </a:r>
            <a:r>
              <a:rPr sz="1050" spc="-20" dirty="0">
                <a:latin typeface="Consolas"/>
                <a:cs typeface="Consolas"/>
              </a:rPr>
              <a:t>tac</a:t>
            </a:r>
            <a:r>
              <a:rPr sz="1050" spc="-15" dirty="0">
                <a:latin typeface="Consolas"/>
                <a:cs typeface="Consolas"/>
              </a:rPr>
              <a:t>t</a:t>
            </a:r>
            <a:r>
              <a:rPr sz="1050" spc="-20" dirty="0">
                <a:latin typeface="Consolas"/>
                <a:cs typeface="Consolas"/>
              </a:rPr>
              <a:t>-</a:t>
            </a:r>
            <a:r>
              <a:rPr sz="1050" spc="-30" dirty="0">
                <a:latin typeface="Consolas"/>
                <a:cs typeface="Consolas"/>
              </a:rPr>
              <a:t>ico</a:t>
            </a:r>
            <a:r>
              <a:rPr sz="1050" dirty="0">
                <a:latin typeface="Consolas"/>
                <a:cs typeface="Consolas"/>
              </a:rPr>
              <a:t>n	</a:t>
            </a:r>
            <a:r>
              <a:rPr sz="1050" spc="-30" dirty="0">
                <a:latin typeface="Consolas"/>
                <a:cs typeface="Consolas"/>
              </a:rPr>
              <a:t>mr</a:t>
            </a:r>
            <a:r>
              <a:rPr sz="1050" dirty="0">
                <a:latin typeface="Consolas"/>
                <a:cs typeface="Consolas"/>
              </a:rPr>
              <a:t>-</a:t>
            </a:r>
            <a:endParaRPr sz="1050">
              <a:latin typeface="Consolas"/>
              <a:cs typeface="Consolas"/>
            </a:endParaRPr>
          </a:p>
          <a:p>
            <a:pPr marL="12700">
              <a:lnSpc>
                <a:spcPct val="100000"/>
              </a:lnSpc>
              <a:spcBef>
                <a:spcPts val="95"/>
              </a:spcBef>
            </a:pPr>
            <a:r>
              <a:rPr sz="1050" spc="-30" dirty="0">
                <a:latin typeface="Consolas"/>
                <a:cs typeface="Consolas"/>
              </a:rPr>
              <a:t>15"&gt;</a:t>
            </a:r>
            <a:endParaRPr sz="1050">
              <a:latin typeface="Consolas"/>
              <a:cs typeface="Consolas"/>
            </a:endParaRPr>
          </a:p>
          <a:p>
            <a:pPr>
              <a:lnSpc>
                <a:spcPct val="100000"/>
              </a:lnSpc>
              <a:spcBef>
                <a:spcPts val="20"/>
              </a:spcBef>
            </a:pPr>
            <a:endParaRPr sz="750">
              <a:latin typeface="Consolas"/>
              <a:cs typeface="Consolas"/>
            </a:endParaRPr>
          </a:p>
          <a:p>
            <a:pPr marL="3208655">
              <a:lnSpc>
                <a:spcPct val="100000"/>
              </a:lnSpc>
            </a:pPr>
            <a:r>
              <a:rPr sz="1050" dirty="0">
                <a:latin typeface="Consolas"/>
                <a:cs typeface="Consolas"/>
              </a:rPr>
              <a:t>&lt;i</a:t>
            </a:r>
            <a:r>
              <a:rPr sz="1050" spc="-35" dirty="0">
                <a:latin typeface="Consolas"/>
                <a:cs typeface="Consolas"/>
              </a:rPr>
              <a:t> </a:t>
            </a:r>
            <a:r>
              <a:rPr sz="1050" spc="-5" dirty="0">
                <a:latin typeface="Consolas"/>
                <a:cs typeface="Consolas"/>
              </a:rPr>
              <a:t>class="fa</a:t>
            </a:r>
            <a:r>
              <a:rPr sz="1050" spc="-25" dirty="0">
                <a:latin typeface="Consolas"/>
                <a:cs typeface="Consolas"/>
              </a:rPr>
              <a:t> </a:t>
            </a:r>
            <a:r>
              <a:rPr sz="1050" spc="-20" dirty="0">
                <a:latin typeface="Consolas"/>
                <a:cs typeface="Consolas"/>
              </a:rPr>
              <a:t>fa-phone"&gt;&lt;/i&gt;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5"/>
              </a:spcBef>
            </a:pPr>
            <a:endParaRPr sz="750">
              <a:latin typeface="Consolas"/>
              <a:cs typeface="Consolas"/>
            </a:endParaRPr>
          </a:p>
          <a:p>
            <a:pPr marL="2751455">
              <a:lnSpc>
                <a:spcPct val="100000"/>
              </a:lnSpc>
            </a:pPr>
            <a:r>
              <a:rPr sz="1050" spc="-5" dirty="0">
                <a:latin typeface="Consolas"/>
                <a:cs typeface="Consolas"/>
              </a:rPr>
              <a:t>&lt;div</a:t>
            </a:r>
            <a:r>
              <a:rPr sz="1050" spc="-30" dirty="0">
                <a:latin typeface="Consolas"/>
                <a:cs typeface="Consolas"/>
              </a:rPr>
              <a:t> </a:t>
            </a:r>
            <a:r>
              <a:rPr sz="1050" spc="-5" dirty="0">
                <a:latin typeface="Consolas"/>
                <a:cs typeface="Consolas"/>
              </a:rPr>
              <a:t>class="offcanvas</a:t>
            </a:r>
            <a:r>
              <a:rPr sz="1050" u="sng" spc="555" dirty="0">
                <a:uFill>
                  <a:solidFill>
                    <a:srgbClr val="000000"/>
                  </a:solidFill>
                </a:uFill>
                <a:latin typeface="Consolas"/>
                <a:cs typeface="Consolas"/>
              </a:rPr>
              <a:t> </a:t>
            </a:r>
            <a:r>
              <a:rPr sz="1050" spc="-20" dirty="0">
                <a:latin typeface="Consolas"/>
                <a:cs typeface="Consolas"/>
              </a:rPr>
              <a:t>contact-text"&gt;</a:t>
            </a:r>
            <a:endParaRPr sz="1050">
              <a:latin typeface="Consolas"/>
              <a:cs typeface="Consolas"/>
            </a:endParaRPr>
          </a:p>
          <a:p>
            <a:pPr marL="12700" marR="2277745" indent="3195955">
              <a:lnSpc>
                <a:spcPct val="108600"/>
              </a:lnSpc>
              <a:spcBef>
                <a:spcPts val="720"/>
              </a:spcBef>
            </a:pPr>
            <a:r>
              <a:rPr sz="1050" spc="-30" dirty="0">
                <a:latin typeface="Consolas"/>
                <a:cs typeface="Consolas"/>
              </a:rPr>
              <a:t>&lt;a </a:t>
            </a:r>
            <a:r>
              <a:rPr sz="1050" spc="-25" dirty="0">
                <a:latin typeface="Consolas"/>
                <a:cs typeface="Consolas"/>
              </a:rPr>
              <a:t> </a:t>
            </a:r>
            <a:r>
              <a:rPr sz="1050" u="sng" spc="-20" dirty="0">
                <a:uFill>
                  <a:solidFill>
                    <a:srgbClr val="000000"/>
                  </a:solidFill>
                </a:uFill>
                <a:latin typeface="Consolas"/>
                <a:cs typeface="Consolas"/>
                <a:hlinkClick r:id="rId3"/>
              </a:rPr>
              <a:t>href="mailto:support@gmail.com"&gt;08</a:t>
            </a:r>
            <a:r>
              <a:rPr sz="1050" spc="-20" dirty="0">
                <a:latin typeface="Consolas"/>
                <a:cs typeface="Consolas"/>
              </a:rPr>
              <a:t>8889797697&lt;/a&gt;</a:t>
            </a:r>
            <a:endParaRPr sz="1050">
              <a:latin typeface="Consolas"/>
              <a:cs typeface="Consolas"/>
            </a:endParaRPr>
          </a:p>
          <a:p>
            <a:pPr>
              <a:lnSpc>
                <a:spcPct val="100000"/>
              </a:lnSpc>
              <a:spcBef>
                <a:spcPts val="35"/>
              </a:spcBef>
            </a:pPr>
            <a:endParaRPr sz="80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2292985">
              <a:lnSpc>
                <a:spcPct val="100000"/>
              </a:lnSpc>
              <a:spcBef>
                <a:spcPts val="5"/>
              </a:spcBef>
            </a:pPr>
            <a:r>
              <a:rPr sz="1050" spc="-20" dirty="0">
                <a:latin typeface="Consolas"/>
                <a:cs typeface="Consolas"/>
              </a:rPr>
              <a:t>&lt;/li&gt;</a:t>
            </a:r>
            <a:endParaRPr sz="1050">
              <a:latin typeface="Consolas"/>
              <a:cs typeface="Consolas"/>
            </a:endParaRPr>
          </a:p>
          <a:p>
            <a:pPr marL="2292985">
              <a:lnSpc>
                <a:spcPct val="100000"/>
              </a:lnSpc>
              <a:spcBef>
                <a:spcPts val="900"/>
              </a:spcBef>
            </a:pPr>
            <a:r>
              <a:rPr sz="1050" dirty="0">
                <a:latin typeface="Consolas"/>
                <a:cs typeface="Consolas"/>
              </a:rPr>
              <a:t>&lt;li</a:t>
            </a:r>
            <a:r>
              <a:rPr sz="1050" spc="35" dirty="0">
                <a:latin typeface="Consolas"/>
                <a:cs typeface="Consolas"/>
              </a:rPr>
              <a:t> </a:t>
            </a:r>
            <a:r>
              <a:rPr sz="1050" spc="-15" dirty="0">
                <a:latin typeface="Consolas"/>
                <a:cs typeface="Consolas"/>
              </a:rPr>
              <a:t>class="d-flex</a:t>
            </a:r>
            <a:r>
              <a:rPr sz="1050" spc="35" dirty="0">
                <a:latin typeface="Consolas"/>
                <a:cs typeface="Consolas"/>
              </a:rPr>
              <a:t> </a:t>
            </a:r>
            <a:r>
              <a:rPr sz="1050" spc="-20" dirty="0">
                <a:latin typeface="Consolas"/>
                <a:cs typeface="Consolas"/>
              </a:rPr>
              <a:t>align-items-center"&gt;</a:t>
            </a:r>
            <a:endParaRPr sz="1050">
              <a:latin typeface="Consolas"/>
              <a:cs typeface="Consolas"/>
            </a:endParaRPr>
          </a:p>
          <a:p>
            <a:pPr marL="2751455">
              <a:lnSpc>
                <a:spcPct val="100000"/>
              </a:lnSpc>
              <a:spcBef>
                <a:spcPts val="900"/>
              </a:spcBef>
              <a:tabLst>
                <a:tab pos="3180080" algn="l"/>
                <a:tab pos="5518150" algn="l"/>
              </a:tabLst>
            </a:pPr>
            <a:r>
              <a:rPr sz="1050" spc="-30" dirty="0">
                <a:latin typeface="Consolas"/>
                <a:cs typeface="Consolas"/>
              </a:rPr>
              <a:t>&lt;di</a:t>
            </a:r>
            <a:r>
              <a:rPr sz="1050" dirty="0">
                <a:latin typeface="Consolas"/>
                <a:cs typeface="Consolas"/>
              </a:rPr>
              <a:t>v	</a:t>
            </a:r>
            <a:r>
              <a:rPr sz="1050" spc="-5" dirty="0">
                <a:latin typeface="Consolas"/>
                <a:cs typeface="Consolas"/>
              </a:rPr>
              <a:t>class="offcanva</a:t>
            </a:r>
            <a:r>
              <a:rPr sz="1050" spc="-15" dirty="0">
                <a:latin typeface="Consolas"/>
                <a:cs typeface="Consolas"/>
              </a:rPr>
              <a:t>s</a:t>
            </a:r>
            <a:r>
              <a:rPr sz="1050" u="sng" dirty="0">
                <a:uFill>
                  <a:solidFill>
                    <a:srgbClr val="000000"/>
                  </a:solidFill>
                </a:uFill>
                <a:latin typeface="Consolas"/>
                <a:cs typeface="Consolas"/>
              </a:rPr>
              <a:t> </a:t>
            </a:r>
            <a:r>
              <a:rPr sz="1050" u="sng" spc="-120" dirty="0">
                <a:uFill>
                  <a:solidFill>
                    <a:srgbClr val="000000"/>
                  </a:solidFill>
                </a:uFill>
                <a:latin typeface="Consolas"/>
                <a:cs typeface="Consolas"/>
              </a:rPr>
              <a:t> </a:t>
            </a:r>
            <a:r>
              <a:rPr sz="1050" spc="-20" dirty="0">
                <a:latin typeface="Consolas"/>
                <a:cs typeface="Consolas"/>
              </a:rPr>
              <a:t>co</a:t>
            </a:r>
            <a:r>
              <a:rPr sz="1050" spc="-30" dirty="0">
                <a:latin typeface="Consolas"/>
                <a:cs typeface="Consolas"/>
              </a:rPr>
              <a:t>n</a:t>
            </a:r>
            <a:r>
              <a:rPr sz="1050" spc="-20" dirty="0">
                <a:latin typeface="Consolas"/>
                <a:cs typeface="Consolas"/>
              </a:rPr>
              <a:t>tac</a:t>
            </a:r>
            <a:r>
              <a:rPr sz="1050" spc="-15" dirty="0">
                <a:latin typeface="Consolas"/>
                <a:cs typeface="Consolas"/>
              </a:rPr>
              <a:t>t</a:t>
            </a:r>
            <a:r>
              <a:rPr sz="1050" spc="-20" dirty="0">
                <a:latin typeface="Consolas"/>
                <a:cs typeface="Consolas"/>
              </a:rPr>
              <a:t>-</a:t>
            </a:r>
            <a:r>
              <a:rPr sz="1050" spc="-30" dirty="0">
                <a:latin typeface="Consolas"/>
                <a:cs typeface="Consolas"/>
              </a:rPr>
              <a:t>ico</a:t>
            </a:r>
            <a:r>
              <a:rPr sz="1050" dirty="0">
                <a:latin typeface="Consolas"/>
                <a:cs typeface="Consolas"/>
              </a:rPr>
              <a:t>n	</a:t>
            </a:r>
            <a:r>
              <a:rPr sz="1050" spc="-30" dirty="0">
                <a:latin typeface="Consolas"/>
                <a:cs typeface="Consolas"/>
              </a:rPr>
              <a:t>mr</a:t>
            </a:r>
            <a:r>
              <a:rPr sz="1050" dirty="0">
                <a:latin typeface="Consolas"/>
                <a:cs typeface="Consolas"/>
              </a:rPr>
              <a:t>-</a:t>
            </a:r>
            <a:endParaRPr sz="1050">
              <a:latin typeface="Consolas"/>
              <a:cs typeface="Consolas"/>
            </a:endParaRPr>
          </a:p>
          <a:p>
            <a:pPr marL="12700">
              <a:lnSpc>
                <a:spcPct val="100000"/>
              </a:lnSpc>
              <a:spcBef>
                <a:spcPts val="95"/>
              </a:spcBef>
            </a:pPr>
            <a:r>
              <a:rPr sz="1050" spc="-30" dirty="0">
                <a:latin typeface="Consolas"/>
                <a:cs typeface="Consolas"/>
              </a:rPr>
              <a:t>15"&gt;</a:t>
            </a:r>
            <a:endParaRPr sz="1050">
              <a:latin typeface="Consolas"/>
              <a:cs typeface="Consolas"/>
            </a:endParaRPr>
          </a:p>
          <a:p>
            <a:pPr>
              <a:lnSpc>
                <a:spcPct val="100000"/>
              </a:lnSpc>
              <a:spcBef>
                <a:spcPts val="25"/>
              </a:spcBef>
            </a:pPr>
            <a:endParaRPr sz="750">
              <a:latin typeface="Consolas"/>
              <a:cs typeface="Consolas"/>
            </a:endParaRPr>
          </a:p>
          <a:p>
            <a:pPr marL="3208655">
              <a:lnSpc>
                <a:spcPct val="100000"/>
              </a:lnSpc>
            </a:pPr>
            <a:r>
              <a:rPr sz="1050" dirty="0">
                <a:latin typeface="Consolas"/>
                <a:cs typeface="Consolas"/>
              </a:rPr>
              <a:t>&lt;i</a:t>
            </a:r>
            <a:r>
              <a:rPr sz="1050" spc="-30" dirty="0">
                <a:latin typeface="Consolas"/>
                <a:cs typeface="Consolas"/>
              </a:rPr>
              <a:t> </a:t>
            </a:r>
            <a:r>
              <a:rPr sz="1050" spc="-5" dirty="0">
                <a:latin typeface="Consolas"/>
                <a:cs typeface="Consolas"/>
              </a:rPr>
              <a:t>class="fa</a:t>
            </a:r>
            <a:r>
              <a:rPr sz="1050" spc="-20" dirty="0">
                <a:latin typeface="Consolas"/>
                <a:cs typeface="Consolas"/>
              </a:rPr>
              <a:t> fa-envelope"&gt;&lt;/i&gt;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spcBef>
                <a:spcPts val="5"/>
              </a:spcBef>
            </a:pPr>
            <a:r>
              <a:rPr sz="1050" spc="-5" dirty="0">
                <a:latin typeface="Consolas"/>
                <a:cs typeface="Consolas"/>
              </a:rPr>
              <a:t>&lt;div</a:t>
            </a:r>
            <a:r>
              <a:rPr sz="1050" spc="-30" dirty="0">
                <a:latin typeface="Consolas"/>
                <a:cs typeface="Consolas"/>
              </a:rPr>
              <a:t> </a:t>
            </a:r>
            <a:r>
              <a:rPr sz="1050" spc="-5" dirty="0">
                <a:latin typeface="Consolas"/>
                <a:cs typeface="Consolas"/>
              </a:rPr>
              <a:t>class="offcanvas</a:t>
            </a:r>
            <a:r>
              <a:rPr sz="1050" u="sng" spc="555" dirty="0">
                <a:uFill>
                  <a:solidFill>
                    <a:srgbClr val="000000"/>
                  </a:solidFill>
                </a:uFill>
                <a:latin typeface="Consolas"/>
                <a:cs typeface="Consolas"/>
              </a:rPr>
              <a:t> </a:t>
            </a:r>
            <a:r>
              <a:rPr sz="1050" spc="-20" dirty="0">
                <a:latin typeface="Consolas"/>
                <a:cs typeface="Consolas"/>
              </a:rPr>
              <a:t>contact-text"&gt;</a:t>
            </a:r>
            <a:endParaRPr sz="1050">
              <a:latin typeface="Consolas"/>
              <a:cs typeface="Consolas"/>
            </a:endParaRPr>
          </a:p>
          <a:p>
            <a:pPr marL="3208655">
              <a:lnSpc>
                <a:spcPct val="100000"/>
              </a:lnSpc>
              <a:spcBef>
                <a:spcPts val="900"/>
              </a:spcBef>
              <a:tabLst>
                <a:tab pos="4344670" algn="l"/>
              </a:tabLst>
            </a:pPr>
            <a:r>
              <a:rPr sz="1050" spc="-15" dirty="0">
                <a:latin typeface="Consolas"/>
                <a:cs typeface="Consolas"/>
              </a:rPr>
              <a:t>&lt;a	</a:t>
            </a:r>
            <a:r>
              <a:rPr sz="1050" spc="-20" dirty="0">
                <a:latin typeface="Consolas"/>
                <a:cs typeface="Consolas"/>
              </a:rPr>
              <a:t>href="tel:+012-345-</a:t>
            </a:r>
            <a:endParaRPr sz="1050">
              <a:latin typeface="Consolas"/>
              <a:cs typeface="Consolas"/>
            </a:endParaRPr>
          </a:p>
          <a:p>
            <a:pPr marL="12700">
              <a:lnSpc>
                <a:spcPct val="100000"/>
              </a:lnSpc>
              <a:spcBef>
                <a:spcPts val="95"/>
              </a:spcBef>
            </a:pPr>
            <a:r>
              <a:rPr sz="1050" u="sng" spc="-20" dirty="0">
                <a:uFill>
                  <a:solidFill>
                    <a:srgbClr val="000000"/>
                  </a:solidFill>
                </a:uFill>
                <a:latin typeface="Consolas"/>
                <a:cs typeface="Consolas"/>
                <a:hlinkClick r:id="rId4"/>
              </a:rPr>
              <a:t>6789"&gt;support@mail.co</a:t>
            </a:r>
            <a:r>
              <a:rPr sz="1050" spc="-20" dirty="0">
                <a:latin typeface="Consolas"/>
                <a:cs typeface="Consolas"/>
              </a:rPr>
              <a:t>m&lt;/a&gt;</a:t>
            </a:r>
            <a:endParaRPr sz="1050">
              <a:latin typeface="Consolas"/>
              <a:cs typeface="Consolas"/>
            </a:endParaRPr>
          </a:p>
          <a:p>
            <a:pPr>
              <a:lnSpc>
                <a:spcPct val="100000"/>
              </a:lnSpc>
              <a:spcBef>
                <a:spcPts val="20"/>
              </a:spcBef>
            </a:pPr>
            <a:endParaRPr sz="750">
              <a:latin typeface="Consolas"/>
              <a:cs typeface="Consolas"/>
            </a:endParaRPr>
          </a:p>
          <a:p>
            <a:pPr marL="2751455">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2292985">
              <a:lnSpc>
                <a:spcPct val="100000"/>
              </a:lnSpc>
            </a:pPr>
            <a:r>
              <a:rPr sz="1050" spc="-20" dirty="0">
                <a:latin typeface="Consolas"/>
                <a:cs typeface="Consolas"/>
              </a:rPr>
              <a:t>&lt;/li&gt;</a:t>
            </a:r>
            <a:endParaRPr sz="1050">
              <a:latin typeface="Consolas"/>
              <a:cs typeface="Consolas"/>
            </a:endParaRPr>
          </a:p>
          <a:p>
            <a:pPr>
              <a:lnSpc>
                <a:spcPct val="100000"/>
              </a:lnSpc>
              <a:spcBef>
                <a:spcPts val="25"/>
              </a:spcBef>
            </a:pPr>
            <a:endParaRPr sz="750">
              <a:latin typeface="Consolas"/>
              <a:cs typeface="Consolas"/>
            </a:endParaRPr>
          </a:p>
          <a:p>
            <a:pPr marL="1835150">
              <a:lnSpc>
                <a:spcPct val="100000"/>
              </a:lnSpc>
            </a:pPr>
            <a:r>
              <a:rPr sz="1050" spc="-20" dirty="0">
                <a:latin typeface="Consolas"/>
                <a:cs typeface="Consolas"/>
              </a:rPr>
              <a:t>&lt;/ul&gt;</a:t>
            </a:r>
            <a:endParaRPr sz="1050">
              <a:latin typeface="Consolas"/>
              <a:cs typeface="Consolas"/>
            </a:endParaRPr>
          </a:p>
          <a:p>
            <a:pPr>
              <a:lnSpc>
                <a:spcPct val="100000"/>
              </a:lnSpc>
              <a:spcBef>
                <a:spcPts val="20"/>
              </a:spcBef>
            </a:pPr>
            <a:endParaRPr sz="750">
              <a:latin typeface="Consolas"/>
              <a:cs typeface="Consolas"/>
            </a:endParaRPr>
          </a:p>
          <a:p>
            <a:pPr marL="1377950">
              <a:lnSpc>
                <a:spcPct val="100000"/>
              </a:lnSpc>
              <a:spcBef>
                <a:spcPts val="5"/>
              </a:spcBef>
            </a:pPr>
            <a:r>
              <a:rPr sz="1050" spc="-20" dirty="0">
                <a:latin typeface="Consolas"/>
                <a:cs typeface="Consolas"/>
              </a:rPr>
              <a:t>&lt;/div&gt;</a:t>
            </a:r>
            <a:endParaRPr sz="1050">
              <a:latin typeface="Consolas"/>
              <a:cs typeface="Consolas"/>
            </a:endParaRPr>
          </a:p>
          <a:p>
            <a:pPr marL="1377950">
              <a:lnSpc>
                <a:spcPct val="100000"/>
              </a:lnSpc>
              <a:spcBef>
                <a:spcPts val="900"/>
              </a:spcBef>
            </a:pPr>
            <a:r>
              <a:rPr sz="1050" spc="-5" dirty="0">
                <a:latin typeface="Consolas"/>
                <a:cs typeface="Consolas"/>
              </a:rPr>
              <a:t>&lt;div</a:t>
            </a:r>
            <a:r>
              <a:rPr sz="1050" spc="-60" dirty="0">
                <a:latin typeface="Consolas"/>
                <a:cs typeface="Consolas"/>
              </a:rPr>
              <a:t> </a:t>
            </a:r>
            <a:r>
              <a:rPr sz="1050" spc="-5" dirty="0">
                <a:latin typeface="Consolas"/>
                <a:cs typeface="Consolas"/>
              </a:rPr>
              <a:t>class="offcanvas</a:t>
            </a:r>
            <a:r>
              <a:rPr sz="1050" u="sng" spc="484" dirty="0">
                <a:uFill>
                  <a:solidFill>
                    <a:srgbClr val="000000"/>
                  </a:solidFill>
                </a:uFill>
                <a:latin typeface="Consolas"/>
                <a:cs typeface="Consolas"/>
              </a:rPr>
              <a:t> </a:t>
            </a:r>
            <a:r>
              <a:rPr sz="1050" spc="-20" dirty="0">
                <a:latin typeface="Consolas"/>
                <a:cs typeface="Consolas"/>
              </a:rPr>
              <a:t>social"&gt;</a:t>
            </a:r>
            <a:endParaRPr sz="1050">
              <a:latin typeface="Consolas"/>
              <a:cs typeface="Consolas"/>
            </a:endParaRPr>
          </a:p>
          <a:p>
            <a:pPr marL="1835150">
              <a:lnSpc>
                <a:spcPct val="100000"/>
              </a:lnSpc>
              <a:spcBef>
                <a:spcPts val="900"/>
              </a:spcBef>
            </a:pPr>
            <a:r>
              <a:rPr sz="1050" spc="-30" dirty="0">
                <a:latin typeface="Consolas"/>
                <a:cs typeface="Consolas"/>
              </a:rPr>
              <a:t>&lt;ul&gt;</a:t>
            </a:r>
            <a:endParaRPr sz="1050">
              <a:latin typeface="Consolas"/>
              <a:cs typeface="Consolas"/>
            </a:endParaRPr>
          </a:p>
        </p:txBody>
      </p:sp>
      <p:sp>
        <p:nvSpPr>
          <p:cNvPr id="6" name="object 6"/>
          <p:cNvSpPr/>
          <p:nvPr/>
        </p:nvSpPr>
        <p:spPr>
          <a:xfrm>
            <a:off x="584454" y="476250"/>
            <a:ext cx="6400800" cy="9932035"/>
          </a:xfrm>
          <a:custGeom>
            <a:avLst/>
            <a:gdLst/>
            <a:ahLst/>
            <a:cxnLst/>
            <a:rect l="l" t="t" r="r" b="b"/>
            <a:pathLst>
              <a:path w="6400800" h="9932035">
                <a:moveTo>
                  <a:pt x="0" y="9931908"/>
                </a:moveTo>
                <a:lnTo>
                  <a:pt x="6400800" y="9931908"/>
                </a:lnTo>
                <a:lnTo>
                  <a:pt x="64008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3188589" y="888568"/>
            <a:ext cx="455295" cy="187325"/>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&lt;li&gt;&lt;a</a:t>
            </a:r>
            <a:endParaRPr sz="1050">
              <a:latin typeface="Consolas"/>
              <a:cs typeface="Consolas"/>
            </a:endParaRPr>
          </a:p>
        </p:txBody>
      </p:sp>
      <p:sp>
        <p:nvSpPr>
          <p:cNvPr id="6" name="object 6"/>
          <p:cNvSpPr txBox="1"/>
          <p:nvPr/>
        </p:nvSpPr>
        <p:spPr>
          <a:xfrm>
            <a:off x="3846321" y="888568"/>
            <a:ext cx="817244" cy="187325"/>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href="#"&gt;&lt;i</a:t>
            </a:r>
            <a:endParaRPr sz="1050">
              <a:latin typeface="Consolas"/>
              <a:cs typeface="Consolas"/>
            </a:endParaRPr>
          </a:p>
        </p:txBody>
      </p:sp>
      <p:sp>
        <p:nvSpPr>
          <p:cNvPr id="7" name="object 7"/>
          <p:cNvSpPr txBox="1"/>
          <p:nvPr/>
        </p:nvSpPr>
        <p:spPr>
          <a:xfrm>
            <a:off x="4872990" y="888568"/>
            <a:ext cx="670560" cy="187325"/>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class="fa</a:t>
            </a:r>
            <a:endParaRPr sz="1050">
              <a:latin typeface="Consolas"/>
              <a:cs typeface="Consolas"/>
            </a:endParaRPr>
          </a:p>
        </p:txBody>
      </p:sp>
      <p:sp>
        <p:nvSpPr>
          <p:cNvPr id="8" name="object 8"/>
          <p:cNvSpPr txBox="1"/>
          <p:nvPr/>
        </p:nvSpPr>
        <p:spPr>
          <a:xfrm>
            <a:off x="5750178" y="888568"/>
            <a:ext cx="892175" cy="187325"/>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fa-facebook-</a:t>
            </a:r>
            <a:endParaRPr sz="1050">
              <a:latin typeface="Consolas"/>
              <a:cs typeface="Consolas"/>
            </a:endParaRPr>
          </a:p>
        </p:txBody>
      </p:sp>
      <p:sp>
        <p:nvSpPr>
          <p:cNvPr id="9" name="object 9"/>
          <p:cNvSpPr txBox="1"/>
          <p:nvPr/>
        </p:nvSpPr>
        <p:spPr>
          <a:xfrm>
            <a:off x="907796" y="1061466"/>
            <a:ext cx="117157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f"&gt;&lt;/i&gt;&lt;/a&gt;&lt;/li&gt;</a:t>
            </a:r>
            <a:endParaRPr sz="1050">
              <a:latin typeface="Consolas"/>
              <a:cs typeface="Consolas"/>
            </a:endParaRPr>
          </a:p>
        </p:txBody>
      </p:sp>
      <p:sp>
        <p:nvSpPr>
          <p:cNvPr id="10" name="object 10"/>
          <p:cNvSpPr txBox="1"/>
          <p:nvPr/>
        </p:nvSpPr>
        <p:spPr>
          <a:xfrm>
            <a:off x="3188589" y="1335785"/>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&lt;li&gt;&lt;a</a:t>
            </a:r>
            <a:endParaRPr sz="1050">
              <a:latin typeface="Consolas"/>
              <a:cs typeface="Consolas"/>
            </a:endParaRPr>
          </a:p>
        </p:txBody>
      </p:sp>
      <p:sp>
        <p:nvSpPr>
          <p:cNvPr id="11" name="object 11"/>
          <p:cNvSpPr txBox="1"/>
          <p:nvPr/>
        </p:nvSpPr>
        <p:spPr>
          <a:xfrm>
            <a:off x="4066159" y="1335785"/>
            <a:ext cx="81343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href="#"&gt;&lt;i</a:t>
            </a:r>
            <a:endParaRPr sz="1050">
              <a:latin typeface="Consolas"/>
              <a:cs typeface="Consolas"/>
            </a:endParaRPr>
          </a:p>
        </p:txBody>
      </p:sp>
      <p:sp>
        <p:nvSpPr>
          <p:cNvPr id="12" name="object 12"/>
          <p:cNvSpPr txBox="1"/>
          <p:nvPr/>
        </p:nvSpPr>
        <p:spPr>
          <a:xfrm>
            <a:off x="5312155" y="1335785"/>
            <a:ext cx="67056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class="fa</a:t>
            </a:r>
            <a:endParaRPr sz="1050">
              <a:latin typeface="Consolas"/>
              <a:cs typeface="Consolas"/>
            </a:endParaRPr>
          </a:p>
        </p:txBody>
      </p:sp>
      <p:sp>
        <p:nvSpPr>
          <p:cNvPr id="13" name="object 13"/>
          <p:cNvSpPr txBox="1"/>
          <p:nvPr/>
        </p:nvSpPr>
        <p:spPr>
          <a:xfrm>
            <a:off x="6411848" y="1335785"/>
            <a:ext cx="239395" cy="186690"/>
          </a:xfrm>
          <a:prstGeom prst="rect">
            <a:avLst/>
          </a:prstGeom>
        </p:spPr>
        <p:txBody>
          <a:bodyPr vert="horz" wrap="square" lIns="0" tIns="13335" rIns="0" bIns="0" rtlCol="0">
            <a:spAutoFit/>
          </a:bodyPr>
          <a:lstStyle/>
          <a:p>
            <a:pPr marL="12700">
              <a:lnSpc>
                <a:spcPct val="100000"/>
              </a:lnSpc>
              <a:spcBef>
                <a:spcPts val="105"/>
              </a:spcBef>
            </a:pPr>
            <a:r>
              <a:rPr sz="1050" spc="-30" dirty="0">
                <a:latin typeface="Consolas"/>
                <a:cs typeface="Consolas"/>
              </a:rPr>
              <a:t>fa</a:t>
            </a:r>
            <a:r>
              <a:rPr sz="1050" dirty="0">
                <a:latin typeface="Consolas"/>
                <a:cs typeface="Consolas"/>
              </a:rPr>
              <a:t>-</a:t>
            </a:r>
            <a:endParaRPr sz="1050">
              <a:latin typeface="Consolas"/>
              <a:cs typeface="Consolas"/>
            </a:endParaRPr>
          </a:p>
        </p:txBody>
      </p:sp>
      <p:sp>
        <p:nvSpPr>
          <p:cNvPr id="14" name="object 14"/>
          <p:cNvSpPr txBox="1"/>
          <p:nvPr/>
        </p:nvSpPr>
        <p:spPr>
          <a:xfrm>
            <a:off x="907796" y="1507998"/>
            <a:ext cx="1606550" cy="186690"/>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twitter"&gt;&lt;/i&gt;&lt;/a&gt;&lt;/li&gt;</a:t>
            </a:r>
            <a:endParaRPr sz="1050">
              <a:latin typeface="Consolas"/>
              <a:cs typeface="Consolas"/>
            </a:endParaRPr>
          </a:p>
        </p:txBody>
      </p:sp>
      <p:sp>
        <p:nvSpPr>
          <p:cNvPr id="15" name="object 15"/>
          <p:cNvSpPr txBox="1"/>
          <p:nvPr/>
        </p:nvSpPr>
        <p:spPr>
          <a:xfrm>
            <a:off x="3188589" y="1780794"/>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&lt;li&gt;&lt;a</a:t>
            </a:r>
            <a:endParaRPr sz="1050">
              <a:latin typeface="Consolas"/>
              <a:cs typeface="Consolas"/>
            </a:endParaRPr>
          </a:p>
        </p:txBody>
      </p:sp>
      <p:sp>
        <p:nvSpPr>
          <p:cNvPr id="16" name="object 16"/>
          <p:cNvSpPr txBox="1"/>
          <p:nvPr/>
        </p:nvSpPr>
        <p:spPr>
          <a:xfrm>
            <a:off x="4066159" y="1780794"/>
            <a:ext cx="81343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href="#"&gt;&lt;i</a:t>
            </a:r>
            <a:endParaRPr sz="1050">
              <a:latin typeface="Consolas"/>
              <a:cs typeface="Consolas"/>
            </a:endParaRPr>
          </a:p>
        </p:txBody>
      </p:sp>
      <p:sp>
        <p:nvSpPr>
          <p:cNvPr id="17" name="object 17"/>
          <p:cNvSpPr txBox="1"/>
          <p:nvPr/>
        </p:nvSpPr>
        <p:spPr>
          <a:xfrm>
            <a:off x="5312155" y="1780794"/>
            <a:ext cx="67056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class="fa</a:t>
            </a:r>
            <a:endParaRPr sz="1050">
              <a:latin typeface="Consolas"/>
              <a:cs typeface="Consolas"/>
            </a:endParaRPr>
          </a:p>
        </p:txBody>
      </p:sp>
      <p:sp>
        <p:nvSpPr>
          <p:cNvPr id="18" name="object 18"/>
          <p:cNvSpPr txBox="1"/>
          <p:nvPr/>
        </p:nvSpPr>
        <p:spPr>
          <a:xfrm>
            <a:off x="6411848" y="1780794"/>
            <a:ext cx="239395" cy="186690"/>
          </a:xfrm>
          <a:prstGeom prst="rect">
            <a:avLst/>
          </a:prstGeom>
        </p:spPr>
        <p:txBody>
          <a:bodyPr vert="horz" wrap="square" lIns="0" tIns="13335" rIns="0" bIns="0" rtlCol="0">
            <a:spAutoFit/>
          </a:bodyPr>
          <a:lstStyle/>
          <a:p>
            <a:pPr marL="12700">
              <a:lnSpc>
                <a:spcPct val="100000"/>
              </a:lnSpc>
              <a:spcBef>
                <a:spcPts val="105"/>
              </a:spcBef>
            </a:pPr>
            <a:r>
              <a:rPr sz="1050" spc="-30" dirty="0">
                <a:latin typeface="Consolas"/>
                <a:cs typeface="Consolas"/>
              </a:rPr>
              <a:t>fa</a:t>
            </a:r>
            <a:r>
              <a:rPr sz="1050" dirty="0">
                <a:latin typeface="Consolas"/>
                <a:cs typeface="Consolas"/>
              </a:rPr>
              <a:t>-</a:t>
            </a:r>
            <a:endParaRPr sz="1050">
              <a:latin typeface="Consolas"/>
              <a:cs typeface="Consolas"/>
            </a:endParaRPr>
          </a:p>
        </p:txBody>
      </p:sp>
      <p:sp>
        <p:nvSpPr>
          <p:cNvPr id="19" name="object 19"/>
          <p:cNvSpPr txBox="1"/>
          <p:nvPr/>
        </p:nvSpPr>
        <p:spPr>
          <a:xfrm>
            <a:off x="907796" y="1953006"/>
            <a:ext cx="1606550" cy="186690"/>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youtube"&gt;&lt;/i&gt;&lt;/a&gt;&lt;/li&gt;</a:t>
            </a:r>
            <a:endParaRPr sz="1050">
              <a:latin typeface="Consolas"/>
              <a:cs typeface="Consolas"/>
            </a:endParaRPr>
          </a:p>
        </p:txBody>
      </p:sp>
      <p:sp>
        <p:nvSpPr>
          <p:cNvPr id="20" name="object 20"/>
          <p:cNvSpPr txBox="1"/>
          <p:nvPr/>
        </p:nvSpPr>
        <p:spPr>
          <a:xfrm>
            <a:off x="3188589" y="2227326"/>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&lt;li&gt;&lt;a</a:t>
            </a:r>
            <a:endParaRPr sz="1050">
              <a:latin typeface="Consolas"/>
              <a:cs typeface="Consolas"/>
            </a:endParaRPr>
          </a:p>
        </p:txBody>
      </p:sp>
      <p:sp>
        <p:nvSpPr>
          <p:cNvPr id="21" name="object 21"/>
          <p:cNvSpPr txBox="1"/>
          <p:nvPr/>
        </p:nvSpPr>
        <p:spPr>
          <a:xfrm>
            <a:off x="4066159" y="2227326"/>
            <a:ext cx="81343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href="#"&gt;&lt;i</a:t>
            </a:r>
            <a:endParaRPr sz="1050">
              <a:latin typeface="Consolas"/>
              <a:cs typeface="Consolas"/>
            </a:endParaRPr>
          </a:p>
        </p:txBody>
      </p:sp>
      <p:sp>
        <p:nvSpPr>
          <p:cNvPr id="22" name="object 22"/>
          <p:cNvSpPr txBox="1"/>
          <p:nvPr/>
        </p:nvSpPr>
        <p:spPr>
          <a:xfrm>
            <a:off x="5312155" y="2227326"/>
            <a:ext cx="67056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class="fa</a:t>
            </a:r>
            <a:endParaRPr sz="1050">
              <a:latin typeface="Consolas"/>
              <a:cs typeface="Consolas"/>
            </a:endParaRPr>
          </a:p>
        </p:txBody>
      </p:sp>
      <p:sp>
        <p:nvSpPr>
          <p:cNvPr id="23" name="object 23"/>
          <p:cNvSpPr txBox="1"/>
          <p:nvPr/>
        </p:nvSpPr>
        <p:spPr>
          <a:xfrm>
            <a:off x="6411848" y="2227326"/>
            <a:ext cx="239395" cy="186690"/>
          </a:xfrm>
          <a:prstGeom prst="rect">
            <a:avLst/>
          </a:prstGeom>
        </p:spPr>
        <p:txBody>
          <a:bodyPr vert="horz" wrap="square" lIns="0" tIns="13335" rIns="0" bIns="0" rtlCol="0">
            <a:spAutoFit/>
          </a:bodyPr>
          <a:lstStyle/>
          <a:p>
            <a:pPr marL="12700">
              <a:lnSpc>
                <a:spcPct val="100000"/>
              </a:lnSpc>
              <a:spcBef>
                <a:spcPts val="105"/>
              </a:spcBef>
            </a:pPr>
            <a:r>
              <a:rPr sz="1050" spc="-30" dirty="0">
                <a:latin typeface="Consolas"/>
                <a:cs typeface="Consolas"/>
              </a:rPr>
              <a:t>fa</a:t>
            </a:r>
            <a:r>
              <a:rPr sz="1050" dirty="0">
                <a:latin typeface="Consolas"/>
                <a:cs typeface="Consolas"/>
              </a:rPr>
              <a:t>-</a:t>
            </a:r>
            <a:endParaRPr sz="1050">
              <a:latin typeface="Consolas"/>
              <a:cs typeface="Consolas"/>
            </a:endParaRPr>
          </a:p>
        </p:txBody>
      </p:sp>
      <p:sp>
        <p:nvSpPr>
          <p:cNvPr id="24" name="object 24"/>
          <p:cNvSpPr txBox="1"/>
          <p:nvPr/>
        </p:nvSpPr>
        <p:spPr>
          <a:xfrm>
            <a:off x="907796" y="2399538"/>
            <a:ext cx="2334895" cy="183261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linkedin"&gt;&lt;/i&gt;&lt;/a&gt;&lt;/li&gt;</a:t>
            </a:r>
            <a:endParaRPr sz="1050">
              <a:latin typeface="Consolas"/>
              <a:cs typeface="Consolas"/>
            </a:endParaRPr>
          </a:p>
          <a:p>
            <a:pPr>
              <a:lnSpc>
                <a:spcPct val="100000"/>
              </a:lnSpc>
              <a:spcBef>
                <a:spcPts val="20"/>
              </a:spcBef>
            </a:pPr>
            <a:endParaRPr sz="750">
              <a:latin typeface="Consolas"/>
              <a:cs typeface="Consolas"/>
            </a:endParaRPr>
          </a:p>
          <a:p>
            <a:pPr marR="118110" algn="r">
              <a:lnSpc>
                <a:spcPct val="100000"/>
              </a:lnSpc>
            </a:pPr>
            <a:r>
              <a:rPr sz="1050" spc="-20" dirty="0">
                <a:latin typeface="Consolas"/>
                <a:cs typeface="Consolas"/>
              </a:rPr>
              <a:t>&lt;/ul&gt;</a:t>
            </a:r>
            <a:endParaRPr sz="1050">
              <a:latin typeface="Consolas"/>
              <a:cs typeface="Consolas"/>
            </a:endParaRPr>
          </a:p>
          <a:p>
            <a:pPr>
              <a:lnSpc>
                <a:spcPct val="100000"/>
              </a:lnSpc>
              <a:spcBef>
                <a:spcPts val="25"/>
              </a:spcBef>
            </a:pPr>
            <a:endParaRPr sz="750">
              <a:latin typeface="Consolas"/>
              <a:cs typeface="Consolas"/>
            </a:endParaRPr>
          </a:p>
          <a:p>
            <a:pPr marL="1377950">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R="39370" algn="ctr">
              <a:lnSpc>
                <a:spcPct val="100000"/>
              </a:lnSpc>
            </a:pPr>
            <a:r>
              <a:rPr sz="1050" spc="-20" dirty="0">
                <a:latin typeface="Consolas"/>
                <a:cs typeface="Consolas"/>
              </a:rPr>
              <a:t>&lt;/div&gt;</a:t>
            </a:r>
            <a:endParaRPr sz="1050">
              <a:latin typeface="Consolas"/>
              <a:cs typeface="Consolas"/>
            </a:endParaRPr>
          </a:p>
          <a:p>
            <a:pPr>
              <a:lnSpc>
                <a:spcPct val="100000"/>
              </a:lnSpc>
              <a:spcBef>
                <a:spcPts val="25"/>
              </a:spcBef>
            </a:pPr>
            <a:endParaRPr sz="750">
              <a:latin typeface="Consolas"/>
              <a:cs typeface="Consolas"/>
            </a:endParaRPr>
          </a:p>
          <a:p>
            <a:pPr marL="463550">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12700">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algn="ctr">
              <a:lnSpc>
                <a:spcPct val="100000"/>
              </a:lnSpc>
            </a:pPr>
            <a:r>
              <a:rPr sz="1050" spc="-5" dirty="0">
                <a:latin typeface="Consolas"/>
                <a:cs typeface="Consolas"/>
              </a:rPr>
              <a:t>&lt;div</a:t>
            </a:r>
            <a:r>
              <a:rPr sz="1050" spc="65" dirty="0">
                <a:latin typeface="Consolas"/>
                <a:cs typeface="Consolas"/>
              </a:rPr>
              <a:t> </a:t>
            </a:r>
            <a:r>
              <a:rPr sz="1050" spc="-20" dirty="0">
                <a:latin typeface="Consolas"/>
                <a:cs typeface="Consolas"/>
              </a:rPr>
              <a:t>class="body-overlay"&gt;&lt;/div&gt;</a:t>
            </a:r>
            <a:endParaRPr sz="1050">
              <a:latin typeface="Consolas"/>
              <a:cs typeface="Consolas"/>
            </a:endParaRPr>
          </a:p>
        </p:txBody>
      </p:sp>
      <p:sp>
        <p:nvSpPr>
          <p:cNvPr id="25" name="object 25"/>
          <p:cNvSpPr txBox="1"/>
          <p:nvPr/>
        </p:nvSpPr>
        <p:spPr>
          <a:xfrm>
            <a:off x="907796" y="4320032"/>
            <a:ext cx="4196715" cy="791210"/>
          </a:xfrm>
          <a:prstGeom prst="rect">
            <a:avLst/>
          </a:prstGeom>
        </p:spPr>
        <p:txBody>
          <a:bodyPr vert="horz" wrap="square" lIns="0" tIns="13335" rIns="0" bIns="0" rtlCol="0">
            <a:spAutoFit/>
          </a:bodyPr>
          <a:lstStyle/>
          <a:p>
            <a:pPr marL="463550">
              <a:lnSpc>
                <a:spcPct val="100000"/>
              </a:lnSpc>
              <a:spcBef>
                <a:spcPts val="105"/>
              </a:spcBef>
            </a:pPr>
            <a:r>
              <a:rPr sz="1050" spc="-15" dirty="0">
                <a:latin typeface="Consolas"/>
                <a:cs typeface="Consolas"/>
              </a:rPr>
              <a:t>&lt;!--</a:t>
            </a:r>
            <a:r>
              <a:rPr sz="1050" spc="-40" dirty="0">
                <a:latin typeface="Consolas"/>
                <a:cs typeface="Consolas"/>
              </a:rPr>
              <a:t> </a:t>
            </a:r>
            <a:r>
              <a:rPr sz="1050" spc="-5" dirty="0">
                <a:latin typeface="Consolas"/>
                <a:cs typeface="Consolas"/>
              </a:rPr>
              <a:t>breadcrumb</a:t>
            </a:r>
            <a:r>
              <a:rPr sz="1050" spc="-35" dirty="0">
                <a:latin typeface="Consolas"/>
                <a:cs typeface="Consolas"/>
              </a:rPr>
              <a:t> </a:t>
            </a:r>
            <a:r>
              <a:rPr sz="1050" spc="-5" dirty="0">
                <a:latin typeface="Consolas"/>
                <a:cs typeface="Consolas"/>
              </a:rPr>
              <a:t>area</a:t>
            </a:r>
            <a:r>
              <a:rPr sz="1050" spc="-15" dirty="0">
                <a:latin typeface="Consolas"/>
                <a:cs typeface="Consolas"/>
              </a:rPr>
              <a:t> </a:t>
            </a:r>
            <a:r>
              <a:rPr sz="1050" spc="-10" dirty="0">
                <a:latin typeface="Consolas"/>
                <a:cs typeface="Consolas"/>
              </a:rPr>
              <a:t>--&gt;</a:t>
            </a:r>
            <a:endParaRPr sz="1050">
              <a:latin typeface="Consolas"/>
              <a:cs typeface="Consolas"/>
            </a:endParaRPr>
          </a:p>
          <a:p>
            <a:pPr marL="12700" marR="5080" indent="450850">
              <a:lnSpc>
                <a:spcPct val="108100"/>
              </a:lnSpc>
              <a:spcBef>
                <a:spcPts val="670"/>
              </a:spcBef>
              <a:tabLst>
                <a:tab pos="1085215" algn="l"/>
                <a:tab pos="3466465" algn="l"/>
              </a:tabLst>
            </a:pPr>
            <a:r>
              <a:rPr sz="1050" spc="-30" dirty="0">
                <a:latin typeface="Consolas"/>
                <a:cs typeface="Consolas"/>
              </a:rPr>
              <a:t>&lt;di</a:t>
            </a:r>
            <a:r>
              <a:rPr sz="1050" dirty="0">
                <a:latin typeface="Consolas"/>
                <a:cs typeface="Consolas"/>
              </a:rPr>
              <a:t>v	</a:t>
            </a:r>
            <a:r>
              <a:rPr sz="1050" spc="-20" dirty="0">
                <a:latin typeface="Consolas"/>
                <a:cs typeface="Consolas"/>
              </a:rPr>
              <a:t>class="basic</a:t>
            </a:r>
            <a:r>
              <a:rPr sz="1050" spc="-15" dirty="0">
                <a:latin typeface="Consolas"/>
                <a:cs typeface="Consolas"/>
              </a:rPr>
              <a:t>-</a:t>
            </a:r>
            <a:r>
              <a:rPr sz="1050" spc="-20" dirty="0">
                <a:latin typeface="Consolas"/>
                <a:cs typeface="Consolas"/>
              </a:rPr>
              <a:t>brea</a:t>
            </a:r>
            <a:r>
              <a:rPr sz="1050" spc="-10" dirty="0">
                <a:latin typeface="Consolas"/>
                <a:cs typeface="Consolas"/>
              </a:rPr>
              <a:t>d</a:t>
            </a:r>
            <a:r>
              <a:rPr sz="1050" spc="-20" dirty="0">
                <a:latin typeface="Consolas"/>
                <a:cs typeface="Consolas"/>
              </a:rPr>
              <a:t>cr</a:t>
            </a:r>
            <a:r>
              <a:rPr sz="1050" spc="-10" dirty="0">
                <a:latin typeface="Consolas"/>
                <a:cs typeface="Consolas"/>
              </a:rPr>
              <a:t>u</a:t>
            </a:r>
            <a:r>
              <a:rPr sz="1050" spc="-20" dirty="0">
                <a:latin typeface="Consolas"/>
                <a:cs typeface="Consolas"/>
              </a:rPr>
              <a:t>m</a:t>
            </a:r>
            <a:r>
              <a:rPr sz="1050" spc="-15" dirty="0">
                <a:latin typeface="Consolas"/>
                <a:cs typeface="Consolas"/>
              </a:rPr>
              <a:t>b</a:t>
            </a:r>
            <a:r>
              <a:rPr sz="1050" spc="-20" dirty="0">
                <a:latin typeface="Consolas"/>
                <a:cs typeface="Consolas"/>
              </a:rPr>
              <a:t>-</a:t>
            </a:r>
            <a:r>
              <a:rPr sz="1050" spc="-30" dirty="0">
                <a:latin typeface="Consolas"/>
                <a:cs typeface="Consolas"/>
              </a:rPr>
              <a:t>are</a:t>
            </a:r>
            <a:r>
              <a:rPr sz="1050" dirty="0">
                <a:latin typeface="Consolas"/>
                <a:cs typeface="Consolas"/>
              </a:rPr>
              <a:t>a	</a:t>
            </a:r>
            <a:r>
              <a:rPr sz="1050" spc="-20" dirty="0">
                <a:latin typeface="Consolas"/>
                <a:cs typeface="Consolas"/>
              </a:rPr>
              <a:t>bg-opacity  </a:t>
            </a:r>
            <a:r>
              <a:rPr sz="1050" spc="-15" dirty="0">
                <a:latin typeface="Consolas"/>
                <a:cs typeface="Consolas"/>
              </a:rPr>
              <a:t>style="background-image: </a:t>
            </a:r>
            <a:r>
              <a:rPr sz="1050" spc="-10" dirty="0">
                <a:latin typeface="Consolas"/>
                <a:cs typeface="Consolas"/>
              </a:rPr>
              <a:t> </a:t>
            </a:r>
            <a:r>
              <a:rPr sz="1050" spc="-20" dirty="0">
                <a:latin typeface="Consolas"/>
                <a:cs typeface="Consolas"/>
              </a:rPr>
              <a:t>asset('public/assets/themes/frontend/img/bg/bg-4.jpg')}}"&gt;</a:t>
            </a:r>
            <a:endParaRPr sz="1050">
              <a:latin typeface="Consolas"/>
              <a:cs typeface="Consolas"/>
            </a:endParaRPr>
          </a:p>
        </p:txBody>
      </p:sp>
      <p:sp>
        <p:nvSpPr>
          <p:cNvPr id="26" name="object 26"/>
          <p:cNvSpPr txBox="1"/>
          <p:nvPr/>
        </p:nvSpPr>
        <p:spPr>
          <a:xfrm>
            <a:off x="5423408" y="4587367"/>
            <a:ext cx="31432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bg-</a:t>
            </a:r>
            <a:r>
              <a:rPr sz="1050" dirty="0">
                <a:latin typeface="Consolas"/>
                <a:cs typeface="Consolas"/>
              </a:rPr>
              <a:t>1</a:t>
            </a:r>
            <a:endParaRPr sz="1050">
              <a:latin typeface="Consolas"/>
              <a:cs typeface="Consolas"/>
            </a:endParaRPr>
          </a:p>
        </p:txBody>
      </p:sp>
      <p:sp>
        <p:nvSpPr>
          <p:cNvPr id="27" name="object 27"/>
          <p:cNvSpPr txBox="1"/>
          <p:nvPr/>
        </p:nvSpPr>
        <p:spPr>
          <a:xfrm>
            <a:off x="6046978" y="4565675"/>
            <a:ext cx="603885" cy="373380"/>
          </a:xfrm>
          <a:prstGeom prst="rect">
            <a:avLst/>
          </a:prstGeom>
        </p:spPr>
        <p:txBody>
          <a:bodyPr vert="horz" wrap="square" lIns="0" tIns="12065" rIns="0" bIns="0" rtlCol="0">
            <a:spAutoFit/>
          </a:bodyPr>
          <a:lstStyle/>
          <a:p>
            <a:pPr marL="158750" marR="5080" indent="-146685">
              <a:lnSpc>
                <a:spcPct val="108600"/>
              </a:lnSpc>
              <a:spcBef>
                <a:spcPts val="95"/>
              </a:spcBef>
            </a:pPr>
            <a:r>
              <a:rPr sz="1050" spc="-20" dirty="0">
                <a:latin typeface="Consolas"/>
                <a:cs typeface="Consolas"/>
              </a:rPr>
              <a:t>pt</a:t>
            </a:r>
            <a:r>
              <a:rPr sz="1050" spc="-15" dirty="0">
                <a:latin typeface="Consolas"/>
                <a:cs typeface="Consolas"/>
              </a:rPr>
              <a:t>b</a:t>
            </a:r>
            <a:r>
              <a:rPr sz="1050" spc="-20" dirty="0">
                <a:latin typeface="Consolas"/>
                <a:cs typeface="Consolas"/>
              </a:rPr>
              <a:t>-</a:t>
            </a:r>
            <a:r>
              <a:rPr sz="1050" spc="-30" dirty="0">
                <a:latin typeface="Consolas"/>
                <a:cs typeface="Consolas"/>
              </a:rPr>
              <a:t>100</a:t>
            </a:r>
            <a:r>
              <a:rPr sz="1050" dirty="0">
                <a:latin typeface="Consolas"/>
                <a:cs typeface="Consolas"/>
              </a:rPr>
              <a:t>"  </a:t>
            </a:r>
            <a:r>
              <a:rPr sz="1050" spc="-15" dirty="0">
                <a:latin typeface="Consolas"/>
                <a:cs typeface="Consolas"/>
              </a:rPr>
              <a:t>url({{</a:t>
            </a:r>
            <a:endParaRPr sz="1050">
              <a:latin typeface="Consolas"/>
              <a:cs typeface="Consolas"/>
            </a:endParaRPr>
          </a:p>
        </p:txBody>
      </p:sp>
      <p:sp>
        <p:nvSpPr>
          <p:cNvPr id="28" name="object 28"/>
          <p:cNvSpPr txBox="1"/>
          <p:nvPr/>
        </p:nvSpPr>
        <p:spPr>
          <a:xfrm>
            <a:off x="1358900" y="5204841"/>
            <a:ext cx="4584700" cy="4309745"/>
          </a:xfrm>
          <a:prstGeom prst="rect">
            <a:avLst/>
          </a:prstGeom>
        </p:spPr>
        <p:txBody>
          <a:bodyPr vert="horz" wrap="square" lIns="0" tIns="13335" rIns="0" bIns="0" rtlCol="0">
            <a:spAutoFit/>
          </a:bodyPr>
          <a:lstStyle/>
          <a:p>
            <a:pPr marL="469900">
              <a:lnSpc>
                <a:spcPct val="100000"/>
              </a:lnSpc>
              <a:spcBef>
                <a:spcPts val="105"/>
              </a:spcBef>
            </a:pPr>
            <a:r>
              <a:rPr sz="1050" spc="-5" dirty="0">
                <a:latin typeface="Consolas"/>
                <a:cs typeface="Consolas"/>
              </a:rPr>
              <a:t>&lt;div</a:t>
            </a:r>
            <a:r>
              <a:rPr sz="1050" spc="-40" dirty="0">
                <a:latin typeface="Consolas"/>
                <a:cs typeface="Consolas"/>
              </a:rPr>
              <a:t> </a:t>
            </a:r>
            <a:r>
              <a:rPr sz="1050" spc="-20" dirty="0">
                <a:latin typeface="Consolas"/>
                <a:cs typeface="Consolas"/>
              </a:rPr>
              <a:t>class="container"&gt;</a:t>
            </a:r>
            <a:endParaRPr sz="1050">
              <a:latin typeface="Consolas"/>
              <a:cs typeface="Consolas"/>
            </a:endParaRPr>
          </a:p>
          <a:p>
            <a:pPr>
              <a:lnSpc>
                <a:spcPct val="100000"/>
              </a:lnSpc>
              <a:spcBef>
                <a:spcPts val="20"/>
              </a:spcBef>
            </a:pPr>
            <a:endParaRPr sz="750">
              <a:latin typeface="Consolas"/>
              <a:cs typeface="Consolas"/>
            </a:endParaRPr>
          </a:p>
          <a:p>
            <a:pPr marL="927100">
              <a:lnSpc>
                <a:spcPct val="100000"/>
              </a:lnSpc>
            </a:pPr>
            <a:r>
              <a:rPr sz="1050" spc="-5" dirty="0">
                <a:latin typeface="Consolas"/>
                <a:cs typeface="Consolas"/>
              </a:rPr>
              <a:t>&lt;div</a:t>
            </a:r>
            <a:r>
              <a:rPr sz="1050" spc="-25" dirty="0">
                <a:latin typeface="Consolas"/>
                <a:cs typeface="Consolas"/>
              </a:rPr>
              <a:t> </a:t>
            </a:r>
            <a:r>
              <a:rPr sz="1050" spc="-10" dirty="0">
                <a:latin typeface="Consolas"/>
                <a:cs typeface="Consolas"/>
              </a:rPr>
              <a:t>class="basic-breadcrumb</a:t>
            </a:r>
            <a:r>
              <a:rPr sz="1050" spc="-20" dirty="0">
                <a:latin typeface="Consolas"/>
                <a:cs typeface="Consolas"/>
              </a:rPr>
              <a:t> text-center"&gt;</a:t>
            </a:r>
            <a:endParaRPr sz="1050">
              <a:latin typeface="Consolas"/>
              <a:cs typeface="Consolas"/>
            </a:endParaRPr>
          </a:p>
          <a:p>
            <a:pPr>
              <a:lnSpc>
                <a:spcPct val="100000"/>
              </a:lnSpc>
              <a:spcBef>
                <a:spcPts val="20"/>
              </a:spcBef>
            </a:pPr>
            <a:endParaRPr sz="750">
              <a:latin typeface="Consolas"/>
              <a:cs typeface="Consolas"/>
            </a:endParaRPr>
          </a:p>
          <a:p>
            <a:pPr marL="1384300">
              <a:lnSpc>
                <a:spcPct val="100000"/>
              </a:lnSpc>
              <a:spcBef>
                <a:spcPts val="5"/>
              </a:spcBef>
            </a:pPr>
            <a:r>
              <a:rPr sz="1050" dirty="0">
                <a:latin typeface="Consolas"/>
                <a:cs typeface="Consolas"/>
              </a:rPr>
              <a:t>&lt;h3</a:t>
            </a:r>
            <a:r>
              <a:rPr sz="1050" spc="-45" dirty="0">
                <a:latin typeface="Consolas"/>
                <a:cs typeface="Consolas"/>
              </a:rPr>
              <a:t> </a:t>
            </a:r>
            <a:r>
              <a:rPr sz="1050" spc="-20" dirty="0">
                <a:latin typeface="Consolas"/>
                <a:cs typeface="Consolas"/>
              </a:rPr>
              <a:t>class=""&gt;Register&lt;/h3&gt;</a:t>
            </a:r>
            <a:endParaRPr sz="1050">
              <a:latin typeface="Consolas"/>
              <a:cs typeface="Consolas"/>
            </a:endParaRPr>
          </a:p>
          <a:p>
            <a:pPr marL="1384300">
              <a:lnSpc>
                <a:spcPct val="100000"/>
              </a:lnSpc>
              <a:spcBef>
                <a:spcPts val="900"/>
              </a:spcBef>
            </a:pPr>
            <a:r>
              <a:rPr sz="1050" dirty="0">
                <a:latin typeface="Consolas"/>
                <a:cs typeface="Consolas"/>
              </a:rPr>
              <a:t>&lt;ol</a:t>
            </a:r>
            <a:r>
              <a:rPr sz="1050" spc="-55" dirty="0">
                <a:latin typeface="Consolas"/>
                <a:cs typeface="Consolas"/>
              </a:rPr>
              <a:t> </a:t>
            </a:r>
            <a:r>
              <a:rPr sz="1050" spc="-5" dirty="0">
                <a:latin typeface="Consolas"/>
                <a:cs typeface="Consolas"/>
              </a:rPr>
              <a:t>class="breadcrumb</a:t>
            </a:r>
            <a:r>
              <a:rPr sz="1050" spc="-45" dirty="0">
                <a:latin typeface="Consolas"/>
                <a:cs typeface="Consolas"/>
              </a:rPr>
              <a:t> </a:t>
            </a:r>
            <a:r>
              <a:rPr sz="1050" spc="-25" dirty="0">
                <a:latin typeface="Consolas"/>
                <a:cs typeface="Consolas"/>
              </a:rPr>
              <a:t>text-xs"&gt;</a:t>
            </a:r>
            <a:endParaRPr sz="1050">
              <a:latin typeface="Consolas"/>
              <a:cs typeface="Consolas"/>
            </a:endParaRPr>
          </a:p>
          <a:p>
            <a:pPr marL="1842135">
              <a:lnSpc>
                <a:spcPct val="100000"/>
              </a:lnSpc>
              <a:spcBef>
                <a:spcPts val="900"/>
              </a:spcBef>
            </a:pPr>
            <a:r>
              <a:rPr sz="1050" spc="-5" dirty="0">
                <a:latin typeface="Consolas"/>
                <a:cs typeface="Consolas"/>
              </a:rPr>
              <a:t>&lt;li&gt;&lt;a</a:t>
            </a:r>
            <a:r>
              <a:rPr sz="1050" spc="-20" dirty="0">
                <a:latin typeface="Consolas"/>
                <a:cs typeface="Consolas"/>
              </a:rPr>
              <a:t> href="index.html"&gt;Home&lt;/a&gt;&lt;/li&gt;</a:t>
            </a:r>
            <a:endParaRPr sz="1050">
              <a:latin typeface="Consolas"/>
              <a:cs typeface="Consolas"/>
            </a:endParaRPr>
          </a:p>
          <a:p>
            <a:pPr>
              <a:lnSpc>
                <a:spcPct val="100000"/>
              </a:lnSpc>
              <a:spcBef>
                <a:spcPts val="20"/>
              </a:spcBef>
            </a:pPr>
            <a:endParaRPr sz="750">
              <a:latin typeface="Consolas"/>
              <a:cs typeface="Consolas"/>
            </a:endParaRPr>
          </a:p>
          <a:p>
            <a:pPr marL="1842135">
              <a:lnSpc>
                <a:spcPct val="100000"/>
              </a:lnSpc>
              <a:spcBef>
                <a:spcPts val="5"/>
              </a:spcBef>
            </a:pPr>
            <a:r>
              <a:rPr sz="1050" dirty="0">
                <a:latin typeface="Consolas"/>
                <a:cs typeface="Consolas"/>
              </a:rPr>
              <a:t>&lt;li</a:t>
            </a:r>
            <a:r>
              <a:rPr sz="1050" spc="-30" dirty="0">
                <a:latin typeface="Consolas"/>
                <a:cs typeface="Consolas"/>
              </a:rPr>
              <a:t> </a:t>
            </a:r>
            <a:r>
              <a:rPr sz="1050" spc="-20" dirty="0">
                <a:latin typeface="Consolas"/>
                <a:cs typeface="Consolas"/>
              </a:rPr>
              <a:t>class="active"&gt;Register&lt;/li&gt;</a:t>
            </a:r>
            <a:endParaRPr sz="1050">
              <a:latin typeface="Consolas"/>
              <a:cs typeface="Consolas"/>
            </a:endParaRPr>
          </a:p>
          <a:p>
            <a:pPr marL="1384300">
              <a:lnSpc>
                <a:spcPct val="100000"/>
              </a:lnSpc>
              <a:spcBef>
                <a:spcPts val="900"/>
              </a:spcBef>
            </a:pPr>
            <a:r>
              <a:rPr sz="1050" spc="-20" dirty="0">
                <a:latin typeface="Consolas"/>
                <a:cs typeface="Consolas"/>
              </a:rPr>
              <a:t>&lt;/ol&gt;</a:t>
            </a:r>
            <a:endParaRPr sz="1050">
              <a:latin typeface="Consolas"/>
              <a:cs typeface="Consolas"/>
            </a:endParaRPr>
          </a:p>
          <a:p>
            <a:pPr marL="927100">
              <a:lnSpc>
                <a:spcPct val="100000"/>
              </a:lnSpc>
              <a:spcBef>
                <a:spcPts val="900"/>
              </a:spcBef>
            </a:pPr>
            <a:r>
              <a:rPr sz="1050" spc="-20" dirty="0">
                <a:latin typeface="Consolas"/>
                <a:cs typeface="Consolas"/>
              </a:rPr>
              <a:t>&lt;/div&gt;</a:t>
            </a:r>
            <a:endParaRPr sz="1050">
              <a:latin typeface="Consolas"/>
              <a:cs typeface="Consolas"/>
            </a:endParaRPr>
          </a:p>
          <a:p>
            <a:pPr marL="469900">
              <a:lnSpc>
                <a:spcPct val="100000"/>
              </a:lnSpc>
              <a:spcBef>
                <a:spcPts val="900"/>
              </a:spcBef>
            </a:pPr>
            <a:r>
              <a:rPr sz="1050" spc="-20" dirty="0">
                <a:latin typeface="Consolas"/>
                <a:cs typeface="Consolas"/>
              </a:rPr>
              <a:t>&lt;/div&gt;</a:t>
            </a:r>
            <a:endParaRPr sz="1050">
              <a:latin typeface="Consolas"/>
              <a:cs typeface="Consolas"/>
            </a:endParaRPr>
          </a:p>
          <a:p>
            <a:pPr marL="12700">
              <a:lnSpc>
                <a:spcPct val="100000"/>
              </a:lnSpc>
              <a:spcBef>
                <a:spcPts val="900"/>
              </a:spcBef>
            </a:pPr>
            <a:r>
              <a:rPr sz="1050" spc="-20" dirty="0">
                <a:latin typeface="Consolas"/>
                <a:cs typeface="Consolas"/>
              </a:rPr>
              <a:t>&lt;/div&gt;</a:t>
            </a:r>
            <a:endParaRPr sz="1050">
              <a:latin typeface="Consolas"/>
              <a:cs typeface="Consolas"/>
            </a:endParaRPr>
          </a:p>
          <a:p>
            <a:pPr marL="12700">
              <a:lnSpc>
                <a:spcPct val="100000"/>
              </a:lnSpc>
              <a:spcBef>
                <a:spcPts val="900"/>
              </a:spcBef>
            </a:pPr>
            <a:r>
              <a:rPr sz="1050" spc="-15" dirty="0">
                <a:latin typeface="Consolas"/>
                <a:cs typeface="Consolas"/>
              </a:rPr>
              <a:t>&lt;!--</a:t>
            </a:r>
            <a:r>
              <a:rPr sz="1050" spc="-40" dirty="0">
                <a:latin typeface="Consolas"/>
                <a:cs typeface="Consolas"/>
              </a:rPr>
              <a:t> </a:t>
            </a:r>
            <a:r>
              <a:rPr sz="1050" spc="-5" dirty="0">
                <a:latin typeface="Consolas"/>
                <a:cs typeface="Consolas"/>
              </a:rPr>
              <a:t>breadcrumb</a:t>
            </a:r>
            <a:r>
              <a:rPr sz="1050" spc="-60" dirty="0">
                <a:latin typeface="Consolas"/>
                <a:cs typeface="Consolas"/>
              </a:rPr>
              <a:t> </a:t>
            </a:r>
            <a:r>
              <a:rPr sz="1050" spc="-5" dirty="0">
                <a:latin typeface="Consolas"/>
                <a:cs typeface="Consolas"/>
              </a:rPr>
              <a:t>area</a:t>
            </a:r>
            <a:r>
              <a:rPr sz="1050" spc="-20" dirty="0">
                <a:latin typeface="Consolas"/>
                <a:cs typeface="Consolas"/>
              </a:rPr>
              <a:t> </a:t>
            </a:r>
            <a:r>
              <a:rPr sz="1050" spc="-10" dirty="0">
                <a:latin typeface="Consolas"/>
                <a:cs typeface="Consolas"/>
              </a:rPr>
              <a:t>--&gt;</a:t>
            </a:r>
            <a:endParaRPr sz="1050">
              <a:latin typeface="Consolas"/>
              <a:cs typeface="Consolas"/>
            </a:endParaRPr>
          </a:p>
          <a:p>
            <a:pPr>
              <a:lnSpc>
                <a:spcPct val="100000"/>
              </a:lnSpc>
            </a:pPr>
            <a:endParaRPr sz="1000">
              <a:latin typeface="Consolas"/>
              <a:cs typeface="Consolas"/>
            </a:endParaRPr>
          </a:p>
          <a:p>
            <a:pPr>
              <a:lnSpc>
                <a:spcPct val="100000"/>
              </a:lnSpc>
            </a:pPr>
            <a:endParaRPr sz="1000">
              <a:latin typeface="Consolas"/>
              <a:cs typeface="Consolas"/>
            </a:endParaRPr>
          </a:p>
          <a:p>
            <a:pPr marL="12700">
              <a:lnSpc>
                <a:spcPct val="100000"/>
              </a:lnSpc>
              <a:spcBef>
                <a:spcPts val="780"/>
              </a:spcBef>
            </a:pPr>
            <a:r>
              <a:rPr sz="1050" spc="-15" dirty="0">
                <a:latin typeface="Consolas"/>
                <a:cs typeface="Consolas"/>
              </a:rPr>
              <a:t>&lt;!--</a:t>
            </a:r>
            <a:r>
              <a:rPr sz="1050" spc="-30" dirty="0">
                <a:latin typeface="Consolas"/>
                <a:cs typeface="Consolas"/>
              </a:rPr>
              <a:t> </a:t>
            </a:r>
            <a:r>
              <a:rPr sz="1050" spc="-10" dirty="0">
                <a:latin typeface="Consolas"/>
                <a:cs typeface="Consolas"/>
              </a:rPr>
              <a:t>product-area</a:t>
            </a:r>
            <a:r>
              <a:rPr sz="1050" spc="-25" dirty="0">
                <a:latin typeface="Consolas"/>
                <a:cs typeface="Consolas"/>
              </a:rPr>
              <a:t> </a:t>
            </a:r>
            <a:r>
              <a:rPr sz="1050" spc="-5" dirty="0">
                <a:latin typeface="Consolas"/>
                <a:cs typeface="Consolas"/>
              </a:rPr>
              <a:t>start</a:t>
            </a:r>
            <a:r>
              <a:rPr sz="1050" spc="-10" dirty="0">
                <a:latin typeface="Consolas"/>
                <a:cs typeface="Consolas"/>
              </a:rPr>
              <a:t> --&gt;</a:t>
            </a:r>
            <a:endParaRPr sz="1050">
              <a:latin typeface="Consolas"/>
              <a:cs typeface="Consolas"/>
            </a:endParaRPr>
          </a:p>
          <a:p>
            <a:pPr marL="12700">
              <a:lnSpc>
                <a:spcPct val="100000"/>
              </a:lnSpc>
              <a:spcBef>
                <a:spcPts val="900"/>
              </a:spcBef>
            </a:pPr>
            <a:r>
              <a:rPr sz="1050" spc="-5" dirty="0">
                <a:latin typeface="Consolas"/>
                <a:cs typeface="Consolas"/>
              </a:rPr>
              <a:t>&lt;div</a:t>
            </a:r>
            <a:r>
              <a:rPr sz="1050" spc="15" dirty="0">
                <a:latin typeface="Consolas"/>
                <a:cs typeface="Consolas"/>
              </a:rPr>
              <a:t> </a:t>
            </a:r>
            <a:r>
              <a:rPr sz="1050" spc="-15" dirty="0">
                <a:latin typeface="Consolas"/>
                <a:cs typeface="Consolas"/>
              </a:rPr>
              <a:t>class="product-area</a:t>
            </a:r>
            <a:r>
              <a:rPr sz="1050" spc="25" dirty="0">
                <a:latin typeface="Consolas"/>
                <a:cs typeface="Consolas"/>
              </a:rPr>
              <a:t> </a:t>
            </a:r>
            <a:r>
              <a:rPr sz="1050" spc="-25" dirty="0">
                <a:latin typeface="Consolas"/>
                <a:cs typeface="Consolas"/>
              </a:rPr>
              <a:t>ptb-90"&gt;</a:t>
            </a:r>
            <a:endParaRPr sz="1050">
              <a:latin typeface="Consolas"/>
              <a:cs typeface="Consolas"/>
            </a:endParaRPr>
          </a:p>
          <a:p>
            <a:pPr marL="469900">
              <a:lnSpc>
                <a:spcPct val="100000"/>
              </a:lnSpc>
              <a:spcBef>
                <a:spcPts val="900"/>
              </a:spcBef>
            </a:pPr>
            <a:r>
              <a:rPr sz="1050" spc="-5" dirty="0">
                <a:latin typeface="Consolas"/>
                <a:cs typeface="Consolas"/>
              </a:rPr>
              <a:t>&lt;div</a:t>
            </a:r>
            <a:r>
              <a:rPr sz="1050" spc="-40" dirty="0">
                <a:latin typeface="Consolas"/>
                <a:cs typeface="Consolas"/>
              </a:rPr>
              <a:t> </a:t>
            </a:r>
            <a:r>
              <a:rPr sz="1050" spc="-20" dirty="0">
                <a:latin typeface="Consolas"/>
                <a:cs typeface="Consolas"/>
              </a:rPr>
              <a:t>class="container"&gt;</a:t>
            </a:r>
            <a:endParaRPr sz="1050">
              <a:latin typeface="Consolas"/>
              <a:cs typeface="Consolas"/>
            </a:endParaRPr>
          </a:p>
          <a:p>
            <a:pPr marL="927100">
              <a:lnSpc>
                <a:spcPct val="100000"/>
              </a:lnSpc>
              <a:spcBef>
                <a:spcPts val="900"/>
              </a:spcBef>
            </a:pPr>
            <a:r>
              <a:rPr sz="1050" spc="-5" dirty="0">
                <a:latin typeface="Consolas"/>
                <a:cs typeface="Consolas"/>
              </a:rPr>
              <a:t>&lt;div</a:t>
            </a:r>
            <a:r>
              <a:rPr sz="1050" spc="25" dirty="0">
                <a:latin typeface="Consolas"/>
                <a:cs typeface="Consolas"/>
              </a:rPr>
              <a:t> </a:t>
            </a:r>
            <a:r>
              <a:rPr sz="1050" spc="-5" dirty="0">
                <a:latin typeface="Consolas"/>
                <a:cs typeface="Consolas"/>
              </a:rPr>
              <a:t>class="row</a:t>
            </a:r>
            <a:r>
              <a:rPr sz="1050" spc="30" dirty="0">
                <a:latin typeface="Consolas"/>
                <a:cs typeface="Consolas"/>
              </a:rPr>
              <a:t> </a:t>
            </a:r>
            <a:r>
              <a:rPr sz="1050" spc="-20" dirty="0">
                <a:latin typeface="Consolas"/>
                <a:cs typeface="Consolas"/>
              </a:rPr>
              <a:t>justify-content-center"&gt;</a:t>
            </a:r>
            <a:endParaRPr sz="1050">
              <a:latin typeface="Consolas"/>
              <a:cs typeface="Consolas"/>
            </a:endParaRPr>
          </a:p>
        </p:txBody>
      </p:sp>
      <p:sp>
        <p:nvSpPr>
          <p:cNvPr id="29" name="object 29"/>
          <p:cNvSpPr/>
          <p:nvPr/>
        </p:nvSpPr>
        <p:spPr>
          <a:xfrm>
            <a:off x="584454" y="467106"/>
            <a:ext cx="6400800" cy="9941560"/>
          </a:xfrm>
          <a:custGeom>
            <a:avLst/>
            <a:gdLst/>
            <a:ahLst/>
            <a:cxnLst/>
            <a:rect l="l" t="t" r="r" b="b"/>
            <a:pathLst>
              <a:path w="6400800" h="9941560">
                <a:moveTo>
                  <a:pt x="0" y="9941052"/>
                </a:moveTo>
                <a:lnTo>
                  <a:pt x="6400800" y="9941052"/>
                </a:lnTo>
                <a:lnTo>
                  <a:pt x="6400800" y="0"/>
                </a:lnTo>
                <a:lnTo>
                  <a:pt x="0" y="0"/>
                </a:lnTo>
                <a:lnTo>
                  <a:pt x="0" y="9941052"/>
                </a:lnTo>
                <a:close/>
              </a:path>
            </a:pathLst>
          </a:custGeom>
          <a:ln w="25400">
            <a:solidFill>
              <a:srgbClr val="1C334E"/>
            </a:solidFill>
          </a:ln>
        </p:spPr>
        <p:txBody>
          <a:bodyPr wrap="square" lIns="0" tIns="0" rIns="0" bIns="0" rtlCol="0"/>
          <a:lstStyle/>
          <a:p>
            <a:endParaRPr/>
          </a:p>
        </p:txBody>
      </p:sp>
      <p:sp>
        <p:nvSpPr>
          <p:cNvPr id="30" name="object 30"/>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31" name="object 3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71</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7796" y="888568"/>
            <a:ext cx="5702300" cy="908050"/>
          </a:xfrm>
          <a:prstGeom prst="rect">
            <a:avLst/>
          </a:prstGeom>
        </p:spPr>
        <p:txBody>
          <a:bodyPr vert="horz" wrap="square" lIns="0" tIns="13335" rIns="0" bIns="0" rtlCol="0">
            <a:spAutoFit/>
          </a:bodyPr>
          <a:lstStyle/>
          <a:p>
            <a:pPr marL="1835150">
              <a:lnSpc>
                <a:spcPct val="100000"/>
              </a:lnSpc>
              <a:spcBef>
                <a:spcPts val="105"/>
              </a:spcBef>
            </a:pPr>
            <a:r>
              <a:rPr sz="1050" spc="-5" dirty="0">
                <a:latin typeface="Consolas"/>
                <a:cs typeface="Consolas"/>
              </a:rPr>
              <a:t>&lt;div</a:t>
            </a:r>
            <a:r>
              <a:rPr sz="1050" spc="25" dirty="0">
                <a:latin typeface="Consolas"/>
                <a:cs typeface="Consolas"/>
              </a:rPr>
              <a:t> </a:t>
            </a:r>
            <a:r>
              <a:rPr sz="1050" spc="-20" dirty="0">
                <a:latin typeface="Consolas"/>
                <a:cs typeface="Consolas"/>
              </a:rPr>
              <a:t>class="col-lg-6"&gt;</a:t>
            </a:r>
            <a:endParaRPr sz="1050">
              <a:latin typeface="Consolas"/>
              <a:cs typeface="Consolas"/>
            </a:endParaRPr>
          </a:p>
          <a:p>
            <a:pPr>
              <a:lnSpc>
                <a:spcPct val="100000"/>
              </a:lnSpc>
              <a:spcBef>
                <a:spcPts val="25"/>
              </a:spcBef>
            </a:pPr>
            <a:endParaRPr sz="750">
              <a:latin typeface="Consolas"/>
              <a:cs typeface="Consolas"/>
            </a:endParaRPr>
          </a:p>
          <a:p>
            <a:pPr marL="2292985">
              <a:lnSpc>
                <a:spcPct val="100000"/>
              </a:lnSpc>
            </a:pPr>
            <a:r>
              <a:rPr sz="1050" spc="-5" dirty="0">
                <a:latin typeface="Consolas"/>
                <a:cs typeface="Consolas"/>
              </a:rPr>
              <a:t>&lt;div </a:t>
            </a:r>
            <a:r>
              <a:rPr sz="1050" spc="-15" dirty="0">
                <a:latin typeface="Consolas"/>
                <a:cs typeface="Consolas"/>
              </a:rPr>
              <a:t>class="account-form"&gt;</a:t>
            </a:r>
            <a:endParaRPr sz="1050">
              <a:latin typeface="Consolas"/>
              <a:cs typeface="Consolas"/>
            </a:endParaRPr>
          </a:p>
          <a:p>
            <a:pPr>
              <a:lnSpc>
                <a:spcPct val="100000"/>
              </a:lnSpc>
              <a:spcBef>
                <a:spcPts val="25"/>
              </a:spcBef>
            </a:pPr>
            <a:endParaRPr sz="750">
              <a:latin typeface="Consolas"/>
              <a:cs typeface="Consolas"/>
            </a:endParaRPr>
          </a:p>
          <a:p>
            <a:pPr marL="2751455">
              <a:lnSpc>
                <a:spcPct val="100000"/>
              </a:lnSpc>
            </a:pPr>
            <a:r>
              <a:rPr sz="1050" dirty="0">
                <a:latin typeface="Consolas"/>
                <a:cs typeface="Consolas"/>
              </a:rPr>
              <a:t>&lt;h4</a:t>
            </a:r>
            <a:r>
              <a:rPr sz="1050" spc="-100" dirty="0">
                <a:latin typeface="Consolas"/>
                <a:cs typeface="Consolas"/>
              </a:rPr>
              <a:t> </a:t>
            </a:r>
            <a:r>
              <a:rPr sz="1050" spc="-15" dirty="0">
                <a:latin typeface="Consolas"/>
                <a:cs typeface="Consolas"/>
              </a:rPr>
              <a:t>class="text-center</a:t>
            </a:r>
            <a:r>
              <a:rPr sz="1050" spc="-85" dirty="0">
                <a:latin typeface="Consolas"/>
                <a:cs typeface="Consolas"/>
              </a:rPr>
              <a:t> </a:t>
            </a:r>
            <a:r>
              <a:rPr sz="1050" spc="-5" dirty="0">
                <a:latin typeface="Consolas"/>
                <a:cs typeface="Consolas"/>
              </a:rPr>
              <a:t>mb-30"&gt;Create</a:t>
            </a:r>
            <a:r>
              <a:rPr sz="1050" spc="-85" dirty="0">
                <a:latin typeface="Consolas"/>
                <a:cs typeface="Consolas"/>
              </a:rPr>
              <a:t> </a:t>
            </a:r>
            <a:r>
              <a:rPr sz="1050" spc="-30" dirty="0">
                <a:latin typeface="Consolas"/>
                <a:cs typeface="Consolas"/>
              </a:rPr>
              <a:t>Your</a:t>
            </a:r>
            <a:endParaRPr sz="1050">
              <a:latin typeface="Consolas"/>
              <a:cs typeface="Consolas"/>
            </a:endParaRPr>
          </a:p>
          <a:p>
            <a:pPr marL="12700">
              <a:lnSpc>
                <a:spcPct val="100000"/>
              </a:lnSpc>
              <a:spcBef>
                <a:spcPts val="95"/>
              </a:spcBef>
            </a:pPr>
            <a:r>
              <a:rPr sz="1050" spc="-5" dirty="0">
                <a:latin typeface="Consolas"/>
                <a:cs typeface="Consolas"/>
              </a:rPr>
              <a:t>Free</a:t>
            </a:r>
            <a:r>
              <a:rPr sz="1050" spc="-60" dirty="0">
                <a:latin typeface="Consolas"/>
                <a:cs typeface="Consolas"/>
              </a:rPr>
              <a:t> </a:t>
            </a:r>
            <a:r>
              <a:rPr sz="1050" spc="-20" dirty="0">
                <a:latin typeface="Consolas"/>
                <a:cs typeface="Consolas"/>
              </a:rPr>
              <a:t>Account&lt;/h4&gt;</a:t>
            </a:r>
            <a:endParaRPr sz="1050">
              <a:latin typeface="Consolas"/>
              <a:cs typeface="Consolas"/>
            </a:endParaRPr>
          </a:p>
        </p:txBody>
      </p:sp>
      <p:sp>
        <p:nvSpPr>
          <p:cNvPr id="6" name="object 6"/>
          <p:cNvSpPr txBox="1"/>
          <p:nvPr/>
        </p:nvSpPr>
        <p:spPr>
          <a:xfrm>
            <a:off x="3646170" y="1881378"/>
            <a:ext cx="38354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&lt;form</a:t>
            </a:r>
            <a:endParaRPr sz="1050">
              <a:latin typeface="Consolas"/>
              <a:cs typeface="Consolas"/>
            </a:endParaRPr>
          </a:p>
        </p:txBody>
      </p:sp>
      <p:sp>
        <p:nvSpPr>
          <p:cNvPr id="7" name="object 7"/>
          <p:cNvSpPr txBox="1"/>
          <p:nvPr/>
        </p:nvSpPr>
        <p:spPr>
          <a:xfrm>
            <a:off x="4580001" y="1881378"/>
            <a:ext cx="203390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action="{{url('register')}}"</a:t>
            </a:r>
            <a:endParaRPr sz="1050">
              <a:latin typeface="Consolas"/>
              <a:cs typeface="Consolas"/>
            </a:endParaRPr>
          </a:p>
        </p:txBody>
      </p:sp>
      <p:sp>
        <p:nvSpPr>
          <p:cNvPr id="8" name="object 8"/>
          <p:cNvSpPr txBox="1"/>
          <p:nvPr/>
        </p:nvSpPr>
        <p:spPr>
          <a:xfrm>
            <a:off x="907796" y="2055114"/>
            <a:ext cx="102870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method="post"&gt;</a:t>
            </a:r>
            <a:endParaRPr sz="1050">
              <a:latin typeface="Consolas"/>
              <a:cs typeface="Consolas"/>
            </a:endParaRPr>
          </a:p>
        </p:txBody>
      </p:sp>
      <p:sp>
        <p:nvSpPr>
          <p:cNvPr id="9" name="object 9"/>
          <p:cNvSpPr txBox="1"/>
          <p:nvPr/>
        </p:nvSpPr>
        <p:spPr>
          <a:xfrm>
            <a:off x="3246501" y="2327910"/>
            <a:ext cx="3382645" cy="73533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@csrf</a:t>
            </a:r>
            <a:endParaRPr sz="1050">
              <a:latin typeface="Consolas"/>
              <a:cs typeface="Consolas"/>
            </a:endParaRPr>
          </a:p>
          <a:p>
            <a:pPr>
              <a:lnSpc>
                <a:spcPct val="100000"/>
              </a:lnSpc>
              <a:spcBef>
                <a:spcPts val="20"/>
              </a:spcBef>
            </a:pPr>
            <a:endParaRPr sz="750">
              <a:latin typeface="Consolas"/>
              <a:cs typeface="Consolas"/>
            </a:endParaRPr>
          </a:p>
          <a:p>
            <a:pPr marL="868680">
              <a:lnSpc>
                <a:spcPct val="100000"/>
              </a:lnSpc>
            </a:pPr>
            <a:r>
              <a:rPr sz="1050" spc="-5" dirty="0">
                <a:latin typeface="Consolas"/>
                <a:cs typeface="Consolas"/>
              </a:rPr>
              <a:t>&lt;div</a:t>
            </a:r>
            <a:r>
              <a:rPr sz="1050" spc="-65" dirty="0">
                <a:latin typeface="Consolas"/>
                <a:cs typeface="Consolas"/>
              </a:rPr>
              <a:t> </a:t>
            </a:r>
            <a:r>
              <a:rPr sz="1050" spc="-20" dirty="0">
                <a:latin typeface="Consolas"/>
                <a:cs typeface="Consolas"/>
              </a:rPr>
              <a:t>class="row"&gt;</a:t>
            </a:r>
            <a:endParaRPr sz="1050">
              <a:latin typeface="Consolas"/>
              <a:cs typeface="Consolas"/>
            </a:endParaRPr>
          </a:p>
          <a:p>
            <a:pPr>
              <a:lnSpc>
                <a:spcPct val="100000"/>
              </a:lnSpc>
              <a:spcBef>
                <a:spcPts val="25"/>
              </a:spcBef>
            </a:pPr>
            <a:endParaRPr sz="750">
              <a:latin typeface="Consolas"/>
              <a:cs typeface="Consolas"/>
            </a:endParaRPr>
          </a:p>
          <a:p>
            <a:pPr marL="1326515">
              <a:lnSpc>
                <a:spcPct val="100000"/>
              </a:lnSpc>
            </a:pPr>
            <a:r>
              <a:rPr sz="1050" spc="-5" dirty="0">
                <a:latin typeface="Consolas"/>
                <a:cs typeface="Consolas"/>
              </a:rPr>
              <a:t>&lt;div</a:t>
            </a:r>
            <a:r>
              <a:rPr sz="1050" spc="335" dirty="0">
                <a:latin typeface="Consolas"/>
                <a:cs typeface="Consolas"/>
              </a:rPr>
              <a:t> </a:t>
            </a:r>
            <a:r>
              <a:rPr sz="1050" spc="-15" dirty="0">
                <a:latin typeface="Consolas"/>
                <a:cs typeface="Consolas"/>
              </a:rPr>
              <a:t>class="col-md-12</a:t>
            </a:r>
            <a:r>
              <a:rPr sz="1050" spc="335" dirty="0">
                <a:latin typeface="Consolas"/>
                <a:cs typeface="Consolas"/>
              </a:rPr>
              <a:t> </a:t>
            </a:r>
            <a:r>
              <a:rPr sz="1050" spc="-15" dirty="0">
                <a:latin typeface="Consolas"/>
                <a:cs typeface="Consolas"/>
              </a:rPr>
              <a:t>form-</a:t>
            </a:r>
            <a:endParaRPr sz="1050">
              <a:latin typeface="Consolas"/>
              <a:cs typeface="Consolas"/>
            </a:endParaRPr>
          </a:p>
        </p:txBody>
      </p:sp>
      <p:sp>
        <p:nvSpPr>
          <p:cNvPr id="10" name="object 10"/>
          <p:cNvSpPr txBox="1"/>
          <p:nvPr/>
        </p:nvSpPr>
        <p:spPr>
          <a:xfrm>
            <a:off x="907796" y="3047746"/>
            <a:ext cx="52705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group"&gt;</a:t>
            </a:r>
            <a:endParaRPr sz="1050">
              <a:latin typeface="Consolas"/>
              <a:cs typeface="Consolas"/>
            </a:endParaRPr>
          </a:p>
        </p:txBody>
      </p:sp>
      <p:sp>
        <p:nvSpPr>
          <p:cNvPr id="11" name="object 11"/>
          <p:cNvSpPr txBox="1"/>
          <p:nvPr/>
        </p:nvSpPr>
        <p:spPr>
          <a:xfrm>
            <a:off x="5018023" y="3320542"/>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&lt;label</a:t>
            </a:r>
            <a:endParaRPr sz="1050">
              <a:latin typeface="Consolas"/>
              <a:cs typeface="Consolas"/>
            </a:endParaRPr>
          </a:p>
        </p:txBody>
      </p:sp>
      <p:sp>
        <p:nvSpPr>
          <p:cNvPr id="12" name="object 12"/>
          <p:cNvSpPr txBox="1"/>
          <p:nvPr/>
        </p:nvSpPr>
        <p:spPr>
          <a:xfrm>
            <a:off x="5900165" y="3320542"/>
            <a:ext cx="74422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class="s</a:t>
            </a:r>
            <a:r>
              <a:rPr sz="1050" spc="-15" dirty="0">
                <a:latin typeface="Consolas"/>
                <a:cs typeface="Consolas"/>
              </a:rPr>
              <a:t>r</a:t>
            </a:r>
            <a:r>
              <a:rPr sz="1050" dirty="0">
                <a:latin typeface="Consolas"/>
                <a:cs typeface="Consolas"/>
              </a:rPr>
              <a:t>-</a:t>
            </a:r>
            <a:endParaRPr sz="1050">
              <a:latin typeface="Consolas"/>
              <a:cs typeface="Consolas"/>
            </a:endParaRPr>
          </a:p>
        </p:txBody>
      </p:sp>
      <p:sp>
        <p:nvSpPr>
          <p:cNvPr id="13" name="object 13"/>
          <p:cNvSpPr txBox="1"/>
          <p:nvPr/>
        </p:nvSpPr>
        <p:spPr>
          <a:xfrm>
            <a:off x="907796" y="3492754"/>
            <a:ext cx="1392555" cy="186690"/>
          </a:xfrm>
          <a:prstGeom prst="rect">
            <a:avLst/>
          </a:prstGeom>
        </p:spPr>
        <p:txBody>
          <a:bodyPr vert="horz" wrap="square" lIns="0" tIns="13335" rIns="0" bIns="0" rtlCol="0">
            <a:spAutoFit/>
          </a:bodyPr>
          <a:lstStyle/>
          <a:p>
            <a:pPr marL="12700">
              <a:lnSpc>
                <a:spcPct val="100000"/>
              </a:lnSpc>
              <a:spcBef>
                <a:spcPts val="105"/>
              </a:spcBef>
            </a:pPr>
            <a:r>
              <a:rPr sz="1050" spc="-5" dirty="0">
                <a:latin typeface="Consolas"/>
                <a:cs typeface="Consolas"/>
              </a:rPr>
              <a:t>only"&gt;</a:t>
            </a:r>
            <a:r>
              <a:rPr sz="1050" spc="-75" dirty="0">
                <a:latin typeface="Consolas"/>
                <a:cs typeface="Consolas"/>
              </a:rPr>
              <a:t> </a:t>
            </a:r>
            <a:r>
              <a:rPr sz="1050" spc="-20" dirty="0">
                <a:latin typeface="Consolas"/>
                <a:cs typeface="Consolas"/>
              </a:rPr>
              <a:t>Name&lt;/label&gt;</a:t>
            </a:r>
            <a:endParaRPr sz="1050">
              <a:latin typeface="Consolas"/>
              <a:cs typeface="Consolas"/>
            </a:endParaRPr>
          </a:p>
        </p:txBody>
      </p:sp>
      <p:sp>
        <p:nvSpPr>
          <p:cNvPr id="14" name="object 14"/>
          <p:cNvSpPr txBox="1"/>
          <p:nvPr/>
        </p:nvSpPr>
        <p:spPr>
          <a:xfrm>
            <a:off x="4298060" y="3745508"/>
            <a:ext cx="2346960" cy="373380"/>
          </a:xfrm>
          <a:prstGeom prst="rect">
            <a:avLst/>
          </a:prstGeom>
        </p:spPr>
        <p:txBody>
          <a:bodyPr vert="horz" wrap="square" lIns="0" tIns="12065" rIns="0" bIns="0" rtlCol="0">
            <a:spAutoFit/>
          </a:bodyPr>
          <a:lstStyle/>
          <a:p>
            <a:pPr marL="12700" marR="5080" indent="718820">
              <a:lnSpc>
                <a:spcPct val="108600"/>
              </a:lnSpc>
              <a:spcBef>
                <a:spcPts val="95"/>
              </a:spcBef>
              <a:tabLst>
                <a:tab pos="1507490" algn="l"/>
                <a:tab pos="1539875" algn="l"/>
                <a:tab pos="1975485" algn="l"/>
              </a:tabLst>
            </a:pPr>
            <a:r>
              <a:rPr sz="1050" spc="-15" dirty="0">
                <a:latin typeface="Consolas"/>
                <a:cs typeface="Consolas"/>
              </a:rPr>
              <a:t>&lt;input		</a:t>
            </a:r>
            <a:r>
              <a:rPr sz="1050" spc="-20" dirty="0">
                <a:latin typeface="Consolas"/>
                <a:cs typeface="Consolas"/>
              </a:rPr>
              <a:t>type="text" </a:t>
            </a:r>
            <a:r>
              <a:rPr sz="1050" spc="-565" dirty="0">
                <a:latin typeface="Consolas"/>
                <a:cs typeface="Consolas"/>
              </a:rPr>
              <a:t> </a:t>
            </a:r>
            <a:r>
              <a:rPr sz="1050" spc="-20" dirty="0">
                <a:latin typeface="Consolas"/>
                <a:cs typeface="Consolas"/>
              </a:rPr>
              <a:t>placeholder="Ente</a:t>
            </a:r>
            <a:r>
              <a:rPr sz="1050" dirty="0">
                <a:latin typeface="Consolas"/>
                <a:cs typeface="Consolas"/>
              </a:rPr>
              <a:t>r	</a:t>
            </a:r>
            <a:r>
              <a:rPr sz="1050" spc="-30" dirty="0">
                <a:latin typeface="Consolas"/>
                <a:cs typeface="Consolas"/>
              </a:rPr>
              <a:t>you</a:t>
            </a:r>
            <a:r>
              <a:rPr sz="1050" dirty="0">
                <a:latin typeface="Consolas"/>
                <a:cs typeface="Consolas"/>
              </a:rPr>
              <a:t>r	</a:t>
            </a:r>
            <a:r>
              <a:rPr sz="1050" spc="-20" dirty="0">
                <a:latin typeface="Consolas"/>
                <a:cs typeface="Consolas"/>
              </a:rPr>
              <a:t>Name"</a:t>
            </a:r>
            <a:endParaRPr sz="1050">
              <a:latin typeface="Consolas"/>
              <a:cs typeface="Consolas"/>
            </a:endParaRPr>
          </a:p>
        </p:txBody>
      </p:sp>
      <p:sp>
        <p:nvSpPr>
          <p:cNvPr id="15" name="object 15"/>
          <p:cNvSpPr txBox="1"/>
          <p:nvPr/>
        </p:nvSpPr>
        <p:spPr>
          <a:xfrm>
            <a:off x="907796" y="3920770"/>
            <a:ext cx="3220720" cy="370205"/>
          </a:xfrm>
          <a:prstGeom prst="rect">
            <a:avLst/>
          </a:prstGeom>
        </p:spPr>
        <p:txBody>
          <a:bodyPr vert="horz" wrap="square" lIns="0" tIns="12700" rIns="0" bIns="0" rtlCol="0">
            <a:spAutoFit/>
          </a:bodyPr>
          <a:lstStyle/>
          <a:p>
            <a:pPr marL="12700" marR="5080">
              <a:lnSpc>
                <a:spcPct val="107600"/>
              </a:lnSpc>
              <a:spcBef>
                <a:spcPts val="100"/>
              </a:spcBef>
              <a:tabLst>
                <a:tab pos="1582420" algn="l"/>
                <a:tab pos="2419350" algn="l"/>
              </a:tabLst>
            </a:pPr>
            <a:r>
              <a:rPr sz="1050" spc="-20" dirty="0">
                <a:latin typeface="Consolas"/>
                <a:cs typeface="Consolas"/>
              </a:rPr>
              <a:t>class="for</a:t>
            </a:r>
            <a:r>
              <a:rPr sz="1050" spc="-15" dirty="0">
                <a:latin typeface="Consolas"/>
                <a:cs typeface="Consolas"/>
              </a:rPr>
              <a:t>m</a:t>
            </a:r>
            <a:r>
              <a:rPr sz="1050" spc="-20" dirty="0">
                <a:latin typeface="Consolas"/>
                <a:cs typeface="Consolas"/>
              </a:rPr>
              <a:t>-contr</a:t>
            </a:r>
            <a:r>
              <a:rPr sz="1050" spc="-10" dirty="0">
                <a:latin typeface="Consolas"/>
                <a:cs typeface="Consolas"/>
              </a:rPr>
              <a:t>o</a:t>
            </a:r>
            <a:r>
              <a:rPr sz="1050" dirty="0">
                <a:latin typeface="Consolas"/>
                <a:cs typeface="Consolas"/>
              </a:rPr>
              <a:t>l	</a:t>
            </a:r>
            <a:r>
              <a:rPr sz="1050" spc="-20" dirty="0">
                <a:latin typeface="Consolas"/>
                <a:cs typeface="Consolas"/>
              </a:rPr>
              <a:t>input</a:t>
            </a:r>
            <a:r>
              <a:rPr sz="1050" spc="-15" dirty="0">
                <a:latin typeface="Consolas"/>
                <a:cs typeface="Consolas"/>
              </a:rPr>
              <a:t>-</a:t>
            </a:r>
            <a:r>
              <a:rPr sz="1050" spc="-30" dirty="0">
                <a:latin typeface="Consolas"/>
                <a:cs typeface="Consolas"/>
              </a:rPr>
              <a:t>lg</a:t>
            </a:r>
            <a:r>
              <a:rPr sz="1050" dirty="0">
                <a:latin typeface="Consolas"/>
                <a:cs typeface="Consolas"/>
              </a:rPr>
              <a:t>"	</a:t>
            </a:r>
            <a:r>
              <a:rPr sz="1050" spc="-20" dirty="0">
                <a:latin typeface="Consolas"/>
                <a:cs typeface="Consolas"/>
              </a:rPr>
              <a:t>name="name"  value="{{old('name')}}"&gt;</a:t>
            </a:r>
            <a:endParaRPr sz="1050">
              <a:latin typeface="Consolas"/>
              <a:cs typeface="Consolas"/>
            </a:endParaRPr>
          </a:p>
        </p:txBody>
      </p:sp>
      <p:sp>
        <p:nvSpPr>
          <p:cNvPr id="16" name="object 16"/>
          <p:cNvSpPr txBox="1"/>
          <p:nvPr/>
        </p:nvSpPr>
        <p:spPr>
          <a:xfrm>
            <a:off x="4560823" y="4384675"/>
            <a:ext cx="2068830" cy="461009"/>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12700">
              <a:lnSpc>
                <a:spcPct val="100000"/>
              </a:lnSpc>
            </a:pPr>
            <a:r>
              <a:rPr sz="1050" spc="-5" dirty="0">
                <a:latin typeface="Consolas"/>
                <a:cs typeface="Consolas"/>
              </a:rPr>
              <a:t>&lt;div</a:t>
            </a:r>
            <a:r>
              <a:rPr sz="1050" spc="335" dirty="0">
                <a:latin typeface="Consolas"/>
                <a:cs typeface="Consolas"/>
              </a:rPr>
              <a:t> </a:t>
            </a:r>
            <a:r>
              <a:rPr sz="1050" spc="-15" dirty="0">
                <a:latin typeface="Consolas"/>
                <a:cs typeface="Consolas"/>
              </a:rPr>
              <a:t>class="col-md-12</a:t>
            </a:r>
            <a:r>
              <a:rPr sz="1050" spc="335" dirty="0">
                <a:latin typeface="Consolas"/>
                <a:cs typeface="Consolas"/>
              </a:rPr>
              <a:t> </a:t>
            </a:r>
            <a:r>
              <a:rPr sz="1050" spc="-15" dirty="0">
                <a:latin typeface="Consolas"/>
                <a:cs typeface="Consolas"/>
              </a:rPr>
              <a:t>form-</a:t>
            </a:r>
            <a:endParaRPr sz="1050">
              <a:latin typeface="Consolas"/>
              <a:cs typeface="Consolas"/>
            </a:endParaRPr>
          </a:p>
        </p:txBody>
      </p:sp>
      <p:sp>
        <p:nvSpPr>
          <p:cNvPr id="17" name="object 17"/>
          <p:cNvSpPr txBox="1"/>
          <p:nvPr/>
        </p:nvSpPr>
        <p:spPr>
          <a:xfrm>
            <a:off x="907796" y="4831207"/>
            <a:ext cx="52705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group"&gt;</a:t>
            </a:r>
            <a:endParaRPr sz="1050">
              <a:latin typeface="Consolas"/>
              <a:cs typeface="Consolas"/>
            </a:endParaRPr>
          </a:p>
        </p:txBody>
      </p:sp>
      <p:sp>
        <p:nvSpPr>
          <p:cNvPr id="18" name="object 18"/>
          <p:cNvSpPr txBox="1"/>
          <p:nvPr/>
        </p:nvSpPr>
        <p:spPr>
          <a:xfrm>
            <a:off x="5018023" y="5104003"/>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&lt;label</a:t>
            </a:r>
            <a:endParaRPr sz="1050">
              <a:latin typeface="Consolas"/>
              <a:cs typeface="Consolas"/>
            </a:endParaRPr>
          </a:p>
        </p:txBody>
      </p:sp>
      <p:sp>
        <p:nvSpPr>
          <p:cNvPr id="19" name="object 19"/>
          <p:cNvSpPr txBox="1"/>
          <p:nvPr/>
        </p:nvSpPr>
        <p:spPr>
          <a:xfrm>
            <a:off x="5900165" y="5104003"/>
            <a:ext cx="74422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class="s</a:t>
            </a:r>
            <a:r>
              <a:rPr sz="1050" spc="-15" dirty="0">
                <a:latin typeface="Consolas"/>
                <a:cs typeface="Consolas"/>
              </a:rPr>
              <a:t>r</a:t>
            </a:r>
            <a:r>
              <a:rPr sz="1050" dirty="0">
                <a:latin typeface="Consolas"/>
                <a:cs typeface="Consolas"/>
              </a:rPr>
              <a:t>-</a:t>
            </a:r>
            <a:endParaRPr sz="1050">
              <a:latin typeface="Consolas"/>
              <a:cs typeface="Consolas"/>
            </a:endParaRPr>
          </a:p>
        </p:txBody>
      </p:sp>
      <p:sp>
        <p:nvSpPr>
          <p:cNvPr id="20" name="object 20"/>
          <p:cNvSpPr txBox="1"/>
          <p:nvPr/>
        </p:nvSpPr>
        <p:spPr>
          <a:xfrm>
            <a:off x="907796" y="5276469"/>
            <a:ext cx="139001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only"&gt;Email&lt;/label&gt;</a:t>
            </a:r>
            <a:endParaRPr sz="1050">
              <a:latin typeface="Consolas"/>
              <a:cs typeface="Consolas"/>
            </a:endParaRPr>
          </a:p>
        </p:txBody>
      </p:sp>
      <p:sp>
        <p:nvSpPr>
          <p:cNvPr id="21" name="object 21"/>
          <p:cNvSpPr txBox="1"/>
          <p:nvPr/>
        </p:nvSpPr>
        <p:spPr>
          <a:xfrm>
            <a:off x="3255390" y="5715762"/>
            <a:ext cx="88519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name="email"</a:t>
            </a:r>
            <a:endParaRPr sz="1050">
              <a:latin typeface="Consolas"/>
              <a:cs typeface="Consolas"/>
            </a:endParaRPr>
          </a:p>
        </p:txBody>
      </p:sp>
      <p:sp>
        <p:nvSpPr>
          <p:cNvPr id="22" name="object 22"/>
          <p:cNvSpPr txBox="1"/>
          <p:nvPr/>
        </p:nvSpPr>
        <p:spPr>
          <a:xfrm>
            <a:off x="4284090" y="5529224"/>
            <a:ext cx="2360930" cy="373380"/>
          </a:xfrm>
          <a:prstGeom prst="rect">
            <a:avLst/>
          </a:prstGeom>
        </p:spPr>
        <p:txBody>
          <a:bodyPr vert="horz" wrap="square" lIns="0" tIns="12065" rIns="0" bIns="0" rtlCol="0">
            <a:spAutoFit/>
          </a:bodyPr>
          <a:lstStyle/>
          <a:p>
            <a:pPr marL="12700" marR="5080" indent="734695">
              <a:lnSpc>
                <a:spcPct val="108600"/>
              </a:lnSpc>
              <a:spcBef>
                <a:spcPts val="95"/>
              </a:spcBef>
              <a:tabLst>
                <a:tab pos="1478915" algn="l"/>
                <a:tab pos="1553845" algn="l"/>
                <a:tab pos="1917700" algn="l"/>
              </a:tabLst>
            </a:pPr>
            <a:r>
              <a:rPr sz="1050" spc="-15" dirty="0">
                <a:latin typeface="Consolas"/>
                <a:cs typeface="Consolas"/>
              </a:rPr>
              <a:t>&lt;input		</a:t>
            </a:r>
            <a:r>
              <a:rPr sz="1050" spc="-20" dirty="0">
                <a:latin typeface="Consolas"/>
                <a:cs typeface="Consolas"/>
              </a:rPr>
              <a:t>type="text" </a:t>
            </a:r>
            <a:r>
              <a:rPr sz="1050" spc="-565" dirty="0">
                <a:latin typeface="Consolas"/>
                <a:cs typeface="Consolas"/>
              </a:rPr>
              <a:t> </a:t>
            </a:r>
            <a:r>
              <a:rPr sz="1050" spc="-15" dirty="0">
                <a:latin typeface="Consolas"/>
                <a:cs typeface="Consolas"/>
              </a:rPr>
              <a:t>placeholder="Ente</a:t>
            </a:r>
            <a:r>
              <a:rPr sz="1050" dirty="0">
                <a:latin typeface="Consolas"/>
                <a:cs typeface="Consolas"/>
              </a:rPr>
              <a:t>r	</a:t>
            </a:r>
            <a:r>
              <a:rPr sz="1050" spc="-30" dirty="0">
                <a:latin typeface="Consolas"/>
                <a:cs typeface="Consolas"/>
              </a:rPr>
              <a:t>you</a:t>
            </a:r>
            <a:r>
              <a:rPr sz="1050" dirty="0">
                <a:latin typeface="Consolas"/>
                <a:cs typeface="Consolas"/>
              </a:rPr>
              <a:t>r	</a:t>
            </a:r>
            <a:r>
              <a:rPr sz="1050" spc="-20" dirty="0">
                <a:latin typeface="Consolas"/>
                <a:cs typeface="Consolas"/>
              </a:rPr>
              <a:t>Email"</a:t>
            </a:r>
            <a:endParaRPr sz="1050">
              <a:latin typeface="Consolas"/>
              <a:cs typeface="Consolas"/>
            </a:endParaRPr>
          </a:p>
        </p:txBody>
      </p:sp>
      <p:sp>
        <p:nvSpPr>
          <p:cNvPr id="23" name="object 23"/>
          <p:cNvSpPr txBox="1"/>
          <p:nvPr/>
        </p:nvSpPr>
        <p:spPr>
          <a:xfrm>
            <a:off x="907796" y="5701436"/>
            <a:ext cx="2207895" cy="373380"/>
          </a:xfrm>
          <a:prstGeom prst="rect">
            <a:avLst/>
          </a:prstGeom>
        </p:spPr>
        <p:txBody>
          <a:bodyPr vert="horz" wrap="square" lIns="0" tIns="12065" rIns="0" bIns="0" rtlCol="0">
            <a:spAutoFit/>
          </a:bodyPr>
          <a:lstStyle/>
          <a:p>
            <a:pPr marL="12700" marR="5080">
              <a:lnSpc>
                <a:spcPct val="108600"/>
              </a:lnSpc>
              <a:spcBef>
                <a:spcPts val="95"/>
              </a:spcBef>
              <a:tabLst>
                <a:tab pos="1553210" algn="l"/>
              </a:tabLst>
            </a:pPr>
            <a:r>
              <a:rPr sz="1050" spc="-20" dirty="0">
                <a:latin typeface="Consolas"/>
                <a:cs typeface="Consolas"/>
              </a:rPr>
              <a:t>class="for</a:t>
            </a:r>
            <a:r>
              <a:rPr sz="1050" spc="-15" dirty="0">
                <a:latin typeface="Consolas"/>
                <a:cs typeface="Consolas"/>
              </a:rPr>
              <a:t>m</a:t>
            </a:r>
            <a:r>
              <a:rPr sz="1050" spc="-20" dirty="0">
                <a:latin typeface="Consolas"/>
                <a:cs typeface="Consolas"/>
              </a:rPr>
              <a:t>-contr</a:t>
            </a:r>
            <a:r>
              <a:rPr sz="1050" spc="-10" dirty="0">
                <a:latin typeface="Consolas"/>
                <a:cs typeface="Consolas"/>
              </a:rPr>
              <a:t>o</a:t>
            </a:r>
            <a:r>
              <a:rPr sz="1050" dirty="0">
                <a:latin typeface="Consolas"/>
                <a:cs typeface="Consolas"/>
              </a:rPr>
              <a:t>l	</a:t>
            </a:r>
            <a:r>
              <a:rPr sz="1050" spc="-20" dirty="0">
                <a:latin typeface="Consolas"/>
                <a:cs typeface="Consolas"/>
              </a:rPr>
              <a:t>input-</a:t>
            </a:r>
            <a:r>
              <a:rPr sz="1050" spc="-30" dirty="0">
                <a:latin typeface="Consolas"/>
                <a:cs typeface="Consolas"/>
              </a:rPr>
              <a:t>lg"  </a:t>
            </a:r>
            <a:r>
              <a:rPr sz="1050" spc="-20" dirty="0">
                <a:latin typeface="Consolas"/>
                <a:cs typeface="Consolas"/>
              </a:rPr>
              <a:t>value="{{old('email')}}"&gt;</a:t>
            </a:r>
            <a:endParaRPr sz="1050">
              <a:latin typeface="Consolas"/>
              <a:cs typeface="Consolas"/>
            </a:endParaRPr>
          </a:p>
        </p:txBody>
      </p:sp>
      <p:sp>
        <p:nvSpPr>
          <p:cNvPr id="24" name="object 24"/>
          <p:cNvSpPr txBox="1"/>
          <p:nvPr/>
        </p:nvSpPr>
        <p:spPr>
          <a:xfrm>
            <a:off x="3563492" y="6168009"/>
            <a:ext cx="3081020" cy="735965"/>
          </a:xfrm>
          <a:prstGeom prst="rect">
            <a:avLst/>
          </a:prstGeom>
        </p:spPr>
        <p:txBody>
          <a:bodyPr vert="horz" wrap="square" lIns="0" tIns="13335" rIns="0" bIns="0" rtlCol="0">
            <a:spAutoFit/>
          </a:bodyPr>
          <a:lstStyle/>
          <a:p>
            <a:pPr marR="605155" algn="ctr">
              <a:lnSpc>
                <a:spcPct val="100000"/>
              </a:lnSpc>
              <a:spcBef>
                <a:spcPts val="105"/>
              </a:spcBef>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R="593090" algn="ctr">
              <a:lnSpc>
                <a:spcPct val="100000"/>
              </a:lnSpc>
            </a:pPr>
            <a:r>
              <a:rPr sz="1050" spc="-5" dirty="0">
                <a:latin typeface="Consolas"/>
                <a:cs typeface="Consolas"/>
              </a:rPr>
              <a:t>&lt;div </a:t>
            </a:r>
            <a:r>
              <a:rPr sz="1050" spc="-15" dirty="0">
                <a:latin typeface="Consolas"/>
                <a:cs typeface="Consolas"/>
              </a:rPr>
              <a:t>class="col-md-12</a:t>
            </a:r>
            <a:r>
              <a:rPr sz="1050" spc="20" dirty="0">
                <a:latin typeface="Consolas"/>
                <a:cs typeface="Consolas"/>
              </a:rPr>
              <a:t> </a:t>
            </a:r>
            <a:r>
              <a:rPr sz="1050" spc="-20" dirty="0">
                <a:latin typeface="Consolas"/>
                <a:cs typeface="Consolas"/>
              </a:rPr>
              <a:t>form-group"&gt;</a:t>
            </a:r>
            <a:endParaRPr sz="1050">
              <a:latin typeface="Consolas"/>
              <a:cs typeface="Consolas"/>
            </a:endParaRPr>
          </a:p>
          <a:p>
            <a:pPr>
              <a:lnSpc>
                <a:spcPct val="100000"/>
              </a:lnSpc>
              <a:spcBef>
                <a:spcPts val="25"/>
              </a:spcBef>
            </a:pPr>
            <a:endParaRPr sz="750">
              <a:latin typeface="Consolas"/>
              <a:cs typeface="Consolas"/>
            </a:endParaRPr>
          </a:p>
          <a:p>
            <a:pPr marL="1468120">
              <a:lnSpc>
                <a:spcPct val="100000"/>
              </a:lnSpc>
              <a:tabLst>
                <a:tab pos="2349500" algn="l"/>
              </a:tabLst>
            </a:pPr>
            <a:r>
              <a:rPr sz="1050" spc="-20" dirty="0">
                <a:latin typeface="Consolas"/>
                <a:cs typeface="Consolas"/>
              </a:rPr>
              <a:t>&lt;labe</a:t>
            </a:r>
            <a:r>
              <a:rPr sz="1050" dirty="0">
                <a:latin typeface="Consolas"/>
                <a:cs typeface="Consolas"/>
              </a:rPr>
              <a:t>l	</a:t>
            </a:r>
            <a:r>
              <a:rPr sz="1050" spc="-20" dirty="0">
                <a:latin typeface="Consolas"/>
                <a:cs typeface="Consolas"/>
              </a:rPr>
              <a:t>class="sr</a:t>
            </a:r>
            <a:r>
              <a:rPr sz="1050" dirty="0">
                <a:latin typeface="Consolas"/>
                <a:cs typeface="Consolas"/>
              </a:rPr>
              <a:t>-</a:t>
            </a:r>
            <a:endParaRPr sz="1050">
              <a:latin typeface="Consolas"/>
              <a:cs typeface="Consolas"/>
            </a:endParaRPr>
          </a:p>
        </p:txBody>
      </p:sp>
      <p:sp>
        <p:nvSpPr>
          <p:cNvPr id="25" name="object 25"/>
          <p:cNvSpPr txBox="1"/>
          <p:nvPr/>
        </p:nvSpPr>
        <p:spPr>
          <a:xfrm>
            <a:off x="907796" y="6887718"/>
            <a:ext cx="139001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only"&gt;Phone&lt;/label&gt;</a:t>
            </a:r>
            <a:endParaRPr sz="1050">
              <a:latin typeface="Consolas"/>
              <a:cs typeface="Consolas"/>
            </a:endParaRPr>
          </a:p>
        </p:txBody>
      </p:sp>
      <p:sp>
        <p:nvSpPr>
          <p:cNvPr id="26" name="object 26"/>
          <p:cNvSpPr txBox="1"/>
          <p:nvPr/>
        </p:nvSpPr>
        <p:spPr>
          <a:xfrm>
            <a:off x="4284090" y="7139409"/>
            <a:ext cx="2360930" cy="372745"/>
          </a:xfrm>
          <a:prstGeom prst="rect">
            <a:avLst/>
          </a:prstGeom>
        </p:spPr>
        <p:txBody>
          <a:bodyPr vert="horz" wrap="square" lIns="0" tIns="26034" rIns="0" bIns="0" rtlCol="0">
            <a:spAutoFit/>
          </a:bodyPr>
          <a:lstStyle/>
          <a:p>
            <a:pPr marR="10795" algn="r">
              <a:lnSpc>
                <a:spcPct val="100000"/>
              </a:lnSpc>
              <a:spcBef>
                <a:spcPts val="204"/>
              </a:spcBef>
              <a:tabLst>
                <a:tab pos="806450" algn="l"/>
              </a:tabLst>
            </a:pPr>
            <a:r>
              <a:rPr sz="1050" spc="-15" dirty="0">
                <a:latin typeface="Consolas"/>
                <a:cs typeface="Consolas"/>
              </a:rPr>
              <a:t>&lt;input	</a:t>
            </a:r>
            <a:r>
              <a:rPr sz="1050" spc="-20" dirty="0">
                <a:latin typeface="Consolas"/>
                <a:cs typeface="Consolas"/>
              </a:rPr>
              <a:t>type="text"</a:t>
            </a:r>
            <a:endParaRPr sz="1050">
              <a:latin typeface="Consolas"/>
              <a:cs typeface="Consolas"/>
            </a:endParaRPr>
          </a:p>
          <a:p>
            <a:pPr marR="5080" algn="r">
              <a:lnSpc>
                <a:spcPct val="100000"/>
              </a:lnSpc>
              <a:spcBef>
                <a:spcPts val="105"/>
              </a:spcBef>
              <a:tabLst>
                <a:tab pos="1466215" algn="l"/>
                <a:tab pos="1905000" algn="l"/>
              </a:tabLst>
            </a:pPr>
            <a:r>
              <a:rPr sz="1050" spc="-15" dirty="0">
                <a:latin typeface="Consolas"/>
                <a:cs typeface="Consolas"/>
              </a:rPr>
              <a:t>placeholder="Enter	</a:t>
            </a:r>
            <a:r>
              <a:rPr sz="1050" spc="-20" dirty="0">
                <a:latin typeface="Consolas"/>
                <a:cs typeface="Consolas"/>
              </a:rPr>
              <a:t>your	Phone"</a:t>
            </a:r>
            <a:endParaRPr sz="1050">
              <a:latin typeface="Consolas"/>
              <a:cs typeface="Consolas"/>
            </a:endParaRPr>
          </a:p>
        </p:txBody>
      </p:sp>
      <p:sp>
        <p:nvSpPr>
          <p:cNvPr id="27" name="object 27"/>
          <p:cNvSpPr txBox="1"/>
          <p:nvPr/>
        </p:nvSpPr>
        <p:spPr>
          <a:xfrm>
            <a:off x="907796" y="7312539"/>
            <a:ext cx="3232785" cy="373380"/>
          </a:xfrm>
          <a:prstGeom prst="rect">
            <a:avLst/>
          </a:prstGeom>
        </p:spPr>
        <p:txBody>
          <a:bodyPr vert="horz" wrap="square" lIns="0" tIns="26034" rIns="0" bIns="0" rtlCol="0">
            <a:spAutoFit/>
          </a:bodyPr>
          <a:lstStyle/>
          <a:p>
            <a:pPr marL="12700">
              <a:lnSpc>
                <a:spcPct val="100000"/>
              </a:lnSpc>
              <a:spcBef>
                <a:spcPts val="204"/>
              </a:spcBef>
              <a:tabLst>
                <a:tab pos="1553210" algn="l"/>
                <a:tab pos="2359660" algn="l"/>
              </a:tabLst>
            </a:pPr>
            <a:r>
              <a:rPr sz="1050" spc="-15" dirty="0">
                <a:latin typeface="Consolas"/>
                <a:cs typeface="Consolas"/>
              </a:rPr>
              <a:t>class="form-control	</a:t>
            </a:r>
            <a:r>
              <a:rPr sz="1050" spc="-20" dirty="0">
                <a:latin typeface="Consolas"/>
                <a:cs typeface="Consolas"/>
              </a:rPr>
              <a:t>input-lg"	name="phone"</a:t>
            </a:r>
            <a:endParaRPr sz="1050">
              <a:latin typeface="Consolas"/>
              <a:cs typeface="Consolas"/>
            </a:endParaRPr>
          </a:p>
          <a:p>
            <a:pPr marL="12700">
              <a:lnSpc>
                <a:spcPct val="100000"/>
              </a:lnSpc>
              <a:spcBef>
                <a:spcPts val="110"/>
              </a:spcBef>
            </a:pPr>
            <a:r>
              <a:rPr sz="1050" spc="-20" dirty="0">
                <a:latin typeface="Consolas"/>
                <a:cs typeface="Consolas"/>
              </a:rPr>
              <a:t>value="{{old('phone')}}"&gt;</a:t>
            </a:r>
            <a:endParaRPr sz="1050">
              <a:latin typeface="Consolas"/>
              <a:cs typeface="Consolas"/>
            </a:endParaRPr>
          </a:p>
        </p:txBody>
      </p:sp>
      <p:sp>
        <p:nvSpPr>
          <p:cNvPr id="28" name="object 28"/>
          <p:cNvSpPr txBox="1"/>
          <p:nvPr/>
        </p:nvSpPr>
        <p:spPr>
          <a:xfrm>
            <a:off x="3563492" y="7779511"/>
            <a:ext cx="3081020" cy="735330"/>
          </a:xfrm>
          <a:prstGeom prst="rect">
            <a:avLst/>
          </a:prstGeom>
        </p:spPr>
        <p:txBody>
          <a:bodyPr vert="horz" wrap="square" lIns="0" tIns="13335" rIns="0" bIns="0" rtlCol="0">
            <a:spAutoFit/>
          </a:bodyPr>
          <a:lstStyle/>
          <a:p>
            <a:pPr marR="605155" algn="ctr">
              <a:lnSpc>
                <a:spcPct val="100000"/>
              </a:lnSpc>
              <a:spcBef>
                <a:spcPts val="105"/>
              </a:spcBef>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R="593090" algn="ctr">
              <a:lnSpc>
                <a:spcPct val="100000"/>
              </a:lnSpc>
              <a:spcBef>
                <a:spcPts val="5"/>
              </a:spcBef>
            </a:pPr>
            <a:r>
              <a:rPr sz="1050" spc="-5" dirty="0">
                <a:latin typeface="Consolas"/>
                <a:cs typeface="Consolas"/>
              </a:rPr>
              <a:t>&lt;div </a:t>
            </a:r>
            <a:r>
              <a:rPr sz="1050" spc="-15" dirty="0">
                <a:latin typeface="Consolas"/>
                <a:cs typeface="Consolas"/>
              </a:rPr>
              <a:t>class="col-md-12</a:t>
            </a:r>
            <a:r>
              <a:rPr sz="1050" spc="20" dirty="0">
                <a:latin typeface="Consolas"/>
                <a:cs typeface="Consolas"/>
              </a:rPr>
              <a:t> </a:t>
            </a:r>
            <a:r>
              <a:rPr sz="1050" spc="-20" dirty="0">
                <a:latin typeface="Consolas"/>
                <a:cs typeface="Consolas"/>
              </a:rPr>
              <a:t>form-group"&gt;</a:t>
            </a:r>
            <a:endParaRPr sz="1050">
              <a:latin typeface="Consolas"/>
              <a:cs typeface="Consolas"/>
            </a:endParaRPr>
          </a:p>
          <a:p>
            <a:pPr marL="1468120">
              <a:lnSpc>
                <a:spcPct val="100000"/>
              </a:lnSpc>
              <a:spcBef>
                <a:spcPts val="900"/>
              </a:spcBef>
              <a:tabLst>
                <a:tab pos="2349500" algn="l"/>
              </a:tabLst>
            </a:pPr>
            <a:r>
              <a:rPr sz="1050" spc="-20" dirty="0">
                <a:latin typeface="Consolas"/>
                <a:cs typeface="Consolas"/>
              </a:rPr>
              <a:t>&lt;labe</a:t>
            </a:r>
            <a:r>
              <a:rPr sz="1050" dirty="0">
                <a:latin typeface="Consolas"/>
                <a:cs typeface="Consolas"/>
              </a:rPr>
              <a:t>l	</a:t>
            </a:r>
            <a:r>
              <a:rPr sz="1050" spc="-20" dirty="0">
                <a:latin typeface="Consolas"/>
                <a:cs typeface="Consolas"/>
              </a:rPr>
              <a:t>class="sr</a:t>
            </a:r>
            <a:r>
              <a:rPr sz="1050" dirty="0">
                <a:latin typeface="Consolas"/>
                <a:cs typeface="Consolas"/>
              </a:rPr>
              <a:t>-</a:t>
            </a:r>
            <a:endParaRPr sz="1050">
              <a:latin typeface="Consolas"/>
              <a:cs typeface="Consolas"/>
            </a:endParaRPr>
          </a:p>
        </p:txBody>
      </p:sp>
      <p:sp>
        <p:nvSpPr>
          <p:cNvPr id="29" name="object 29"/>
          <p:cNvSpPr txBox="1"/>
          <p:nvPr/>
        </p:nvSpPr>
        <p:spPr>
          <a:xfrm>
            <a:off x="907796" y="8499094"/>
            <a:ext cx="5762625" cy="107950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only"&gt;Dob&lt;/label&gt;</a:t>
            </a:r>
            <a:endParaRPr sz="1050">
              <a:latin typeface="Consolas"/>
              <a:cs typeface="Consolas"/>
            </a:endParaRPr>
          </a:p>
          <a:p>
            <a:pPr marL="12700" marR="5080" indent="4110990" algn="just">
              <a:lnSpc>
                <a:spcPct val="108100"/>
              </a:lnSpc>
              <a:spcBef>
                <a:spcPts val="725"/>
              </a:spcBef>
            </a:pPr>
            <a:r>
              <a:rPr sz="1050" spc="-5" dirty="0">
                <a:latin typeface="Consolas"/>
                <a:cs typeface="Consolas"/>
              </a:rPr>
              <a:t>&lt;input</a:t>
            </a:r>
            <a:r>
              <a:rPr sz="1050" dirty="0">
                <a:latin typeface="Consolas"/>
                <a:cs typeface="Consolas"/>
              </a:rPr>
              <a:t> </a:t>
            </a:r>
            <a:r>
              <a:rPr sz="1050" spc="-20" dirty="0">
                <a:latin typeface="Consolas"/>
                <a:cs typeface="Consolas"/>
              </a:rPr>
              <a:t>type="text" </a:t>
            </a:r>
            <a:r>
              <a:rPr sz="1050" spc="-565" dirty="0">
                <a:latin typeface="Consolas"/>
                <a:cs typeface="Consolas"/>
              </a:rPr>
              <a:t> </a:t>
            </a:r>
            <a:r>
              <a:rPr sz="1050" spc="-15" dirty="0">
                <a:latin typeface="Consolas"/>
                <a:cs typeface="Consolas"/>
              </a:rPr>
              <a:t>class="form-control </a:t>
            </a:r>
            <a:r>
              <a:rPr sz="1050" spc="-10" dirty="0">
                <a:latin typeface="Consolas"/>
                <a:cs typeface="Consolas"/>
              </a:rPr>
              <a:t>input-lg" </a:t>
            </a:r>
            <a:r>
              <a:rPr sz="1050" spc="-5" dirty="0">
                <a:latin typeface="Consolas"/>
                <a:cs typeface="Consolas"/>
              </a:rPr>
              <a:t>id="dob" name="dob" placeholder="Enter your </a:t>
            </a:r>
            <a:r>
              <a:rPr sz="1050" spc="-20" dirty="0">
                <a:latin typeface="Consolas"/>
                <a:cs typeface="Consolas"/>
              </a:rPr>
              <a:t>Dob" </a:t>
            </a:r>
            <a:r>
              <a:rPr sz="1050" spc="-15" dirty="0">
                <a:latin typeface="Consolas"/>
                <a:cs typeface="Consolas"/>
              </a:rPr>
              <a:t> </a:t>
            </a:r>
            <a:r>
              <a:rPr sz="1050" spc="-20" dirty="0">
                <a:latin typeface="Consolas"/>
                <a:cs typeface="Consolas"/>
              </a:rPr>
              <a:t>value="{{old('phone')}}"&gt;</a:t>
            </a:r>
            <a:endParaRPr sz="1050">
              <a:latin typeface="Consolas"/>
              <a:cs typeface="Consolas"/>
            </a:endParaRPr>
          </a:p>
          <a:p>
            <a:pPr>
              <a:lnSpc>
                <a:spcPct val="100000"/>
              </a:lnSpc>
              <a:spcBef>
                <a:spcPts val="25"/>
              </a:spcBef>
            </a:pPr>
            <a:endParaRPr sz="800">
              <a:latin typeface="Consolas"/>
              <a:cs typeface="Consolas"/>
            </a:endParaRPr>
          </a:p>
          <a:p>
            <a:pPr marL="3666490">
              <a:lnSpc>
                <a:spcPct val="100000"/>
              </a:lnSpc>
            </a:pPr>
            <a:r>
              <a:rPr sz="1050" spc="-20" dirty="0">
                <a:latin typeface="Consolas"/>
                <a:cs typeface="Consolas"/>
              </a:rPr>
              <a:t>&lt;/div&gt;</a:t>
            </a:r>
            <a:endParaRPr sz="1050">
              <a:latin typeface="Consolas"/>
              <a:cs typeface="Consolas"/>
            </a:endParaRPr>
          </a:p>
        </p:txBody>
      </p:sp>
      <p:sp>
        <p:nvSpPr>
          <p:cNvPr id="30" name="object 30"/>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31" name="object 3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32" name="object 3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72</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3540633" y="888568"/>
            <a:ext cx="3103880" cy="461645"/>
          </a:xfrm>
          <a:prstGeom prst="rect">
            <a:avLst/>
          </a:prstGeom>
        </p:spPr>
        <p:txBody>
          <a:bodyPr vert="horz" wrap="square" lIns="0" tIns="13335" rIns="0" bIns="0" rtlCol="0">
            <a:spAutoFit/>
          </a:bodyPr>
          <a:lstStyle/>
          <a:p>
            <a:pPr marL="12700">
              <a:lnSpc>
                <a:spcPct val="100000"/>
              </a:lnSpc>
              <a:spcBef>
                <a:spcPts val="105"/>
              </a:spcBef>
            </a:pPr>
            <a:r>
              <a:rPr sz="1050" spc="-5" dirty="0">
                <a:latin typeface="Consolas"/>
                <a:cs typeface="Consolas"/>
              </a:rPr>
              <a:t>&lt;div </a:t>
            </a:r>
            <a:r>
              <a:rPr sz="1050" spc="-15" dirty="0">
                <a:latin typeface="Consolas"/>
                <a:cs typeface="Consolas"/>
              </a:rPr>
              <a:t>class="col-md-12</a:t>
            </a:r>
            <a:r>
              <a:rPr sz="1050" spc="20" dirty="0">
                <a:latin typeface="Consolas"/>
                <a:cs typeface="Consolas"/>
              </a:rPr>
              <a:t> </a:t>
            </a:r>
            <a:r>
              <a:rPr sz="1050" spc="-20" dirty="0">
                <a:latin typeface="Consolas"/>
                <a:cs typeface="Consolas"/>
              </a:rPr>
              <a:t>form-group"&gt;</a:t>
            </a:r>
            <a:endParaRPr sz="1050">
              <a:latin typeface="Consolas"/>
              <a:cs typeface="Consolas"/>
            </a:endParaRPr>
          </a:p>
          <a:p>
            <a:pPr>
              <a:lnSpc>
                <a:spcPct val="100000"/>
              </a:lnSpc>
              <a:spcBef>
                <a:spcPts val="25"/>
              </a:spcBef>
            </a:pPr>
            <a:endParaRPr sz="750">
              <a:latin typeface="Consolas"/>
              <a:cs typeface="Consolas"/>
            </a:endParaRPr>
          </a:p>
          <a:p>
            <a:pPr marL="1490980">
              <a:lnSpc>
                <a:spcPct val="100000"/>
              </a:lnSpc>
              <a:tabLst>
                <a:tab pos="2372360" algn="l"/>
              </a:tabLst>
            </a:pPr>
            <a:r>
              <a:rPr sz="1050" spc="-20" dirty="0">
                <a:latin typeface="Consolas"/>
                <a:cs typeface="Consolas"/>
              </a:rPr>
              <a:t>&lt;labe</a:t>
            </a:r>
            <a:r>
              <a:rPr sz="1050" dirty="0">
                <a:latin typeface="Consolas"/>
                <a:cs typeface="Consolas"/>
              </a:rPr>
              <a:t>l	</a:t>
            </a:r>
            <a:r>
              <a:rPr sz="1050" spc="-20" dirty="0">
                <a:latin typeface="Consolas"/>
                <a:cs typeface="Consolas"/>
              </a:rPr>
              <a:t>class="sr</a:t>
            </a:r>
            <a:r>
              <a:rPr sz="1050" dirty="0">
                <a:latin typeface="Consolas"/>
                <a:cs typeface="Consolas"/>
              </a:rPr>
              <a:t>-</a:t>
            </a:r>
            <a:endParaRPr sz="1050">
              <a:latin typeface="Consolas"/>
              <a:cs typeface="Consolas"/>
            </a:endParaRPr>
          </a:p>
        </p:txBody>
      </p:sp>
      <p:sp>
        <p:nvSpPr>
          <p:cNvPr id="6" name="object 6"/>
          <p:cNvSpPr txBox="1"/>
          <p:nvPr/>
        </p:nvSpPr>
        <p:spPr>
          <a:xfrm>
            <a:off x="907796" y="1335785"/>
            <a:ext cx="5735955" cy="279781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only"&gt;Gender&lt;/label&gt;</a:t>
            </a:r>
            <a:endParaRPr sz="1050">
              <a:latin typeface="Consolas"/>
              <a:cs typeface="Consolas"/>
            </a:endParaRPr>
          </a:p>
          <a:p>
            <a:pPr marL="12700" marR="8890" indent="4110990">
              <a:lnSpc>
                <a:spcPct val="107600"/>
              </a:lnSpc>
              <a:spcBef>
                <a:spcPts val="730"/>
              </a:spcBef>
              <a:tabLst>
                <a:tab pos="4857115" algn="l"/>
              </a:tabLst>
            </a:pPr>
            <a:r>
              <a:rPr sz="1050" spc="-20" dirty="0">
                <a:latin typeface="Consolas"/>
                <a:cs typeface="Consolas"/>
              </a:rPr>
              <a:t>&lt;selec</a:t>
            </a:r>
            <a:r>
              <a:rPr sz="1050" dirty="0">
                <a:latin typeface="Consolas"/>
                <a:cs typeface="Consolas"/>
              </a:rPr>
              <a:t>t	</a:t>
            </a:r>
            <a:r>
              <a:rPr sz="1050" spc="-20" dirty="0">
                <a:latin typeface="Consolas"/>
                <a:cs typeface="Consolas"/>
              </a:rPr>
              <a:t>class="form</a:t>
            </a:r>
            <a:r>
              <a:rPr sz="1050" dirty="0">
                <a:latin typeface="Consolas"/>
                <a:cs typeface="Consolas"/>
              </a:rPr>
              <a:t>-  </a:t>
            </a:r>
            <a:r>
              <a:rPr sz="1050" spc="-5" dirty="0">
                <a:latin typeface="Consolas"/>
                <a:cs typeface="Consolas"/>
              </a:rPr>
              <a:t>control</a:t>
            </a:r>
            <a:r>
              <a:rPr sz="1050" spc="-65" dirty="0">
                <a:latin typeface="Consolas"/>
                <a:cs typeface="Consolas"/>
              </a:rPr>
              <a:t> </a:t>
            </a:r>
            <a:r>
              <a:rPr sz="1050" spc="-10" dirty="0">
                <a:latin typeface="Consolas"/>
                <a:cs typeface="Consolas"/>
              </a:rPr>
              <a:t>input-lg"</a:t>
            </a:r>
            <a:r>
              <a:rPr sz="1050" spc="-65" dirty="0">
                <a:latin typeface="Consolas"/>
                <a:cs typeface="Consolas"/>
              </a:rPr>
              <a:t> </a:t>
            </a:r>
            <a:r>
              <a:rPr sz="1050" spc="-5" dirty="0">
                <a:latin typeface="Consolas"/>
                <a:cs typeface="Consolas"/>
              </a:rPr>
              <a:t>id="gender"</a:t>
            </a:r>
            <a:r>
              <a:rPr sz="1050" spc="-55" dirty="0">
                <a:latin typeface="Consolas"/>
                <a:cs typeface="Consolas"/>
              </a:rPr>
              <a:t> </a:t>
            </a:r>
            <a:r>
              <a:rPr sz="1050" spc="-5" dirty="0">
                <a:latin typeface="Consolas"/>
                <a:cs typeface="Consolas"/>
              </a:rPr>
              <a:t>name="gender"</a:t>
            </a:r>
            <a:r>
              <a:rPr sz="1050" spc="-65" dirty="0">
                <a:latin typeface="Consolas"/>
                <a:cs typeface="Consolas"/>
              </a:rPr>
              <a:t> </a:t>
            </a:r>
            <a:r>
              <a:rPr sz="1050" spc="-20" dirty="0">
                <a:latin typeface="Consolas"/>
                <a:cs typeface="Consolas"/>
              </a:rPr>
              <a:t>value="{{old('phone')}}"&gt;</a:t>
            </a:r>
            <a:endParaRPr sz="1050">
              <a:latin typeface="Consolas"/>
              <a:cs typeface="Consolas"/>
            </a:endParaRPr>
          </a:p>
          <a:p>
            <a:pPr>
              <a:lnSpc>
                <a:spcPct val="100000"/>
              </a:lnSpc>
              <a:spcBef>
                <a:spcPts val="35"/>
              </a:spcBef>
            </a:pPr>
            <a:endParaRPr sz="800">
              <a:latin typeface="Consolas"/>
              <a:cs typeface="Consolas"/>
            </a:endParaRPr>
          </a:p>
          <a:p>
            <a:pPr marL="3231515">
              <a:lnSpc>
                <a:spcPct val="100000"/>
              </a:lnSpc>
              <a:tabLst>
                <a:tab pos="3896360" algn="l"/>
                <a:tab pos="5441950" algn="l"/>
              </a:tabLst>
            </a:pPr>
            <a:r>
              <a:rPr sz="1050" spc="-20" dirty="0">
                <a:latin typeface="Consolas"/>
                <a:cs typeface="Consolas"/>
              </a:rPr>
              <a:t>&lt;optio</a:t>
            </a:r>
            <a:r>
              <a:rPr sz="1050" dirty="0">
                <a:latin typeface="Consolas"/>
                <a:cs typeface="Consolas"/>
              </a:rPr>
              <a:t>n	</a:t>
            </a:r>
            <a:r>
              <a:rPr sz="1050" spc="-20" dirty="0">
                <a:latin typeface="Consolas"/>
                <a:cs typeface="Consolas"/>
              </a:rPr>
              <a:t>value=""&gt;---</a:t>
            </a:r>
            <a:r>
              <a:rPr sz="1050" spc="-15" dirty="0">
                <a:latin typeface="Consolas"/>
                <a:cs typeface="Consolas"/>
              </a:rPr>
              <a:t>-</a:t>
            </a:r>
            <a:r>
              <a:rPr sz="1050" spc="-20" dirty="0">
                <a:latin typeface="Consolas"/>
                <a:cs typeface="Consolas"/>
              </a:rPr>
              <a:t>Sele</a:t>
            </a:r>
            <a:r>
              <a:rPr sz="1050" spc="-10" dirty="0">
                <a:latin typeface="Consolas"/>
                <a:cs typeface="Consolas"/>
              </a:rPr>
              <a:t>c</a:t>
            </a:r>
            <a:r>
              <a:rPr sz="1050" dirty="0">
                <a:latin typeface="Consolas"/>
                <a:cs typeface="Consolas"/>
              </a:rPr>
              <a:t>t	</a:t>
            </a:r>
            <a:r>
              <a:rPr sz="1050" spc="-30" dirty="0">
                <a:latin typeface="Consolas"/>
                <a:cs typeface="Consolas"/>
              </a:rPr>
              <a:t>your</a:t>
            </a:r>
            <a:endParaRPr sz="1050">
              <a:latin typeface="Consolas"/>
              <a:cs typeface="Consolas"/>
            </a:endParaRPr>
          </a:p>
          <a:p>
            <a:pPr marL="12700">
              <a:lnSpc>
                <a:spcPct val="100000"/>
              </a:lnSpc>
              <a:spcBef>
                <a:spcPts val="100"/>
              </a:spcBef>
            </a:pPr>
            <a:r>
              <a:rPr sz="1050" spc="-15" dirty="0">
                <a:latin typeface="Consolas"/>
                <a:cs typeface="Consolas"/>
              </a:rPr>
              <a:t>Gender----&lt;/option&gt;</a:t>
            </a:r>
            <a:endParaRPr sz="1050">
              <a:latin typeface="Consolas"/>
              <a:cs typeface="Consolas"/>
            </a:endParaRPr>
          </a:p>
          <a:p>
            <a:pPr marL="3231515">
              <a:lnSpc>
                <a:spcPct val="100000"/>
              </a:lnSpc>
              <a:spcBef>
                <a:spcPts val="900"/>
              </a:spcBef>
            </a:pPr>
            <a:r>
              <a:rPr sz="1050" spc="-5" dirty="0">
                <a:latin typeface="Consolas"/>
                <a:cs typeface="Consolas"/>
              </a:rPr>
              <a:t>&lt;option</a:t>
            </a:r>
            <a:r>
              <a:rPr sz="1050" spc="-35" dirty="0">
                <a:latin typeface="Consolas"/>
                <a:cs typeface="Consolas"/>
              </a:rPr>
              <a:t> </a:t>
            </a:r>
            <a:r>
              <a:rPr sz="1050" spc="-20" dirty="0">
                <a:latin typeface="Consolas"/>
                <a:cs typeface="Consolas"/>
              </a:rPr>
              <a:t>value="male"&gt;Male&lt;/option&gt;</a:t>
            </a:r>
            <a:endParaRPr sz="1050">
              <a:latin typeface="Consolas"/>
              <a:cs typeface="Consolas"/>
            </a:endParaRPr>
          </a:p>
          <a:p>
            <a:pPr marL="3231515">
              <a:lnSpc>
                <a:spcPct val="100000"/>
              </a:lnSpc>
              <a:spcBef>
                <a:spcPts val="900"/>
              </a:spcBef>
            </a:pPr>
            <a:r>
              <a:rPr sz="1050" spc="-20" dirty="0">
                <a:latin typeface="Consolas"/>
                <a:cs typeface="Consolas"/>
              </a:rPr>
              <a:t>&lt;option</a:t>
            </a:r>
            <a:endParaRPr sz="1050">
              <a:latin typeface="Consolas"/>
              <a:cs typeface="Consolas"/>
            </a:endParaRPr>
          </a:p>
          <a:p>
            <a:pPr marL="12700">
              <a:lnSpc>
                <a:spcPct val="100000"/>
              </a:lnSpc>
              <a:spcBef>
                <a:spcPts val="110"/>
              </a:spcBef>
            </a:pPr>
            <a:r>
              <a:rPr sz="1050" spc="-20" dirty="0">
                <a:latin typeface="Consolas"/>
                <a:cs typeface="Consolas"/>
              </a:rPr>
              <a:t>value="female"&gt;Female&lt;/option&gt;</a:t>
            </a:r>
            <a:endParaRPr sz="1050">
              <a:latin typeface="Consolas"/>
              <a:cs typeface="Consolas"/>
            </a:endParaRPr>
          </a:p>
          <a:p>
            <a:pPr marL="3231515">
              <a:lnSpc>
                <a:spcPct val="100000"/>
              </a:lnSpc>
              <a:spcBef>
                <a:spcPts val="900"/>
              </a:spcBef>
            </a:pPr>
            <a:r>
              <a:rPr sz="1050" spc="-20" dirty="0">
                <a:latin typeface="Consolas"/>
                <a:cs typeface="Consolas"/>
              </a:rPr>
              <a:t>&lt;option</a:t>
            </a:r>
            <a:endParaRPr sz="1050">
              <a:latin typeface="Consolas"/>
              <a:cs typeface="Consolas"/>
            </a:endParaRPr>
          </a:p>
          <a:p>
            <a:pPr marL="12700">
              <a:lnSpc>
                <a:spcPct val="100000"/>
              </a:lnSpc>
              <a:spcBef>
                <a:spcPts val="95"/>
              </a:spcBef>
            </a:pPr>
            <a:r>
              <a:rPr sz="1050" spc="-20" dirty="0">
                <a:latin typeface="Consolas"/>
                <a:cs typeface="Consolas"/>
              </a:rPr>
              <a:t>value="other"&gt;Other&lt;/option&gt;</a:t>
            </a:r>
            <a:endParaRPr sz="1050">
              <a:latin typeface="Consolas"/>
              <a:cs typeface="Consolas"/>
            </a:endParaRPr>
          </a:p>
          <a:p>
            <a:pPr>
              <a:lnSpc>
                <a:spcPct val="100000"/>
              </a:lnSpc>
              <a:spcBef>
                <a:spcPts val="20"/>
              </a:spcBef>
            </a:pPr>
            <a:endParaRPr sz="750">
              <a:latin typeface="Consolas"/>
              <a:cs typeface="Consolas"/>
            </a:endParaRPr>
          </a:p>
          <a:p>
            <a:pPr marL="800100" algn="ctr">
              <a:lnSpc>
                <a:spcPct val="100000"/>
              </a:lnSpc>
            </a:pPr>
            <a:r>
              <a:rPr sz="1050" spc="-20" dirty="0">
                <a:latin typeface="Consolas"/>
                <a:cs typeface="Consolas"/>
              </a:rPr>
              <a:t>&lt;/select&gt;</a:t>
            </a:r>
            <a:endParaRPr sz="1050">
              <a:latin typeface="Consolas"/>
              <a:cs typeface="Consolas"/>
            </a:endParaRPr>
          </a:p>
          <a:p>
            <a:pPr>
              <a:lnSpc>
                <a:spcPct val="100000"/>
              </a:lnSpc>
              <a:spcBef>
                <a:spcPts val="20"/>
              </a:spcBef>
            </a:pPr>
            <a:endParaRPr sz="750">
              <a:latin typeface="Consolas"/>
              <a:cs typeface="Consolas"/>
            </a:endParaRPr>
          </a:p>
          <a:p>
            <a:pPr marL="3666490">
              <a:lnSpc>
                <a:spcPct val="100000"/>
              </a:lnSpc>
              <a:spcBef>
                <a:spcPts val="5"/>
              </a:spcBef>
            </a:pPr>
            <a:r>
              <a:rPr sz="1050" spc="-20" dirty="0">
                <a:latin typeface="Consolas"/>
                <a:cs typeface="Consolas"/>
              </a:rPr>
              <a:t>&lt;/div&gt;</a:t>
            </a:r>
            <a:endParaRPr sz="1050">
              <a:latin typeface="Consolas"/>
              <a:cs typeface="Consolas"/>
            </a:endParaRPr>
          </a:p>
        </p:txBody>
      </p:sp>
      <p:sp>
        <p:nvSpPr>
          <p:cNvPr id="7" name="object 7"/>
          <p:cNvSpPr txBox="1"/>
          <p:nvPr/>
        </p:nvSpPr>
        <p:spPr>
          <a:xfrm>
            <a:off x="907796" y="4667504"/>
            <a:ext cx="2332990" cy="186690"/>
          </a:xfrm>
          <a:prstGeom prst="rect">
            <a:avLst/>
          </a:prstGeom>
        </p:spPr>
        <p:txBody>
          <a:bodyPr vert="horz" wrap="square" lIns="0" tIns="13335" rIns="0" bIns="0" rtlCol="0">
            <a:spAutoFit/>
          </a:bodyPr>
          <a:lstStyle/>
          <a:p>
            <a:pPr marL="12700">
              <a:lnSpc>
                <a:spcPct val="100000"/>
              </a:lnSpc>
              <a:spcBef>
                <a:spcPts val="105"/>
              </a:spcBef>
            </a:pPr>
            <a:r>
              <a:rPr sz="1050" spc="-5" dirty="0">
                <a:latin typeface="Consolas"/>
                <a:cs typeface="Consolas"/>
              </a:rPr>
              <a:t>only"&gt;Enter</a:t>
            </a:r>
            <a:r>
              <a:rPr sz="1050" spc="-40" dirty="0">
                <a:latin typeface="Consolas"/>
                <a:cs typeface="Consolas"/>
              </a:rPr>
              <a:t> </a:t>
            </a:r>
            <a:r>
              <a:rPr sz="1050" spc="-10" dirty="0">
                <a:latin typeface="Consolas"/>
                <a:cs typeface="Consolas"/>
              </a:rPr>
              <a:t>your</a:t>
            </a:r>
            <a:r>
              <a:rPr sz="1050" spc="-45" dirty="0">
                <a:latin typeface="Consolas"/>
                <a:cs typeface="Consolas"/>
              </a:rPr>
              <a:t> </a:t>
            </a:r>
            <a:r>
              <a:rPr sz="1050" spc="-20" dirty="0">
                <a:latin typeface="Consolas"/>
                <a:cs typeface="Consolas"/>
              </a:rPr>
              <a:t>Address&lt;/label&gt;</a:t>
            </a:r>
            <a:endParaRPr sz="1050">
              <a:latin typeface="Consolas"/>
              <a:cs typeface="Consolas"/>
            </a:endParaRPr>
          </a:p>
        </p:txBody>
      </p:sp>
      <p:sp>
        <p:nvSpPr>
          <p:cNvPr id="8" name="object 8"/>
          <p:cNvSpPr txBox="1"/>
          <p:nvPr/>
        </p:nvSpPr>
        <p:spPr>
          <a:xfrm>
            <a:off x="907796" y="5104003"/>
            <a:ext cx="2133600" cy="186690"/>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class="form-control</a:t>
            </a:r>
            <a:r>
              <a:rPr sz="1050" spc="150" dirty="0">
                <a:latin typeface="Consolas"/>
                <a:cs typeface="Consolas"/>
              </a:rPr>
              <a:t> </a:t>
            </a:r>
            <a:r>
              <a:rPr sz="1050" spc="-20" dirty="0">
                <a:latin typeface="Consolas"/>
                <a:cs typeface="Consolas"/>
              </a:rPr>
              <a:t>input-lg"</a:t>
            </a:r>
            <a:endParaRPr sz="1050">
              <a:latin typeface="Consolas"/>
              <a:cs typeface="Consolas"/>
            </a:endParaRPr>
          </a:p>
        </p:txBody>
      </p:sp>
      <p:sp>
        <p:nvSpPr>
          <p:cNvPr id="9" name="object 9"/>
          <p:cNvSpPr txBox="1"/>
          <p:nvPr/>
        </p:nvSpPr>
        <p:spPr>
          <a:xfrm>
            <a:off x="3227577" y="4220972"/>
            <a:ext cx="3416935" cy="1062355"/>
          </a:xfrm>
          <a:prstGeom prst="rect">
            <a:avLst/>
          </a:prstGeom>
        </p:spPr>
        <p:txBody>
          <a:bodyPr vert="horz" wrap="square" lIns="0" tIns="13335" rIns="0" bIns="0" rtlCol="0">
            <a:spAutoFit/>
          </a:bodyPr>
          <a:lstStyle/>
          <a:p>
            <a:pPr marL="325120">
              <a:lnSpc>
                <a:spcPct val="100000"/>
              </a:lnSpc>
              <a:spcBef>
                <a:spcPts val="105"/>
              </a:spcBef>
            </a:pPr>
            <a:r>
              <a:rPr sz="1050" spc="-5" dirty="0">
                <a:latin typeface="Consolas"/>
                <a:cs typeface="Consolas"/>
              </a:rPr>
              <a:t>&lt;div</a:t>
            </a:r>
            <a:r>
              <a:rPr sz="1050" spc="-20" dirty="0">
                <a:latin typeface="Consolas"/>
                <a:cs typeface="Consolas"/>
              </a:rPr>
              <a:t> </a:t>
            </a:r>
            <a:r>
              <a:rPr sz="1050" spc="-15" dirty="0">
                <a:latin typeface="Consolas"/>
                <a:cs typeface="Consolas"/>
              </a:rPr>
              <a:t>class="col-md-12</a:t>
            </a:r>
            <a:r>
              <a:rPr sz="1050" spc="-5" dirty="0">
                <a:latin typeface="Consolas"/>
                <a:cs typeface="Consolas"/>
              </a:rPr>
              <a:t> md-</a:t>
            </a:r>
            <a:r>
              <a:rPr sz="1050" spc="-15" dirty="0">
                <a:latin typeface="Consolas"/>
                <a:cs typeface="Consolas"/>
              </a:rPr>
              <a:t> </a:t>
            </a:r>
            <a:r>
              <a:rPr sz="1050" spc="-20" dirty="0">
                <a:latin typeface="Consolas"/>
                <a:cs typeface="Consolas"/>
              </a:rPr>
              <a:t>form-group"&gt;</a:t>
            </a:r>
            <a:endParaRPr sz="1050">
              <a:latin typeface="Consolas"/>
              <a:cs typeface="Consolas"/>
            </a:endParaRPr>
          </a:p>
          <a:p>
            <a:pPr>
              <a:lnSpc>
                <a:spcPct val="100000"/>
              </a:lnSpc>
              <a:spcBef>
                <a:spcPts val="20"/>
              </a:spcBef>
            </a:pPr>
            <a:endParaRPr sz="750">
              <a:latin typeface="Consolas"/>
              <a:cs typeface="Consolas"/>
            </a:endParaRPr>
          </a:p>
          <a:p>
            <a:pPr marL="1804035">
              <a:lnSpc>
                <a:spcPct val="100000"/>
              </a:lnSpc>
              <a:tabLst>
                <a:tab pos="2684780" algn="l"/>
              </a:tabLst>
            </a:pPr>
            <a:r>
              <a:rPr sz="1050" spc="-20" dirty="0">
                <a:latin typeface="Consolas"/>
                <a:cs typeface="Consolas"/>
              </a:rPr>
              <a:t>&lt;labe</a:t>
            </a:r>
            <a:r>
              <a:rPr sz="1050" dirty="0">
                <a:latin typeface="Consolas"/>
                <a:cs typeface="Consolas"/>
              </a:rPr>
              <a:t>l	</a:t>
            </a:r>
            <a:r>
              <a:rPr sz="1050" spc="-20" dirty="0">
                <a:latin typeface="Consolas"/>
                <a:cs typeface="Consolas"/>
              </a:rPr>
              <a:t>class="sr</a:t>
            </a:r>
            <a:r>
              <a:rPr sz="1050" dirty="0">
                <a:latin typeface="Consolas"/>
                <a:cs typeface="Consolas"/>
              </a:rPr>
              <a:t>-</a:t>
            </a:r>
            <a:endParaRPr sz="1050">
              <a:latin typeface="Consolas"/>
              <a:cs typeface="Consolas"/>
            </a:endParaRPr>
          </a:p>
          <a:p>
            <a:pPr>
              <a:lnSpc>
                <a:spcPct val="100000"/>
              </a:lnSpc>
            </a:pPr>
            <a:endParaRPr sz="1000">
              <a:latin typeface="Consolas"/>
              <a:cs typeface="Consolas"/>
            </a:endParaRPr>
          </a:p>
          <a:p>
            <a:pPr marL="12700" marR="56515" indent="1790700">
              <a:lnSpc>
                <a:spcPct val="108600"/>
              </a:lnSpc>
              <a:spcBef>
                <a:spcPts val="830"/>
              </a:spcBef>
            </a:pPr>
            <a:r>
              <a:rPr sz="1050" spc="-20" dirty="0">
                <a:latin typeface="Consolas"/>
                <a:cs typeface="Consolas"/>
              </a:rPr>
              <a:t>&lt;textarea </a:t>
            </a:r>
            <a:r>
              <a:rPr sz="1050" spc="-15" dirty="0">
                <a:latin typeface="Consolas"/>
                <a:cs typeface="Consolas"/>
              </a:rPr>
              <a:t> </a:t>
            </a:r>
            <a:r>
              <a:rPr sz="1050" spc="-5" dirty="0">
                <a:latin typeface="Consolas"/>
                <a:cs typeface="Consolas"/>
              </a:rPr>
              <a:t>id="address"</a:t>
            </a:r>
            <a:r>
              <a:rPr sz="1050" spc="5" dirty="0">
                <a:latin typeface="Consolas"/>
                <a:cs typeface="Consolas"/>
              </a:rPr>
              <a:t> </a:t>
            </a:r>
            <a:r>
              <a:rPr sz="1050" spc="-5" dirty="0">
                <a:latin typeface="Consolas"/>
                <a:cs typeface="Consolas"/>
              </a:rPr>
              <a:t>name="address"</a:t>
            </a:r>
            <a:r>
              <a:rPr sz="1050" spc="30" dirty="0">
                <a:latin typeface="Consolas"/>
                <a:cs typeface="Consolas"/>
              </a:rPr>
              <a:t> </a:t>
            </a:r>
            <a:r>
              <a:rPr sz="1050" spc="-20" dirty="0">
                <a:latin typeface="Consolas"/>
                <a:cs typeface="Consolas"/>
              </a:rPr>
              <a:t>placeholder="Enter</a:t>
            </a:r>
            <a:endParaRPr sz="1050">
              <a:latin typeface="Consolas"/>
              <a:cs typeface="Consolas"/>
            </a:endParaRPr>
          </a:p>
        </p:txBody>
      </p:sp>
      <p:sp>
        <p:nvSpPr>
          <p:cNvPr id="10" name="object 10"/>
          <p:cNvSpPr txBox="1"/>
          <p:nvPr/>
        </p:nvSpPr>
        <p:spPr>
          <a:xfrm>
            <a:off x="907796" y="5276469"/>
            <a:ext cx="5722620" cy="907415"/>
          </a:xfrm>
          <a:prstGeom prst="rect">
            <a:avLst/>
          </a:prstGeom>
        </p:spPr>
        <p:txBody>
          <a:bodyPr vert="horz" wrap="square" lIns="0" tIns="13335" rIns="0" bIns="0" rtlCol="0">
            <a:spAutoFit/>
          </a:bodyPr>
          <a:lstStyle/>
          <a:p>
            <a:pPr marL="12700">
              <a:lnSpc>
                <a:spcPct val="100000"/>
              </a:lnSpc>
              <a:spcBef>
                <a:spcPts val="105"/>
              </a:spcBef>
            </a:pPr>
            <a:r>
              <a:rPr sz="1050" spc="-5" dirty="0">
                <a:latin typeface="Consolas"/>
                <a:cs typeface="Consolas"/>
              </a:rPr>
              <a:t>your</a:t>
            </a:r>
            <a:r>
              <a:rPr sz="1050" spc="25" dirty="0">
                <a:latin typeface="Consolas"/>
                <a:cs typeface="Consolas"/>
              </a:rPr>
              <a:t> </a:t>
            </a:r>
            <a:r>
              <a:rPr sz="1050" spc="-20" dirty="0">
                <a:latin typeface="Consolas"/>
                <a:cs typeface="Consolas"/>
              </a:rPr>
              <a:t>Address"&gt;{{old('address')}}&lt;/textarea&gt;</a:t>
            </a:r>
            <a:endParaRPr sz="1050">
              <a:latin typeface="Consolas"/>
              <a:cs typeface="Consolas"/>
            </a:endParaRPr>
          </a:p>
          <a:p>
            <a:pPr>
              <a:lnSpc>
                <a:spcPct val="100000"/>
              </a:lnSpc>
              <a:spcBef>
                <a:spcPts val="20"/>
              </a:spcBef>
            </a:pPr>
            <a:endParaRPr sz="750">
              <a:latin typeface="Consolas"/>
              <a:cs typeface="Consolas"/>
            </a:endParaRPr>
          </a:p>
          <a:p>
            <a:pPr marL="3666490">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3666490">
              <a:lnSpc>
                <a:spcPct val="100000"/>
              </a:lnSpc>
              <a:spcBef>
                <a:spcPts val="5"/>
              </a:spcBef>
            </a:pPr>
            <a:r>
              <a:rPr sz="1050" spc="-5" dirty="0">
                <a:latin typeface="Consolas"/>
                <a:cs typeface="Consolas"/>
              </a:rPr>
              <a:t>&lt;div</a:t>
            </a:r>
            <a:r>
              <a:rPr sz="1050" spc="335" dirty="0">
                <a:latin typeface="Consolas"/>
                <a:cs typeface="Consolas"/>
              </a:rPr>
              <a:t> </a:t>
            </a:r>
            <a:r>
              <a:rPr sz="1050" spc="-15" dirty="0">
                <a:latin typeface="Consolas"/>
                <a:cs typeface="Consolas"/>
              </a:rPr>
              <a:t>class="col-md-12</a:t>
            </a:r>
            <a:r>
              <a:rPr sz="1050" spc="335" dirty="0">
                <a:latin typeface="Consolas"/>
                <a:cs typeface="Consolas"/>
              </a:rPr>
              <a:t> </a:t>
            </a:r>
            <a:r>
              <a:rPr sz="1050" spc="-15" dirty="0">
                <a:latin typeface="Consolas"/>
                <a:cs typeface="Consolas"/>
              </a:rPr>
              <a:t>form-</a:t>
            </a:r>
            <a:endParaRPr sz="1050">
              <a:latin typeface="Consolas"/>
              <a:cs typeface="Consolas"/>
            </a:endParaRPr>
          </a:p>
          <a:p>
            <a:pPr marL="12700">
              <a:lnSpc>
                <a:spcPct val="100000"/>
              </a:lnSpc>
              <a:spcBef>
                <a:spcPts val="95"/>
              </a:spcBef>
            </a:pPr>
            <a:r>
              <a:rPr sz="1050" spc="-20" dirty="0">
                <a:latin typeface="Consolas"/>
                <a:cs typeface="Consolas"/>
              </a:rPr>
              <a:t>group"&gt;</a:t>
            </a:r>
            <a:endParaRPr sz="1050">
              <a:latin typeface="Consolas"/>
              <a:cs typeface="Consolas"/>
            </a:endParaRPr>
          </a:p>
        </p:txBody>
      </p:sp>
      <p:sp>
        <p:nvSpPr>
          <p:cNvPr id="11" name="object 11"/>
          <p:cNvSpPr txBox="1"/>
          <p:nvPr/>
        </p:nvSpPr>
        <p:spPr>
          <a:xfrm>
            <a:off x="5018023" y="6270117"/>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&lt;label</a:t>
            </a:r>
            <a:endParaRPr sz="1050">
              <a:latin typeface="Consolas"/>
              <a:cs typeface="Consolas"/>
            </a:endParaRPr>
          </a:p>
        </p:txBody>
      </p:sp>
      <p:sp>
        <p:nvSpPr>
          <p:cNvPr id="12" name="object 12"/>
          <p:cNvSpPr txBox="1"/>
          <p:nvPr/>
        </p:nvSpPr>
        <p:spPr>
          <a:xfrm>
            <a:off x="5900165" y="6270117"/>
            <a:ext cx="74422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class="s</a:t>
            </a:r>
            <a:r>
              <a:rPr sz="1050" spc="-15" dirty="0">
                <a:latin typeface="Consolas"/>
                <a:cs typeface="Consolas"/>
              </a:rPr>
              <a:t>r</a:t>
            </a:r>
            <a:r>
              <a:rPr sz="1050" dirty="0">
                <a:latin typeface="Consolas"/>
                <a:cs typeface="Consolas"/>
              </a:rPr>
              <a:t>-</a:t>
            </a:r>
            <a:endParaRPr sz="1050">
              <a:latin typeface="Consolas"/>
              <a:cs typeface="Consolas"/>
            </a:endParaRPr>
          </a:p>
        </p:txBody>
      </p:sp>
      <p:sp>
        <p:nvSpPr>
          <p:cNvPr id="13" name="object 13"/>
          <p:cNvSpPr txBox="1"/>
          <p:nvPr/>
        </p:nvSpPr>
        <p:spPr>
          <a:xfrm>
            <a:off x="907796" y="6442024"/>
            <a:ext cx="1606550" cy="187325"/>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only"&gt;Password&lt;/label&gt;</a:t>
            </a:r>
            <a:endParaRPr sz="1050">
              <a:latin typeface="Consolas"/>
              <a:cs typeface="Consolas"/>
            </a:endParaRPr>
          </a:p>
        </p:txBody>
      </p:sp>
      <p:sp>
        <p:nvSpPr>
          <p:cNvPr id="14" name="object 14"/>
          <p:cNvSpPr txBox="1"/>
          <p:nvPr/>
        </p:nvSpPr>
        <p:spPr>
          <a:xfrm>
            <a:off x="2245867" y="6880352"/>
            <a:ext cx="1390650" cy="186690"/>
          </a:xfrm>
          <a:prstGeom prst="rect">
            <a:avLst/>
          </a:prstGeom>
        </p:spPr>
        <p:txBody>
          <a:bodyPr vert="horz" wrap="square" lIns="0" tIns="13335" rIns="0" bIns="0" rtlCol="0">
            <a:spAutoFit/>
          </a:bodyPr>
          <a:lstStyle/>
          <a:p>
            <a:pPr marL="12700">
              <a:lnSpc>
                <a:spcPct val="100000"/>
              </a:lnSpc>
              <a:spcBef>
                <a:spcPts val="105"/>
              </a:spcBef>
            </a:pPr>
            <a:r>
              <a:rPr sz="1050" spc="-15" dirty="0">
                <a:latin typeface="Consolas"/>
                <a:cs typeface="Consolas"/>
              </a:rPr>
              <a:t>class="form-control</a:t>
            </a:r>
            <a:endParaRPr sz="1050">
              <a:latin typeface="Consolas"/>
              <a:cs typeface="Consolas"/>
            </a:endParaRPr>
          </a:p>
        </p:txBody>
      </p:sp>
      <p:sp>
        <p:nvSpPr>
          <p:cNvPr id="15" name="object 15"/>
          <p:cNvSpPr txBox="1"/>
          <p:nvPr/>
        </p:nvSpPr>
        <p:spPr>
          <a:xfrm>
            <a:off x="3878326" y="6880352"/>
            <a:ext cx="66611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inpu</a:t>
            </a:r>
            <a:r>
              <a:rPr sz="1050" spc="-15" dirty="0">
                <a:latin typeface="Consolas"/>
                <a:cs typeface="Consolas"/>
              </a:rPr>
              <a:t>t</a:t>
            </a:r>
            <a:r>
              <a:rPr sz="1050" spc="-20" dirty="0">
                <a:latin typeface="Consolas"/>
                <a:cs typeface="Consolas"/>
              </a:rPr>
              <a:t>-</a:t>
            </a:r>
            <a:r>
              <a:rPr sz="1050" spc="-30" dirty="0">
                <a:latin typeface="Consolas"/>
                <a:cs typeface="Consolas"/>
              </a:rPr>
              <a:t>lg"</a:t>
            </a:r>
            <a:endParaRPr sz="1050">
              <a:latin typeface="Consolas"/>
              <a:cs typeface="Consolas"/>
            </a:endParaRPr>
          </a:p>
        </p:txBody>
      </p:sp>
      <p:sp>
        <p:nvSpPr>
          <p:cNvPr id="16" name="object 16"/>
          <p:cNvSpPr txBox="1"/>
          <p:nvPr/>
        </p:nvSpPr>
        <p:spPr>
          <a:xfrm>
            <a:off x="4779390" y="6693033"/>
            <a:ext cx="1863725" cy="374015"/>
          </a:xfrm>
          <a:prstGeom prst="rect">
            <a:avLst/>
          </a:prstGeom>
        </p:spPr>
        <p:txBody>
          <a:bodyPr vert="horz" wrap="square" lIns="0" tIns="26670" rIns="0" bIns="0" rtlCol="0">
            <a:spAutoFit/>
          </a:bodyPr>
          <a:lstStyle/>
          <a:p>
            <a:pPr marR="19685" algn="r">
              <a:lnSpc>
                <a:spcPct val="100000"/>
              </a:lnSpc>
              <a:spcBef>
                <a:spcPts val="210"/>
              </a:spcBef>
            </a:pPr>
            <a:r>
              <a:rPr sz="1050" spc="-5" dirty="0">
                <a:latin typeface="Consolas"/>
                <a:cs typeface="Consolas"/>
              </a:rPr>
              <a:t>&lt;input</a:t>
            </a:r>
            <a:r>
              <a:rPr sz="1050" spc="-125" dirty="0">
                <a:latin typeface="Consolas"/>
                <a:cs typeface="Consolas"/>
              </a:rPr>
              <a:t> </a:t>
            </a:r>
            <a:r>
              <a:rPr sz="1050" spc="-15" dirty="0">
                <a:latin typeface="Consolas"/>
                <a:cs typeface="Consolas"/>
              </a:rPr>
              <a:t>type="password"</a:t>
            </a:r>
            <a:endParaRPr sz="1050">
              <a:latin typeface="Consolas"/>
              <a:cs typeface="Consolas"/>
            </a:endParaRPr>
          </a:p>
          <a:p>
            <a:pPr marR="5080" algn="r">
              <a:lnSpc>
                <a:spcPct val="100000"/>
              </a:lnSpc>
              <a:spcBef>
                <a:spcPts val="110"/>
              </a:spcBef>
              <a:tabLst>
                <a:tab pos="1557655" algn="l"/>
              </a:tabLst>
            </a:pPr>
            <a:r>
              <a:rPr sz="1050" spc="-20" dirty="0">
                <a:latin typeface="Consolas"/>
                <a:cs typeface="Consolas"/>
              </a:rPr>
              <a:t>placeholder="Ente</a:t>
            </a:r>
            <a:r>
              <a:rPr sz="1050" dirty="0">
                <a:latin typeface="Consolas"/>
                <a:cs typeface="Consolas"/>
              </a:rPr>
              <a:t>r	</a:t>
            </a:r>
            <a:r>
              <a:rPr sz="1050" spc="-30" dirty="0">
                <a:latin typeface="Consolas"/>
                <a:cs typeface="Consolas"/>
              </a:rPr>
              <a:t>your</a:t>
            </a:r>
            <a:endParaRPr sz="1050">
              <a:latin typeface="Consolas"/>
              <a:cs typeface="Consolas"/>
            </a:endParaRPr>
          </a:p>
        </p:txBody>
      </p:sp>
      <p:sp>
        <p:nvSpPr>
          <p:cNvPr id="17" name="object 17"/>
          <p:cNvSpPr txBox="1"/>
          <p:nvPr/>
        </p:nvSpPr>
        <p:spPr>
          <a:xfrm>
            <a:off x="907796" y="6866026"/>
            <a:ext cx="1100455" cy="373380"/>
          </a:xfrm>
          <a:prstGeom prst="rect">
            <a:avLst/>
          </a:prstGeom>
        </p:spPr>
        <p:txBody>
          <a:bodyPr vert="horz" wrap="square" lIns="0" tIns="12065" rIns="0" bIns="0" rtlCol="0">
            <a:spAutoFit/>
          </a:bodyPr>
          <a:lstStyle/>
          <a:p>
            <a:pPr marL="12700" marR="5080">
              <a:lnSpc>
                <a:spcPct val="108600"/>
              </a:lnSpc>
              <a:spcBef>
                <a:spcPts val="95"/>
              </a:spcBef>
            </a:pPr>
            <a:r>
              <a:rPr sz="1050" spc="-20" dirty="0">
                <a:latin typeface="Consolas"/>
                <a:cs typeface="Consolas"/>
              </a:rPr>
              <a:t>name="password"  Password"&gt;</a:t>
            </a:r>
            <a:endParaRPr sz="1050">
              <a:latin typeface="Consolas"/>
              <a:cs typeface="Consolas"/>
            </a:endParaRPr>
          </a:p>
        </p:txBody>
      </p:sp>
      <p:sp>
        <p:nvSpPr>
          <p:cNvPr id="18" name="object 18"/>
          <p:cNvSpPr txBox="1"/>
          <p:nvPr/>
        </p:nvSpPr>
        <p:spPr>
          <a:xfrm>
            <a:off x="907796" y="7334504"/>
            <a:ext cx="5736590" cy="908050"/>
          </a:xfrm>
          <a:prstGeom prst="rect">
            <a:avLst/>
          </a:prstGeom>
        </p:spPr>
        <p:txBody>
          <a:bodyPr vert="horz" wrap="square" lIns="0" tIns="13335" rIns="0" bIns="0" rtlCol="0">
            <a:spAutoFit/>
          </a:bodyPr>
          <a:lstStyle/>
          <a:p>
            <a:pPr marL="2032635" algn="ctr">
              <a:lnSpc>
                <a:spcPct val="100000"/>
              </a:lnSpc>
              <a:spcBef>
                <a:spcPts val="105"/>
              </a:spcBef>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2047875" algn="ctr">
              <a:lnSpc>
                <a:spcPct val="100000"/>
              </a:lnSpc>
            </a:pPr>
            <a:r>
              <a:rPr sz="1050" spc="-5" dirty="0">
                <a:latin typeface="Consolas"/>
                <a:cs typeface="Consolas"/>
              </a:rPr>
              <a:t>&lt;div</a:t>
            </a:r>
            <a:r>
              <a:rPr sz="1050" spc="-10" dirty="0">
                <a:latin typeface="Consolas"/>
                <a:cs typeface="Consolas"/>
              </a:rPr>
              <a:t> </a:t>
            </a:r>
            <a:r>
              <a:rPr sz="1050" spc="-15" dirty="0">
                <a:latin typeface="Consolas"/>
                <a:cs typeface="Consolas"/>
              </a:rPr>
              <a:t>class="col-md-12</a:t>
            </a:r>
            <a:r>
              <a:rPr sz="1050" spc="20" dirty="0">
                <a:latin typeface="Consolas"/>
                <a:cs typeface="Consolas"/>
              </a:rPr>
              <a:t> </a:t>
            </a:r>
            <a:r>
              <a:rPr sz="1050" spc="-20" dirty="0">
                <a:latin typeface="Consolas"/>
                <a:cs typeface="Consolas"/>
              </a:rPr>
              <a:t>form-group"&gt;</a:t>
            </a:r>
            <a:endParaRPr sz="1050">
              <a:latin typeface="Consolas"/>
              <a:cs typeface="Consolas"/>
            </a:endParaRPr>
          </a:p>
          <a:p>
            <a:pPr>
              <a:lnSpc>
                <a:spcPct val="100000"/>
              </a:lnSpc>
              <a:spcBef>
                <a:spcPts val="20"/>
              </a:spcBef>
            </a:pPr>
            <a:endParaRPr sz="750">
              <a:latin typeface="Consolas"/>
              <a:cs typeface="Consolas"/>
            </a:endParaRPr>
          </a:p>
          <a:p>
            <a:pPr marL="4123690">
              <a:lnSpc>
                <a:spcPct val="100000"/>
              </a:lnSpc>
              <a:spcBef>
                <a:spcPts val="5"/>
              </a:spcBef>
              <a:tabLst>
                <a:tab pos="5004435" algn="l"/>
              </a:tabLst>
            </a:pPr>
            <a:r>
              <a:rPr sz="1050" spc="-20" dirty="0">
                <a:latin typeface="Consolas"/>
                <a:cs typeface="Consolas"/>
              </a:rPr>
              <a:t>&lt;labe</a:t>
            </a:r>
            <a:r>
              <a:rPr sz="1050" dirty="0">
                <a:latin typeface="Consolas"/>
                <a:cs typeface="Consolas"/>
              </a:rPr>
              <a:t>l	</a:t>
            </a:r>
            <a:r>
              <a:rPr sz="1050" spc="-20" dirty="0">
                <a:latin typeface="Consolas"/>
                <a:cs typeface="Consolas"/>
              </a:rPr>
              <a:t>class="sr</a:t>
            </a:r>
            <a:r>
              <a:rPr sz="1050" dirty="0">
                <a:latin typeface="Consolas"/>
                <a:cs typeface="Consolas"/>
              </a:rPr>
              <a:t>-</a:t>
            </a:r>
            <a:endParaRPr sz="1050">
              <a:latin typeface="Consolas"/>
              <a:cs typeface="Consolas"/>
            </a:endParaRPr>
          </a:p>
          <a:p>
            <a:pPr marL="12700">
              <a:lnSpc>
                <a:spcPct val="100000"/>
              </a:lnSpc>
              <a:spcBef>
                <a:spcPts val="95"/>
              </a:spcBef>
            </a:pPr>
            <a:r>
              <a:rPr sz="1050" spc="-5" dirty="0">
                <a:latin typeface="Consolas"/>
                <a:cs typeface="Consolas"/>
              </a:rPr>
              <a:t>only"&gt;Confrim</a:t>
            </a:r>
            <a:r>
              <a:rPr sz="1050" spc="-60" dirty="0">
                <a:latin typeface="Consolas"/>
                <a:cs typeface="Consolas"/>
              </a:rPr>
              <a:t> </a:t>
            </a:r>
            <a:r>
              <a:rPr sz="1050" spc="-20" dirty="0">
                <a:latin typeface="Consolas"/>
                <a:cs typeface="Consolas"/>
              </a:rPr>
              <a:t>Password&lt;/label&gt;</a:t>
            </a:r>
            <a:endParaRPr sz="1050">
              <a:latin typeface="Consolas"/>
              <a:cs typeface="Consolas"/>
            </a:endParaRPr>
          </a:p>
        </p:txBody>
      </p:sp>
      <p:sp>
        <p:nvSpPr>
          <p:cNvPr id="19" name="object 19"/>
          <p:cNvSpPr txBox="1"/>
          <p:nvPr/>
        </p:nvSpPr>
        <p:spPr>
          <a:xfrm>
            <a:off x="3768978" y="8305317"/>
            <a:ext cx="2870835" cy="373380"/>
          </a:xfrm>
          <a:prstGeom prst="rect">
            <a:avLst/>
          </a:prstGeom>
        </p:spPr>
        <p:txBody>
          <a:bodyPr vert="horz" wrap="square" lIns="0" tIns="26034" rIns="0" bIns="0" rtlCol="0">
            <a:spAutoFit/>
          </a:bodyPr>
          <a:lstStyle/>
          <a:p>
            <a:pPr marR="14604" algn="r">
              <a:lnSpc>
                <a:spcPct val="100000"/>
              </a:lnSpc>
              <a:spcBef>
                <a:spcPts val="204"/>
              </a:spcBef>
            </a:pPr>
            <a:r>
              <a:rPr sz="1050" spc="-5" dirty="0">
                <a:latin typeface="Consolas"/>
                <a:cs typeface="Consolas"/>
              </a:rPr>
              <a:t>&lt;input</a:t>
            </a:r>
            <a:r>
              <a:rPr sz="1050" spc="-130" dirty="0">
                <a:latin typeface="Consolas"/>
                <a:cs typeface="Consolas"/>
              </a:rPr>
              <a:t> </a:t>
            </a:r>
            <a:r>
              <a:rPr sz="1050" spc="-15" dirty="0">
                <a:latin typeface="Consolas"/>
                <a:cs typeface="Consolas"/>
              </a:rPr>
              <a:t>type="password"</a:t>
            </a:r>
            <a:endParaRPr sz="1050">
              <a:latin typeface="Consolas"/>
              <a:cs typeface="Consolas"/>
            </a:endParaRPr>
          </a:p>
          <a:p>
            <a:pPr marR="5080" algn="r">
              <a:lnSpc>
                <a:spcPct val="100000"/>
              </a:lnSpc>
              <a:spcBef>
                <a:spcPts val="110"/>
              </a:spcBef>
              <a:tabLst>
                <a:tab pos="2203450" algn="l"/>
              </a:tabLst>
            </a:pPr>
            <a:r>
              <a:rPr sz="1050" spc="-20" dirty="0">
                <a:latin typeface="Consolas"/>
                <a:cs typeface="Consolas"/>
              </a:rPr>
              <a:t>class="form-contr</a:t>
            </a:r>
            <a:r>
              <a:rPr sz="1050" spc="-10" dirty="0">
                <a:latin typeface="Consolas"/>
                <a:cs typeface="Consolas"/>
              </a:rPr>
              <a:t>o</a:t>
            </a:r>
            <a:r>
              <a:rPr sz="1050" dirty="0">
                <a:latin typeface="Consolas"/>
                <a:cs typeface="Consolas"/>
              </a:rPr>
              <a:t>l	</a:t>
            </a:r>
            <a:r>
              <a:rPr sz="1050" spc="-20" dirty="0">
                <a:latin typeface="Consolas"/>
                <a:cs typeface="Consolas"/>
              </a:rPr>
              <a:t>input-</a:t>
            </a:r>
            <a:r>
              <a:rPr sz="1050" spc="-30" dirty="0">
                <a:latin typeface="Consolas"/>
                <a:cs typeface="Consolas"/>
              </a:rPr>
              <a:t>lg"</a:t>
            </a:r>
            <a:endParaRPr sz="1050">
              <a:latin typeface="Consolas"/>
              <a:cs typeface="Consolas"/>
            </a:endParaRPr>
          </a:p>
        </p:txBody>
      </p:sp>
      <p:sp>
        <p:nvSpPr>
          <p:cNvPr id="20" name="object 20"/>
          <p:cNvSpPr txBox="1"/>
          <p:nvPr/>
        </p:nvSpPr>
        <p:spPr>
          <a:xfrm>
            <a:off x="907796" y="8477529"/>
            <a:ext cx="2264410" cy="373380"/>
          </a:xfrm>
          <a:prstGeom prst="rect">
            <a:avLst/>
          </a:prstGeom>
        </p:spPr>
        <p:txBody>
          <a:bodyPr vert="horz" wrap="square" lIns="0" tIns="12065" rIns="0" bIns="0" rtlCol="0">
            <a:spAutoFit/>
          </a:bodyPr>
          <a:lstStyle/>
          <a:p>
            <a:pPr marL="12700" marR="5080">
              <a:lnSpc>
                <a:spcPct val="108600"/>
              </a:lnSpc>
              <a:spcBef>
                <a:spcPts val="95"/>
              </a:spcBef>
            </a:pPr>
            <a:r>
              <a:rPr sz="1050" spc="-20" dirty="0">
                <a:latin typeface="Consolas"/>
                <a:cs typeface="Consolas"/>
              </a:rPr>
              <a:t>name="password_confirmation" </a:t>
            </a:r>
            <a:r>
              <a:rPr sz="1050" spc="-15" dirty="0">
                <a:latin typeface="Consolas"/>
                <a:cs typeface="Consolas"/>
              </a:rPr>
              <a:t> </a:t>
            </a:r>
            <a:r>
              <a:rPr sz="1050" spc="-5" dirty="0">
                <a:latin typeface="Consolas"/>
                <a:cs typeface="Consolas"/>
              </a:rPr>
              <a:t>placeholder="Confirm</a:t>
            </a:r>
            <a:r>
              <a:rPr sz="1050" spc="-114" dirty="0">
                <a:latin typeface="Consolas"/>
                <a:cs typeface="Consolas"/>
              </a:rPr>
              <a:t> </a:t>
            </a:r>
            <a:r>
              <a:rPr sz="1050" spc="-20" dirty="0">
                <a:latin typeface="Consolas"/>
                <a:cs typeface="Consolas"/>
              </a:rPr>
              <a:t>Password"&gt;</a:t>
            </a:r>
            <a:endParaRPr sz="1050">
              <a:latin typeface="Consolas"/>
              <a:cs typeface="Consolas"/>
            </a:endParaRPr>
          </a:p>
        </p:txBody>
      </p:sp>
      <p:sp>
        <p:nvSpPr>
          <p:cNvPr id="21" name="object 21"/>
          <p:cNvSpPr txBox="1"/>
          <p:nvPr/>
        </p:nvSpPr>
        <p:spPr>
          <a:xfrm>
            <a:off x="4560823" y="8945626"/>
            <a:ext cx="455295"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&lt;/div&gt;</a:t>
            </a:r>
            <a:endParaRPr sz="1050">
              <a:latin typeface="Consolas"/>
              <a:cs typeface="Consolas"/>
            </a:endParaRPr>
          </a:p>
        </p:txBody>
      </p:sp>
      <p:sp>
        <p:nvSpPr>
          <p:cNvPr id="22" name="object 22"/>
          <p:cNvSpPr/>
          <p:nvPr/>
        </p:nvSpPr>
        <p:spPr>
          <a:xfrm>
            <a:off x="5844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23" name="object 23"/>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24" name="object 2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73</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4560823" y="888568"/>
            <a:ext cx="2068830" cy="187325"/>
          </a:xfrm>
          <a:prstGeom prst="rect">
            <a:avLst/>
          </a:prstGeom>
        </p:spPr>
        <p:txBody>
          <a:bodyPr vert="horz" wrap="square" lIns="0" tIns="13335" rIns="0" bIns="0" rtlCol="0">
            <a:spAutoFit/>
          </a:bodyPr>
          <a:lstStyle/>
          <a:p>
            <a:pPr marL="12700">
              <a:lnSpc>
                <a:spcPct val="100000"/>
              </a:lnSpc>
              <a:spcBef>
                <a:spcPts val="105"/>
              </a:spcBef>
            </a:pPr>
            <a:r>
              <a:rPr sz="1050" spc="-5" dirty="0">
                <a:latin typeface="Consolas"/>
                <a:cs typeface="Consolas"/>
              </a:rPr>
              <a:t>&lt;div</a:t>
            </a:r>
            <a:r>
              <a:rPr sz="1050" spc="335" dirty="0">
                <a:latin typeface="Consolas"/>
                <a:cs typeface="Consolas"/>
              </a:rPr>
              <a:t> </a:t>
            </a:r>
            <a:r>
              <a:rPr sz="1050" spc="-15" dirty="0">
                <a:latin typeface="Consolas"/>
                <a:cs typeface="Consolas"/>
              </a:rPr>
              <a:t>class="col-md-12</a:t>
            </a:r>
            <a:r>
              <a:rPr sz="1050" spc="340" dirty="0">
                <a:latin typeface="Consolas"/>
                <a:cs typeface="Consolas"/>
              </a:rPr>
              <a:t> </a:t>
            </a:r>
            <a:r>
              <a:rPr sz="1050" spc="-15" dirty="0">
                <a:latin typeface="Consolas"/>
                <a:cs typeface="Consolas"/>
              </a:rPr>
              <a:t>form-</a:t>
            </a:r>
            <a:endParaRPr sz="1050">
              <a:latin typeface="Consolas"/>
              <a:cs typeface="Consolas"/>
            </a:endParaRPr>
          </a:p>
        </p:txBody>
      </p:sp>
      <p:sp>
        <p:nvSpPr>
          <p:cNvPr id="6" name="object 6"/>
          <p:cNvSpPr txBox="1"/>
          <p:nvPr/>
        </p:nvSpPr>
        <p:spPr>
          <a:xfrm>
            <a:off x="907796" y="1061466"/>
            <a:ext cx="527050"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group"&gt;</a:t>
            </a:r>
            <a:endParaRPr sz="1050">
              <a:latin typeface="Consolas"/>
              <a:cs typeface="Consolas"/>
            </a:endParaRPr>
          </a:p>
        </p:txBody>
      </p:sp>
      <p:sp>
        <p:nvSpPr>
          <p:cNvPr id="7" name="object 7"/>
          <p:cNvSpPr txBox="1"/>
          <p:nvPr/>
        </p:nvSpPr>
        <p:spPr>
          <a:xfrm>
            <a:off x="5709665" y="1326642"/>
            <a:ext cx="956944" cy="18669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type="submit"</a:t>
            </a:r>
            <a:endParaRPr sz="1050">
              <a:latin typeface="Consolas"/>
              <a:cs typeface="Consolas"/>
            </a:endParaRPr>
          </a:p>
        </p:txBody>
      </p:sp>
      <p:sp>
        <p:nvSpPr>
          <p:cNvPr id="8" name="object 8"/>
          <p:cNvSpPr txBox="1"/>
          <p:nvPr/>
        </p:nvSpPr>
        <p:spPr>
          <a:xfrm>
            <a:off x="907796" y="1315364"/>
            <a:ext cx="4647565" cy="370205"/>
          </a:xfrm>
          <a:prstGeom prst="rect">
            <a:avLst/>
          </a:prstGeom>
        </p:spPr>
        <p:txBody>
          <a:bodyPr vert="horz" wrap="square" lIns="0" tIns="12700" rIns="0" bIns="0" rtlCol="0">
            <a:spAutoFit/>
          </a:bodyPr>
          <a:lstStyle/>
          <a:p>
            <a:pPr marL="12700" marR="5080" indent="4109085">
              <a:lnSpc>
                <a:spcPct val="107600"/>
              </a:lnSpc>
              <a:spcBef>
                <a:spcPts val="100"/>
              </a:spcBef>
            </a:pPr>
            <a:r>
              <a:rPr sz="1050" spc="-5" dirty="0">
                <a:latin typeface="Consolas"/>
                <a:cs typeface="Consolas"/>
              </a:rPr>
              <a:t>&lt;button  class="btn</a:t>
            </a:r>
            <a:r>
              <a:rPr sz="1050" spc="-35" dirty="0">
                <a:latin typeface="Consolas"/>
                <a:cs typeface="Consolas"/>
              </a:rPr>
              <a:t> </a:t>
            </a:r>
            <a:r>
              <a:rPr sz="1050" spc="-10" dirty="0">
                <a:latin typeface="Consolas"/>
                <a:cs typeface="Consolas"/>
              </a:rPr>
              <a:t>btn-block</a:t>
            </a:r>
            <a:r>
              <a:rPr sz="1050" spc="-50" dirty="0">
                <a:latin typeface="Consolas"/>
                <a:cs typeface="Consolas"/>
              </a:rPr>
              <a:t> </a:t>
            </a:r>
            <a:r>
              <a:rPr sz="1050" spc="-10" dirty="0">
                <a:latin typeface="Consolas"/>
                <a:cs typeface="Consolas"/>
              </a:rPr>
              <a:t>btn-round</a:t>
            </a:r>
            <a:r>
              <a:rPr sz="1050" spc="-35" dirty="0">
                <a:latin typeface="Consolas"/>
                <a:cs typeface="Consolas"/>
              </a:rPr>
              <a:t> </a:t>
            </a:r>
            <a:r>
              <a:rPr sz="1050" spc="-10" dirty="0">
                <a:latin typeface="Consolas"/>
                <a:cs typeface="Consolas"/>
              </a:rPr>
              <a:t>btn-base"&gt;Sign</a:t>
            </a:r>
            <a:r>
              <a:rPr sz="1050" spc="-35" dirty="0">
                <a:latin typeface="Consolas"/>
                <a:cs typeface="Consolas"/>
              </a:rPr>
              <a:t> </a:t>
            </a:r>
            <a:r>
              <a:rPr sz="1050" spc="-15" dirty="0">
                <a:latin typeface="Consolas"/>
                <a:cs typeface="Consolas"/>
              </a:rPr>
              <a:t>Up&lt;/button&gt;</a:t>
            </a:r>
            <a:endParaRPr sz="1050">
              <a:latin typeface="Consolas"/>
              <a:cs typeface="Consolas"/>
            </a:endParaRPr>
          </a:p>
        </p:txBody>
      </p:sp>
      <p:sp>
        <p:nvSpPr>
          <p:cNvPr id="9" name="object 9"/>
          <p:cNvSpPr txBox="1"/>
          <p:nvPr/>
        </p:nvSpPr>
        <p:spPr>
          <a:xfrm>
            <a:off x="4560189" y="1782318"/>
            <a:ext cx="2065020" cy="742950"/>
          </a:xfrm>
          <a:prstGeom prst="rect">
            <a:avLst/>
          </a:prstGeom>
        </p:spPr>
        <p:txBody>
          <a:bodyPr vert="horz" wrap="square" lIns="0" tIns="13335" rIns="0" bIns="0" rtlCol="0">
            <a:spAutoFit/>
          </a:bodyPr>
          <a:lstStyle/>
          <a:p>
            <a:pPr marL="12700">
              <a:lnSpc>
                <a:spcPct val="100000"/>
              </a:lnSpc>
              <a:spcBef>
                <a:spcPts val="105"/>
              </a:spcBef>
            </a:pPr>
            <a:r>
              <a:rPr sz="1050" spc="-20" dirty="0">
                <a:latin typeface="Consolas"/>
                <a:cs typeface="Consolas"/>
              </a:rPr>
              <a:t>&lt;/div&gt;</a:t>
            </a:r>
            <a:endParaRPr sz="1050">
              <a:latin typeface="Consolas"/>
              <a:cs typeface="Consolas"/>
            </a:endParaRPr>
          </a:p>
          <a:p>
            <a:pPr>
              <a:lnSpc>
                <a:spcPct val="100000"/>
              </a:lnSpc>
            </a:pPr>
            <a:endParaRPr sz="1000">
              <a:latin typeface="Consolas"/>
              <a:cs typeface="Consolas"/>
            </a:endParaRPr>
          </a:p>
          <a:p>
            <a:pPr>
              <a:lnSpc>
                <a:spcPct val="100000"/>
              </a:lnSpc>
            </a:pPr>
            <a:endParaRPr sz="1000">
              <a:latin typeface="Consolas"/>
              <a:cs typeface="Consolas"/>
            </a:endParaRPr>
          </a:p>
          <a:p>
            <a:pPr marL="12700">
              <a:lnSpc>
                <a:spcPct val="100000"/>
              </a:lnSpc>
              <a:spcBef>
                <a:spcPts val="780"/>
              </a:spcBef>
            </a:pPr>
            <a:r>
              <a:rPr sz="1050" spc="-5" dirty="0">
                <a:latin typeface="Consolas"/>
                <a:cs typeface="Consolas"/>
              </a:rPr>
              <a:t>&lt;div</a:t>
            </a:r>
            <a:r>
              <a:rPr sz="1050" spc="345" dirty="0">
                <a:latin typeface="Consolas"/>
                <a:cs typeface="Consolas"/>
              </a:rPr>
              <a:t> </a:t>
            </a:r>
            <a:r>
              <a:rPr sz="1050" spc="-15" dirty="0">
                <a:latin typeface="Consolas"/>
                <a:cs typeface="Consolas"/>
              </a:rPr>
              <a:t>class="col-sm-12</a:t>
            </a:r>
            <a:r>
              <a:rPr sz="1050" spc="345" dirty="0">
                <a:latin typeface="Consolas"/>
                <a:cs typeface="Consolas"/>
              </a:rPr>
              <a:t> </a:t>
            </a:r>
            <a:r>
              <a:rPr sz="1050" spc="-25" dirty="0">
                <a:latin typeface="Consolas"/>
                <a:cs typeface="Consolas"/>
              </a:rPr>
              <a:t>mt-30</a:t>
            </a:r>
            <a:endParaRPr sz="1050">
              <a:latin typeface="Consolas"/>
              <a:cs typeface="Consolas"/>
            </a:endParaRPr>
          </a:p>
        </p:txBody>
      </p:sp>
      <p:sp>
        <p:nvSpPr>
          <p:cNvPr id="10" name="object 10"/>
          <p:cNvSpPr txBox="1"/>
          <p:nvPr/>
        </p:nvSpPr>
        <p:spPr>
          <a:xfrm>
            <a:off x="901700" y="2510790"/>
            <a:ext cx="5763260" cy="5902325"/>
          </a:xfrm>
          <a:prstGeom prst="rect">
            <a:avLst/>
          </a:prstGeom>
        </p:spPr>
        <p:txBody>
          <a:bodyPr vert="horz" wrap="square" lIns="0" tIns="13335" rIns="0" bIns="0" rtlCol="0">
            <a:spAutoFit/>
          </a:bodyPr>
          <a:lstStyle/>
          <a:p>
            <a:pPr marL="18415">
              <a:lnSpc>
                <a:spcPct val="100000"/>
              </a:lnSpc>
              <a:spcBef>
                <a:spcPts val="105"/>
              </a:spcBef>
            </a:pPr>
            <a:r>
              <a:rPr sz="1050" spc="-20" dirty="0">
                <a:latin typeface="Consolas"/>
                <a:cs typeface="Consolas"/>
              </a:rPr>
              <a:t>text-center"&gt;</a:t>
            </a:r>
            <a:endParaRPr sz="1050">
              <a:latin typeface="Consolas"/>
              <a:cs typeface="Consolas"/>
            </a:endParaRPr>
          </a:p>
          <a:p>
            <a:pPr marL="18415" marR="5080" indent="4109085" algn="just">
              <a:lnSpc>
                <a:spcPct val="107700"/>
              </a:lnSpc>
              <a:spcBef>
                <a:spcPts val="740"/>
              </a:spcBef>
            </a:pPr>
            <a:r>
              <a:rPr sz="1050" spc="-5" dirty="0">
                <a:latin typeface="Consolas"/>
                <a:cs typeface="Consolas"/>
              </a:rPr>
              <a:t>&lt;p&gt;By</a:t>
            </a:r>
            <a:r>
              <a:rPr sz="1050" dirty="0">
                <a:latin typeface="Consolas"/>
                <a:cs typeface="Consolas"/>
              </a:rPr>
              <a:t> </a:t>
            </a:r>
            <a:r>
              <a:rPr sz="1050" spc="-10" dirty="0">
                <a:latin typeface="Consolas"/>
                <a:cs typeface="Consolas"/>
              </a:rPr>
              <a:t>creating</a:t>
            </a:r>
            <a:r>
              <a:rPr sz="1050" spc="-5" dirty="0">
                <a:latin typeface="Consolas"/>
                <a:cs typeface="Consolas"/>
              </a:rPr>
              <a:t> </a:t>
            </a:r>
            <a:r>
              <a:rPr sz="1050" spc="-45" dirty="0">
                <a:latin typeface="Consolas"/>
                <a:cs typeface="Consolas"/>
              </a:rPr>
              <a:t>an </a:t>
            </a:r>
            <a:r>
              <a:rPr sz="1050" spc="-40" dirty="0">
                <a:latin typeface="Consolas"/>
                <a:cs typeface="Consolas"/>
              </a:rPr>
              <a:t> </a:t>
            </a:r>
            <a:r>
              <a:rPr sz="1050" spc="-5" dirty="0">
                <a:latin typeface="Consolas"/>
                <a:cs typeface="Consolas"/>
              </a:rPr>
              <a:t>account, </a:t>
            </a:r>
            <a:r>
              <a:rPr sz="1050" dirty="0">
                <a:latin typeface="Consolas"/>
                <a:cs typeface="Consolas"/>
              </a:rPr>
              <a:t>you </a:t>
            </a:r>
            <a:r>
              <a:rPr sz="1050" spc="-10" dirty="0">
                <a:latin typeface="Consolas"/>
                <a:cs typeface="Consolas"/>
              </a:rPr>
              <a:t>agree </a:t>
            </a:r>
            <a:r>
              <a:rPr sz="1050" dirty="0">
                <a:latin typeface="Consolas"/>
                <a:cs typeface="Consolas"/>
              </a:rPr>
              <a:t>to our &lt;a </a:t>
            </a:r>
            <a:r>
              <a:rPr sz="1050" spc="-10" dirty="0">
                <a:latin typeface="Consolas"/>
                <a:cs typeface="Consolas"/>
              </a:rPr>
              <a:t>href="#"&gt;terms&lt;/a&gt; </a:t>
            </a:r>
            <a:r>
              <a:rPr sz="1050" dirty="0">
                <a:latin typeface="Consolas"/>
                <a:cs typeface="Consolas"/>
              </a:rPr>
              <a:t>and &lt;a </a:t>
            </a:r>
            <a:r>
              <a:rPr sz="1050" spc="-20" dirty="0">
                <a:latin typeface="Consolas"/>
                <a:cs typeface="Consolas"/>
              </a:rPr>
              <a:t>href="#"&gt;privacy </a:t>
            </a:r>
            <a:r>
              <a:rPr sz="1050" spc="-15" dirty="0">
                <a:latin typeface="Consolas"/>
                <a:cs typeface="Consolas"/>
              </a:rPr>
              <a:t> </a:t>
            </a:r>
            <a:r>
              <a:rPr sz="1050" spc="-20" dirty="0">
                <a:latin typeface="Consolas"/>
                <a:cs typeface="Consolas"/>
              </a:rPr>
              <a:t>policy&lt;/a&gt;.&lt;/p&gt;</a:t>
            </a:r>
            <a:endParaRPr sz="1050">
              <a:latin typeface="Consolas"/>
              <a:cs typeface="Consolas"/>
            </a:endParaRPr>
          </a:p>
          <a:p>
            <a:pPr>
              <a:lnSpc>
                <a:spcPct val="100000"/>
              </a:lnSpc>
              <a:spcBef>
                <a:spcPts val="35"/>
              </a:spcBef>
            </a:pPr>
            <a:endParaRPr sz="800">
              <a:latin typeface="Consolas"/>
              <a:cs typeface="Consolas"/>
            </a:endParaRPr>
          </a:p>
          <a:p>
            <a:pPr marL="4128135">
              <a:lnSpc>
                <a:spcPct val="100000"/>
              </a:lnSpc>
              <a:spcBef>
                <a:spcPts val="5"/>
              </a:spcBef>
              <a:tabLst>
                <a:tab pos="5083810" algn="l"/>
                <a:tab pos="5596255" algn="l"/>
              </a:tabLst>
            </a:pPr>
            <a:r>
              <a:rPr sz="1050" spc="-15" dirty="0">
                <a:latin typeface="Consolas"/>
                <a:cs typeface="Consolas"/>
              </a:rPr>
              <a:t>&lt;p&gt;Already	</a:t>
            </a:r>
            <a:r>
              <a:rPr sz="1050" spc="-20" dirty="0">
                <a:latin typeface="Consolas"/>
                <a:cs typeface="Consolas"/>
              </a:rPr>
              <a:t>have	</a:t>
            </a:r>
            <a:r>
              <a:rPr sz="1050" spc="-30" dirty="0">
                <a:latin typeface="Consolas"/>
                <a:cs typeface="Consolas"/>
              </a:rPr>
              <a:t>an</a:t>
            </a:r>
            <a:endParaRPr sz="1050">
              <a:latin typeface="Consolas"/>
              <a:cs typeface="Consolas"/>
            </a:endParaRPr>
          </a:p>
          <a:p>
            <a:pPr marL="18415">
              <a:lnSpc>
                <a:spcPct val="100000"/>
              </a:lnSpc>
              <a:spcBef>
                <a:spcPts val="105"/>
              </a:spcBef>
            </a:pPr>
            <a:r>
              <a:rPr sz="1050" spc="-5" dirty="0">
                <a:latin typeface="Consolas"/>
                <a:cs typeface="Consolas"/>
              </a:rPr>
              <a:t>account?</a:t>
            </a:r>
            <a:r>
              <a:rPr sz="1050" spc="-40" dirty="0">
                <a:latin typeface="Consolas"/>
                <a:cs typeface="Consolas"/>
              </a:rPr>
              <a:t> </a:t>
            </a:r>
            <a:r>
              <a:rPr sz="1050" dirty="0">
                <a:latin typeface="Consolas"/>
                <a:cs typeface="Consolas"/>
              </a:rPr>
              <a:t>&lt;a</a:t>
            </a:r>
            <a:r>
              <a:rPr sz="1050" spc="-45" dirty="0">
                <a:latin typeface="Consolas"/>
                <a:cs typeface="Consolas"/>
              </a:rPr>
              <a:t> </a:t>
            </a:r>
            <a:r>
              <a:rPr sz="1050" spc="-10" dirty="0">
                <a:latin typeface="Consolas"/>
                <a:cs typeface="Consolas"/>
              </a:rPr>
              <a:t>href="#"&gt;Sign</a:t>
            </a:r>
            <a:r>
              <a:rPr sz="1050" spc="-40" dirty="0">
                <a:latin typeface="Consolas"/>
                <a:cs typeface="Consolas"/>
              </a:rPr>
              <a:t> </a:t>
            </a:r>
            <a:r>
              <a:rPr sz="1050" spc="-20" dirty="0">
                <a:latin typeface="Consolas"/>
                <a:cs typeface="Consolas"/>
              </a:rPr>
              <a:t>in!&lt;/a&gt;&lt;/p&gt;</a:t>
            </a:r>
            <a:endParaRPr sz="1050">
              <a:latin typeface="Consolas"/>
              <a:cs typeface="Consolas"/>
            </a:endParaRPr>
          </a:p>
          <a:p>
            <a:pPr>
              <a:lnSpc>
                <a:spcPct val="100000"/>
              </a:lnSpc>
              <a:spcBef>
                <a:spcPts val="20"/>
              </a:spcBef>
            </a:pPr>
            <a:endParaRPr sz="750">
              <a:latin typeface="Consolas"/>
              <a:cs typeface="Consolas"/>
            </a:endParaRPr>
          </a:p>
          <a:p>
            <a:pPr marL="3670935">
              <a:lnSpc>
                <a:spcPct val="100000"/>
              </a:lnSpc>
              <a:spcBef>
                <a:spcPts val="5"/>
              </a:spcBef>
            </a:pPr>
            <a:r>
              <a:rPr sz="1050" spc="-20" dirty="0">
                <a:latin typeface="Consolas"/>
                <a:cs typeface="Consolas"/>
              </a:rPr>
              <a:t>&lt;/div&gt;</a:t>
            </a:r>
            <a:endParaRPr sz="1050">
              <a:latin typeface="Consolas"/>
              <a:cs typeface="Consolas"/>
            </a:endParaRPr>
          </a:p>
          <a:p>
            <a:pPr marL="1102995" algn="ctr">
              <a:lnSpc>
                <a:spcPct val="100000"/>
              </a:lnSpc>
              <a:spcBef>
                <a:spcPts val="900"/>
              </a:spcBef>
            </a:pPr>
            <a:r>
              <a:rPr sz="1050" spc="-20" dirty="0">
                <a:latin typeface="Consolas"/>
                <a:cs typeface="Consolas"/>
              </a:rPr>
              <a:t>&lt;/div&gt;</a:t>
            </a:r>
            <a:endParaRPr sz="1050">
              <a:latin typeface="Consolas"/>
              <a:cs typeface="Consolas"/>
            </a:endParaRPr>
          </a:p>
          <a:p>
            <a:pPr marL="260350" algn="ctr">
              <a:lnSpc>
                <a:spcPct val="100000"/>
              </a:lnSpc>
              <a:spcBef>
                <a:spcPts val="900"/>
              </a:spcBef>
            </a:pPr>
            <a:r>
              <a:rPr sz="1050" spc="-20" dirty="0">
                <a:latin typeface="Consolas"/>
                <a:cs typeface="Consolas"/>
              </a:rPr>
              <a:t>&lt;/form&gt;</a:t>
            </a:r>
            <a:endParaRPr sz="1050">
              <a:latin typeface="Consolas"/>
              <a:cs typeface="Consolas"/>
            </a:endParaRPr>
          </a:p>
          <a:p>
            <a:pPr marR="708025" algn="ctr">
              <a:lnSpc>
                <a:spcPct val="100000"/>
              </a:lnSpc>
              <a:spcBef>
                <a:spcPts val="900"/>
              </a:spcBef>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1841500">
              <a:lnSpc>
                <a:spcPct val="100000"/>
              </a:lnSpc>
            </a:pPr>
            <a:r>
              <a:rPr sz="1050" spc="-20" dirty="0">
                <a:latin typeface="Consolas"/>
                <a:cs typeface="Consolas"/>
              </a:rPr>
              <a:t>&lt;/div&gt;</a:t>
            </a:r>
            <a:endParaRPr sz="1050">
              <a:latin typeface="Consolas"/>
              <a:cs typeface="Consolas"/>
            </a:endParaRPr>
          </a:p>
          <a:p>
            <a:pPr>
              <a:lnSpc>
                <a:spcPct val="100000"/>
              </a:lnSpc>
              <a:spcBef>
                <a:spcPts val="20"/>
              </a:spcBef>
            </a:pPr>
            <a:endParaRPr sz="750">
              <a:latin typeface="Consolas"/>
              <a:cs typeface="Consolas"/>
            </a:endParaRPr>
          </a:p>
          <a:p>
            <a:pPr marL="1384300">
              <a:lnSpc>
                <a:spcPct val="100000"/>
              </a:lnSpc>
              <a:spcBef>
                <a:spcPts val="5"/>
              </a:spcBef>
            </a:pPr>
            <a:r>
              <a:rPr sz="1050" spc="-20" dirty="0">
                <a:latin typeface="Consolas"/>
                <a:cs typeface="Consolas"/>
              </a:rPr>
              <a:t>&lt;/div&gt;</a:t>
            </a:r>
            <a:endParaRPr sz="1050">
              <a:latin typeface="Consolas"/>
              <a:cs typeface="Consolas"/>
            </a:endParaRPr>
          </a:p>
          <a:p>
            <a:pPr marR="4398010" algn="r">
              <a:lnSpc>
                <a:spcPct val="100000"/>
              </a:lnSpc>
              <a:spcBef>
                <a:spcPts val="900"/>
              </a:spcBef>
            </a:pPr>
            <a:r>
              <a:rPr sz="1050" spc="-20" dirty="0">
                <a:latin typeface="Consolas"/>
                <a:cs typeface="Consolas"/>
              </a:rPr>
              <a:t>&lt;/div&gt;</a:t>
            </a:r>
            <a:endParaRPr sz="1050">
              <a:latin typeface="Consolas"/>
              <a:cs typeface="Consolas"/>
            </a:endParaRPr>
          </a:p>
          <a:p>
            <a:pPr marL="469900">
              <a:lnSpc>
                <a:spcPct val="100000"/>
              </a:lnSpc>
              <a:spcBef>
                <a:spcPts val="900"/>
              </a:spcBef>
            </a:pPr>
            <a:r>
              <a:rPr sz="1050" spc="-20" dirty="0">
                <a:latin typeface="Consolas"/>
                <a:cs typeface="Consolas"/>
              </a:rPr>
              <a:t>&lt;/div&gt;</a:t>
            </a:r>
            <a:endParaRPr sz="1050">
              <a:latin typeface="Consolas"/>
              <a:cs typeface="Consolas"/>
            </a:endParaRPr>
          </a:p>
          <a:p>
            <a:pPr marL="469900">
              <a:lnSpc>
                <a:spcPct val="100000"/>
              </a:lnSpc>
              <a:spcBef>
                <a:spcPts val="620"/>
              </a:spcBef>
            </a:pPr>
            <a:r>
              <a:rPr sz="1050" spc="-15" dirty="0">
                <a:latin typeface="Consolas"/>
                <a:cs typeface="Consolas"/>
              </a:rPr>
              <a:t>&lt;!--</a:t>
            </a:r>
            <a:r>
              <a:rPr sz="1050" spc="-25" dirty="0">
                <a:latin typeface="Consolas"/>
                <a:cs typeface="Consolas"/>
              </a:rPr>
              <a:t> </a:t>
            </a:r>
            <a:r>
              <a:rPr sz="1050" spc="-15" dirty="0">
                <a:latin typeface="Consolas"/>
                <a:cs typeface="Consolas"/>
              </a:rPr>
              <a:t>product-area</a:t>
            </a:r>
            <a:r>
              <a:rPr sz="1050" spc="-20" dirty="0">
                <a:latin typeface="Consolas"/>
                <a:cs typeface="Consolas"/>
              </a:rPr>
              <a:t> </a:t>
            </a:r>
            <a:r>
              <a:rPr sz="1050" dirty="0">
                <a:latin typeface="Consolas"/>
                <a:cs typeface="Consolas"/>
              </a:rPr>
              <a:t>end</a:t>
            </a:r>
            <a:r>
              <a:rPr sz="1050" spc="20" dirty="0">
                <a:latin typeface="Consolas"/>
                <a:cs typeface="Consolas"/>
              </a:rPr>
              <a:t> </a:t>
            </a:r>
            <a:r>
              <a:rPr sz="1050" spc="-10" dirty="0">
                <a:latin typeface="Consolas"/>
                <a:cs typeface="Consolas"/>
              </a:rPr>
              <a:t>--&gt;</a:t>
            </a:r>
            <a:endParaRPr sz="1050">
              <a:latin typeface="Consolas"/>
              <a:cs typeface="Consolas"/>
            </a:endParaRPr>
          </a:p>
          <a:p>
            <a:pPr marL="12700">
              <a:lnSpc>
                <a:spcPct val="100000"/>
              </a:lnSpc>
              <a:spcBef>
                <a:spcPts val="890"/>
              </a:spcBef>
            </a:pPr>
            <a:r>
              <a:rPr sz="1050" spc="-20" dirty="0">
                <a:latin typeface="Consolas"/>
                <a:cs typeface="Consolas"/>
              </a:rPr>
              <a:t>@endsection</a:t>
            </a:r>
            <a:endParaRPr sz="1050">
              <a:latin typeface="Consolas"/>
              <a:cs typeface="Consolas"/>
            </a:endParaRPr>
          </a:p>
          <a:p>
            <a:pPr>
              <a:lnSpc>
                <a:spcPct val="100000"/>
              </a:lnSpc>
              <a:spcBef>
                <a:spcPts val="5"/>
              </a:spcBef>
            </a:pPr>
            <a:endParaRPr sz="1000">
              <a:latin typeface="Consolas"/>
              <a:cs typeface="Consolas"/>
            </a:endParaRPr>
          </a:p>
          <a:p>
            <a:pPr marL="12700">
              <a:lnSpc>
                <a:spcPct val="100000"/>
              </a:lnSpc>
            </a:pPr>
            <a:r>
              <a:rPr sz="1050" spc="-20" dirty="0">
                <a:latin typeface="Consolas"/>
                <a:cs typeface="Consolas"/>
              </a:rPr>
              <a:t>@section('jscript')</a:t>
            </a:r>
            <a:endParaRPr sz="1050">
              <a:latin typeface="Consolas"/>
              <a:cs typeface="Consolas"/>
            </a:endParaRPr>
          </a:p>
          <a:p>
            <a:pPr marL="12700">
              <a:lnSpc>
                <a:spcPct val="100000"/>
              </a:lnSpc>
              <a:spcBef>
                <a:spcPts val="625"/>
              </a:spcBef>
            </a:pPr>
            <a:r>
              <a:rPr sz="1050" spc="-5" dirty="0">
                <a:latin typeface="Consolas"/>
                <a:cs typeface="Consolas"/>
              </a:rPr>
              <a:t>&lt;script</a:t>
            </a:r>
            <a:r>
              <a:rPr sz="1050" spc="-45" dirty="0">
                <a:latin typeface="Consolas"/>
                <a:cs typeface="Consolas"/>
              </a:rPr>
              <a:t> </a:t>
            </a:r>
            <a:r>
              <a:rPr sz="1050" spc="-15" dirty="0">
                <a:latin typeface="Consolas"/>
                <a:cs typeface="Consolas"/>
              </a:rPr>
              <a:t>type="text/javascript"&gt;</a:t>
            </a:r>
            <a:endParaRPr sz="1050">
              <a:latin typeface="Consolas"/>
              <a:cs typeface="Consolas"/>
            </a:endParaRPr>
          </a:p>
          <a:p>
            <a:pPr marR="4356100" algn="r">
              <a:lnSpc>
                <a:spcPct val="100000"/>
              </a:lnSpc>
              <a:spcBef>
                <a:spcPts val="890"/>
              </a:spcBef>
            </a:pPr>
            <a:r>
              <a:rPr sz="1050" spc="-5" dirty="0">
                <a:latin typeface="Consolas"/>
                <a:cs typeface="Consolas"/>
              </a:rPr>
              <a:t>flatpickr("#dob",</a:t>
            </a:r>
            <a:r>
              <a:rPr sz="1050" spc="-120" dirty="0">
                <a:latin typeface="Consolas"/>
                <a:cs typeface="Consolas"/>
              </a:rPr>
              <a:t> </a:t>
            </a:r>
            <a:r>
              <a:rPr sz="1050" dirty="0">
                <a:latin typeface="Consolas"/>
                <a:cs typeface="Consolas"/>
              </a:rPr>
              <a:t>{</a:t>
            </a:r>
            <a:endParaRPr sz="1050">
              <a:latin typeface="Consolas"/>
              <a:cs typeface="Consolas"/>
            </a:endParaRPr>
          </a:p>
          <a:p>
            <a:pPr>
              <a:lnSpc>
                <a:spcPct val="100000"/>
              </a:lnSpc>
              <a:spcBef>
                <a:spcPts val="5"/>
              </a:spcBef>
            </a:pPr>
            <a:endParaRPr sz="1000">
              <a:latin typeface="Consolas"/>
              <a:cs typeface="Consolas"/>
            </a:endParaRPr>
          </a:p>
          <a:p>
            <a:pPr marL="597535">
              <a:lnSpc>
                <a:spcPct val="100000"/>
              </a:lnSpc>
            </a:pPr>
            <a:r>
              <a:rPr sz="1050" spc="-5" dirty="0">
                <a:latin typeface="Consolas"/>
                <a:cs typeface="Consolas"/>
              </a:rPr>
              <a:t>dateFormat:</a:t>
            </a:r>
            <a:r>
              <a:rPr sz="1050" spc="-65" dirty="0">
                <a:latin typeface="Consolas"/>
                <a:cs typeface="Consolas"/>
              </a:rPr>
              <a:t> </a:t>
            </a:r>
            <a:r>
              <a:rPr sz="1050" spc="-5" dirty="0">
                <a:latin typeface="Consolas"/>
                <a:cs typeface="Consolas"/>
              </a:rPr>
              <a:t>"Y-m-d",</a:t>
            </a:r>
            <a:r>
              <a:rPr sz="1050" spc="-35" dirty="0">
                <a:latin typeface="Consolas"/>
                <a:cs typeface="Consolas"/>
              </a:rPr>
              <a:t> </a:t>
            </a:r>
            <a:r>
              <a:rPr sz="1050" dirty="0">
                <a:latin typeface="Consolas"/>
                <a:cs typeface="Consolas"/>
              </a:rPr>
              <a:t>//</a:t>
            </a:r>
            <a:r>
              <a:rPr sz="1050" spc="-40" dirty="0">
                <a:latin typeface="Consolas"/>
                <a:cs typeface="Consolas"/>
              </a:rPr>
              <a:t> </a:t>
            </a:r>
            <a:r>
              <a:rPr sz="1050" spc="-5" dirty="0">
                <a:latin typeface="Consolas"/>
                <a:cs typeface="Consolas"/>
              </a:rPr>
              <a:t>Adjust</a:t>
            </a:r>
            <a:r>
              <a:rPr sz="1050" spc="-40" dirty="0">
                <a:latin typeface="Consolas"/>
                <a:cs typeface="Consolas"/>
              </a:rPr>
              <a:t> </a:t>
            </a:r>
            <a:r>
              <a:rPr sz="1050" dirty="0">
                <a:latin typeface="Consolas"/>
                <a:cs typeface="Consolas"/>
              </a:rPr>
              <a:t>the</a:t>
            </a:r>
            <a:r>
              <a:rPr sz="1050" spc="-30" dirty="0">
                <a:latin typeface="Consolas"/>
                <a:cs typeface="Consolas"/>
              </a:rPr>
              <a:t> </a:t>
            </a:r>
            <a:r>
              <a:rPr sz="1050" spc="-5" dirty="0">
                <a:latin typeface="Consolas"/>
                <a:cs typeface="Consolas"/>
              </a:rPr>
              <a:t>date</a:t>
            </a:r>
            <a:r>
              <a:rPr sz="1050" spc="-35" dirty="0">
                <a:latin typeface="Consolas"/>
                <a:cs typeface="Consolas"/>
              </a:rPr>
              <a:t> </a:t>
            </a:r>
            <a:r>
              <a:rPr sz="1050" spc="-5" dirty="0">
                <a:latin typeface="Consolas"/>
                <a:cs typeface="Consolas"/>
              </a:rPr>
              <a:t>format</a:t>
            </a:r>
            <a:r>
              <a:rPr sz="1050" spc="-25" dirty="0">
                <a:latin typeface="Consolas"/>
                <a:cs typeface="Consolas"/>
              </a:rPr>
              <a:t> </a:t>
            </a:r>
            <a:r>
              <a:rPr sz="1050" dirty="0">
                <a:latin typeface="Consolas"/>
                <a:cs typeface="Consolas"/>
              </a:rPr>
              <a:t>as</a:t>
            </a:r>
            <a:r>
              <a:rPr sz="1050" spc="-25" dirty="0">
                <a:latin typeface="Consolas"/>
                <a:cs typeface="Consolas"/>
              </a:rPr>
              <a:t> </a:t>
            </a:r>
            <a:r>
              <a:rPr sz="1050" spc="-20" dirty="0">
                <a:latin typeface="Consolas"/>
                <a:cs typeface="Consolas"/>
              </a:rPr>
              <a:t>needed</a:t>
            </a:r>
            <a:endParaRPr sz="1050">
              <a:latin typeface="Consolas"/>
              <a:cs typeface="Consolas"/>
            </a:endParaRPr>
          </a:p>
          <a:p>
            <a:pPr>
              <a:lnSpc>
                <a:spcPct val="100000"/>
              </a:lnSpc>
              <a:spcBef>
                <a:spcPts val="20"/>
              </a:spcBef>
            </a:pPr>
            <a:endParaRPr sz="750">
              <a:latin typeface="Consolas"/>
              <a:cs typeface="Consolas"/>
            </a:endParaRPr>
          </a:p>
          <a:p>
            <a:pPr marL="304800">
              <a:lnSpc>
                <a:spcPct val="100000"/>
              </a:lnSpc>
            </a:pPr>
            <a:r>
              <a:rPr sz="1050" spc="-30" dirty="0">
                <a:latin typeface="Consolas"/>
                <a:cs typeface="Consolas"/>
              </a:rPr>
              <a:t>});</a:t>
            </a:r>
            <a:endParaRPr sz="1050">
              <a:latin typeface="Consolas"/>
              <a:cs typeface="Consolas"/>
            </a:endParaRPr>
          </a:p>
          <a:p>
            <a:pPr marL="12700" marR="4954270">
              <a:lnSpc>
                <a:spcPts val="2200"/>
              </a:lnSpc>
            </a:pPr>
            <a:r>
              <a:rPr sz="1050" spc="-20" dirty="0">
                <a:latin typeface="Consolas"/>
                <a:cs typeface="Consolas"/>
              </a:rPr>
              <a:t>&lt;/script&gt; </a:t>
            </a:r>
            <a:r>
              <a:rPr sz="1050" spc="-15" dirty="0">
                <a:latin typeface="Consolas"/>
                <a:cs typeface="Consolas"/>
              </a:rPr>
              <a:t> </a:t>
            </a:r>
            <a:r>
              <a:rPr sz="1050" spc="-20" dirty="0">
                <a:latin typeface="Consolas"/>
                <a:cs typeface="Consolas"/>
              </a:rPr>
              <a:t>@endsection</a:t>
            </a:r>
            <a:endParaRPr sz="1050">
              <a:latin typeface="Consolas"/>
              <a:cs typeface="Consolas"/>
            </a:endParaRPr>
          </a:p>
        </p:txBody>
      </p:sp>
      <p:sp>
        <p:nvSpPr>
          <p:cNvPr id="11" name="object 11"/>
          <p:cNvSpPr/>
          <p:nvPr/>
        </p:nvSpPr>
        <p:spPr>
          <a:xfrm>
            <a:off x="5082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3" name="object 3"/>
          <p:cNvSpPr txBox="1"/>
          <p:nvPr/>
        </p:nvSpPr>
        <p:spPr>
          <a:xfrm>
            <a:off x="901700" y="461264"/>
            <a:ext cx="5730240" cy="9358203"/>
          </a:xfrm>
          <a:prstGeom prst="rect">
            <a:avLst/>
          </a:prstGeom>
        </p:spPr>
        <p:txBody>
          <a:bodyPr vert="horz" wrap="square" lIns="0" tIns="12700" rIns="0" bIns="0" rtlCol="0">
            <a:spAutoFit/>
          </a:bodyPr>
          <a:lstStyle/>
          <a:p>
            <a:pPr marL="12700">
              <a:spcBef>
                <a:spcPts val="100"/>
              </a:spcBef>
              <a:tabLst>
                <a:tab pos="4944745" algn="l"/>
              </a:tabLst>
            </a:pPr>
            <a:r>
              <a:rPr lang="en-US" sz="1200" spc="-5" dirty="0">
                <a:latin typeface="Times New Roman"/>
                <a:cs typeface="Times New Roman"/>
              </a:rPr>
              <a:t>Home Construction Service</a:t>
            </a:r>
            <a:r>
              <a:rPr sz="1200" spc="-20" dirty="0">
                <a:latin typeface="Times New Roman"/>
                <a:cs typeface="Times New Roman"/>
              </a:rPr>
              <a:t>	</a:t>
            </a:r>
            <a:r>
              <a:rPr sz="1200" dirty="0">
                <a:latin typeface="Times New Roman"/>
                <a:cs typeface="Times New Roman"/>
              </a:rPr>
              <a:t>74</a:t>
            </a:r>
            <a:r>
              <a:rPr sz="1200" spc="-45" dirty="0">
                <a:latin typeface="Times New Roman"/>
                <a:cs typeface="Times New Roman"/>
              </a:rPr>
              <a:t> </a:t>
            </a:r>
            <a:r>
              <a:rPr sz="1200" b="1" spc="-5" dirty="0">
                <a:latin typeface="Times New Roman"/>
                <a:cs typeface="Times New Roman"/>
              </a:rPr>
              <a:t>|</a:t>
            </a:r>
            <a:r>
              <a:rPr sz="1200" b="1" spc="-55" dirty="0">
                <a:latin typeface="Times New Roman"/>
                <a:cs typeface="Times New Roman"/>
              </a:rPr>
              <a:t> </a:t>
            </a:r>
            <a:r>
              <a:rPr sz="1200" spc="-25" dirty="0">
                <a:solidFill>
                  <a:srgbClr val="808080"/>
                </a:solidFill>
                <a:latin typeface="Times New Roman"/>
                <a:cs typeface="Times New Roman"/>
              </a:rPr>
              <a:t>Page</a:t>
            </a:r>
            <a:endParaRPr sz="1200" dirty="0">
              <a:latin typeface="Times New Roman"/>
              <a:cs typeface="Times New Roman"/>
            </a:endParaRPr>
          </a:p>
          <a:p>
            <a:pPr marL="12700" marR="3813175">
              <a:lnSpc>
                <a:spcPct val="162700"/>
              </a:lnSpc>
              <a:spcBef>
                <a:spcPts val="1055"/>
              </a:spcBef>
            </a:pPr>
            <a:r>
              <a:rPr sz="1200" spc="-15" dirty="0">
                <a:latin typeface="Times New Roman"/>
                <a:cs typeface="Times New Roman"/>
              </a:rPr>
              <a:t>@extends('front.layout.defalut') </a:t>
            </a:r>
            <a:r>
              <a:rPr sz="1200" spc="-285" dirty="0">
                <a:latin typeface="Times New Roman"/>
                <a:cs typeface="Times New Roman"/>
              </a:rPr>
              <a:t> </a:t>
            </a:r>
            <a:r>
              <a:rPr sz="1200" spc="-15" dirty="0">
                <a:latin typeface="Times New Roman"/>
                <a:cs typeface="Times New Roman"/>
              </a:rPr>
              <a:t>@section('content_main')</a:t>
            </a:r>
            <a:endParaRPr sz="1200" dirty="0">
              <a:latin typeface="Times New Roman"/>
              <a:cs typeface="Times New Roman"/>
            </a:endParaRPr>
          </a:p>
          <a:p>
            <a:pPr marL="18415">
              <a:lnSpc>
                <a:spcPct val="100000"/>
              </a:lnSpc>
              <a:spcBef>
                <a:spcPts val="900"/>
              </a:spcBef>
            </a:pPr>
            <a:r>
              <a:rPr sz="1200" spc="-15" dirty="0">
                <a:latin typeface="Times New Roman"/>
                <a:cs typeface="Times New Roman"/>
              </a:rPr>
              <a:t>&lt;!--</a:t>
            </a:r>
            <a:r>
              <a:rPr sz="1200" spc="-30" dirty="0">
                <a:latin typeface="Times New Roman"/>
                <a:cs typeface="Times New Roman"/>
              </a:rPr>
              <a:t> </a:t>
            </a:r>
            <a:r>
              <a:rPr sz="1200" spc="-5" dirty="0">
                <a:latin typeface="Times New Roman"/>
                <a:cs typeface="Times New Roman"/>
              </a:rPr>
              <a:t>offcanvas</a:t>
            </a:r>
            <a:r>
              <a:rPr sz="1200" spc="5" dirty="0">
                <a:latin typeface="Times New Roman"/>
                <a:cs typeface="Times New Roman"/>
              </a:rPr>
              <a:t> </a:t>
            </a:r>
            <a:r>
              <a:rPr sz="1200" spc="-5" dirty="0">
                <a:latin typeface="Times New Roman"/>
                <a:cs typeface="Times New Roman"/>
              </a:rPr>
              <a:t>area</a:t>
            </a:r>
            <a:r>
              <a:rPr sz="1200" spc="-15" dirty="0">
                <a:latin typeface="Times New Roman"/>
                <a:cs typeface="Times New Roman"/>
              </a:rPr>
              <a:t> </a:t>
            </a:r>
            <a:r>
              <a:rPr sz="1200" spc="-5" dirty="0">
                <a:latin typeface="Times New Roman"/>
                <a:cs typeface="Times New Roman"/>
              </a:rPr>
              <a:t>start</a:t>
            </a:r>
            <a:r>
              <a:rPr sz="1200" spc="-20" dirty="0">
                <a:latin typeface="Times New Roman"/>
                <a:cs typeface="Times New Roman"/>
              </a:rPr>
              <a:t> </a:t>
            </a:r>
            <a:r>
              <a:rPr sz="1200" spc="-10" dirty="0">
                <a:latin typeface="Times New Roman"/>
                <a:cs typeface="Times New Roman"/>
              </a:rPr>
              <a:t>--&gt;</a:t>
            </a:r>
            <a:endParaRPr sz="1200" dirty="0">
              <a:latin typeface="Times New Roman"/>
              <a:cs typeface="Times New Roman"/>
            </a:endParaRPr>
          </a:p>
          <a:p>
            <a:pPr marL="18415">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75" dirty="0">
                <a:uFill>
                  <a:solidFill>
                    <a:srgbClr val="000000"/>
                  </a:solidFill>
                </a:uFill>
                <a:latin typeface="Times New Roman"/>
                <a:cs typeface="Times New Roman"/>
              </a:rPr>
              <a:t> </a:t>
            </a:r>
            <a:r>
              <a:rPr sz="1200" spc="-20" dirty="0">
                <a:latin typeface="Times New Roman"/>
                <a:cs typeface="Times New Roman"/>
              </a:rPr>
              <a:t>area"&gt;</a:t>
            </a:r>
            <a:endParaRPr sz="1200" dirty="0">
              <a:latin typeface="Times New Roman"/>
              <a:cs typeface="Times New Roman"/>
            </a:endParaRPr>
          </a:p>
          <a:p>
            <a:pPr marR="3118485" algn="r">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80" dirty="0">
                <a:uFill>
                  <a:solidFill>
                    <a:srgbClr val="000000"/>
                  </a:solidFill>
                </a:uFill>
                <a:latin typeface="Times New Roman"/>
                <a:cs typeface="Times New Roman"/>
              </a:rPr>
              <a:t> </a:t>
            </a:r>
            <a:r>
              <a:rPr sz="1200" spc="-15" dirty="0">
                <a:latin typeface="Times New Roman"/>
                <a:cs typeface="Times New Roman"/>
              </a:rPr>
              <a:t>wrapper"&gt;</a:t>
            </a:r>
            <a:endParaRPr sz="1200" dirty="0">
              <a:latin typeface="Times New Roman"/>
              <a:cs typeface="Times New Roman"/>
            </a:endParaRPr>
          </a:p>
          <a:p>
            <a:pPr marL="927100">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70" dirty="0">
                <a:uFill>
                  <a:solidFill>
                    <a:srgbClr val="000000"/>
                  </a:solidFill>
                </a:uFill>
                <a:latin typeface="Times New Roman"/>
                <a:cs typeface="Times New Roman"/>
              </a:rPr>
              <a:t> </a:t>
            </a:r>
            <a:r>
              <a:rPr sz="1200" spc="-15" dirty="0">
                <a:latin typeface="Times New Roman"/>
                <a:cs typeface="Times New Roman"/>
              </a:rPr>
              <a:t>content"&gt;</a:t>
            </a:r>
            <a:endParaRPr sz="1200" dirty="0">
              <a:latin typeface="Times New Roman"/>
              <a:cs typeface="Times New Roman"/>
            </a:endParaRPr>
          </a:p>
          <a:p>
            <a:pPr marL="1384300">
              <a:lnSpc>
                <a:spcPct val="100000"/>
              </a:lnSpc>
              <a:spcBef>
                <a:spcPts val="900"/>
              </a:spcBef>
            </a:pPr>
            <a:r>
              <a:rPr sz="1200" spc="-5" dirty="0">
                <a:latin typeface="Times New Roman"/>
                <a:cs typeface="Times New Roman"/>
              </a:rPr>
              <a:t>&lt;div</a:t>
            </a:r>
            <a:r>
              <a:rPr sz="1200" spc="665" dirty="0">
                <a:latin typeface="Times New Roman"/>
                <a:cs typeface="Times New Roman"/>
              </a:rPr>
              <a:t> </a:t>
            </a:r>
            <a:r>
              <a:rPr sz="1200" spc="-5" dirty="0">
                <a:latin typeface="Times New Roman"/>
                <a:cs typeface="Times New Roman"/>
              </a:rPr>
              <a:t>class="offcanvas</a:t>
            </a:r>
            <a:r>
              <a:rPr sz="1200" u="sng" spc="330" dirty="0">
                <a:uFill>
                  <a:solidFill>
                    <a:srgbClr val="000000"/>
                  </a:solidFill>
                </a:uFill>
                <a:latin typeface="Times New Roman"/>
                <a:cs typeface="Times New Roman"/>
              </a:rPr>
              <a:t>  </a:t>
            </a:r>
            <a:r>
              <a:rPr sz="1200" dirty="0">
                <a:latin typeface="Times New Roman"/>
                <a:cs typeface="Times New Roman"/>
              </a:rPr>
              <a:t>top  </a:t>
            </a:r>
            <a:r>
              <a:rPr sz="1200" spc="70" dirty="0">
                <a:latin typeface="Times New Roman"/>
                <a:cs typeface="Times New Roman"/>
              </a:rPr>
              <a:t> </a:t>
            </a:r>
            <a:r>
              <a:rPr sz="1200" spc="-10" dirty="0">
                <a:latin typeface="Times New Roman"/>
                <a:cs typeface="Times New Roman"/>
              </a:rPr>
              <a:t>mb-40</a:t>
            </a:r>
            <a:r>
              <a:rPr sz="1200" spc="665" dirty="0">
                <a:latin typeface="Times New Roman"/>
                <a:cs typeface="Times New Roman"/>
              </a:rPr>
              <a:t> </a:t>
            </a:r>
            <a:r>
              <a:rPr sz="1200" spc="-10" dirty="0">
                <a:latin typeface="Times New Roman"/>
                <a:cs typeface="Times New Roman"/>
              </a:rPr>
              <a:t>d-flex</a:t>
            </a:r>
            <a:r>
              <a:rPr sz="1200" spc="680" dirty="0">
                <a:latin typeface="Times New Roman"/>
                <a:cs typeface="Times New Roman"/>
              </a:rPr>
              <a:t> </a:t>
            </a:r>
            <a:r>
              <a:rPr sz="1200" spc="-15" dirty="0">
                <a:latin typeface="Times New Roman"/>
                <a:cs typeface="Times New Roman"/>
              </a:rPr>
              <a:t>justify-content-between</a:t>
            </a:r>
            <a:endParaRPr sz="1200" dirty="0">
              <a:latin typeface="Times New Roman"/>
              <a:cs typeface="Times New Roman"/>
            </a:endParaRPr>
          </a:p>
          <a:p>
            <a:pPr marL="18415">
              <a:lnSpc>
                <a:spcPct val="100000"/>
              </a:lnSpc>
              <a:spcBef>
                <a:spcPts val="95"/>
              </a:spcBef>
            </a:pPr>
            <a:r>
              <a:rPr sz="1200" spc="-15" dirty="0">
                <a:latin typeface="Times New Roman"/>
                <a:cs typeface="Times New Roman"/>
              </a:rPr>
              <a:t>align-items-center"&gt;</a:t>
            </a:r>
            <a:endParaRPr sz="1200" dirty="0">
              <a:latin typeface="Times New Roman"/>
              <a:cs typeface="Times New Roman"/>
            </a:endParaRPr>
          </a:p>
          <a:p>
            <a:pPr marL="170180" algn="ctr">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75" dirty="0">
                <a:uFill>
                  <a:solidFill>
                    <a:srgbClr val="000000"/>
                  </a:solidFill>
                </a:uFill>
                <a:latin typeface="Times New Roman"/>
                <a:cs typeface="Times New Roman"/>
              </a:rPr>
              <a:t> </a:t>
            </a:r>
            <a:r>
              <a:rPr sz="1200" spc="-5" dirty="0">
                <a:latin typeface="Times New Roman"/>
                <a:cs typeface="Times New Roman"/>
              </a:rPr>
              <a:t>logo</a:t>
            </a:r>
            <a:r>
              <a:rPr sz="1200" spc="-10" dirty="0">
                <a:latin typeface="Times New Roman"/>
                <a:cs typeface="Times New Roman"/>
              </a:rPr>
              <a:t> </a:t>
            </a:r>
            <a:r>
              <a:rPr sz="1200" spc="-15" dirty="0">
                <a:latin typeface="Times New Roman"/>
                <a:cs typeface="Times New Roman"/>
              </a:rPr>
              <a:t>logo"&gt;</a:t>
            </a:r>
            <a:endParaRPr sz="1200" dirty="0">
              <a:latin typeface="Times New Roman"/>
              <a:cs typeface="Times New Roman"/>
            </a:endParaRPr>
          </a:p>
          <a:p>
            <a:pPr marL="229870" algn="ctr">
              <a:lnSpc>
                <a:spcPct val="100000"/>
              </a:lnSpc>
              <a:spcBef>
                <a:spcPts val="900"/>
              </a:spcBef>
            </a:pPr>
            <a:r>
              <a:rPr sz="1200" spc="-5" dirty="0">
                <a:latin typeface="Times New Roman"/>
                <a:cs typeface="Times New Roman"/>
              </a:rPr>
              <a:t>&lt;a</a:t>
            </a:r>
            <a:r>
              <a:rPr sz="1200" spc="-50" dirty="0">
                <a:latin typeface="Times New Roman"/>
                <a:cs typeface="Times New Roman"/>
              </a:rPr>
              <a:t> </a:t>
            </a:r>
            <a:r>
              <a:rPr sz="1200" spc="-15" dirty="0">
                <a:latin typeface="Times New Roman"/>
                <a:cs typeface="Times New Roman"/>
              </a:rPr>
              <a:t>href="index.html"&gt;</a:t>
            </a:r>
            <a:endParaRPr sz="1200" dirty="0">
              <a:latin typeface="Times New Roman"/>
              <a:cs typeface="Times New Roman"/>
            </a:endParaRPr>
          </a:p>
          <a:p>
            <a:pPr marL="2756535">
              <a:lnSpc>
                <a:spcPct val="100000"/>
              </a:lnSpc>
              <a:spcBef>
                <a:spcPts val="900"/>
              </a:spcBef>
            </a:pPr>
            <a:r>
              <a:rPr sz="1200" spc="-5" dirty="0">
                <a:latin typeface="Times New Roman"/>
                <a:cs typeface="Times New Roman"/>
              </a:rPr>
              <a:t>&lt;img</a:t>
            </a:r>
            <a:r>
              <a:rPr sz="1200" dirty="0">
                <a:latin typeface="Times New Roman"/>
                <a:cs typeface="Times New Roman"/>
              </a:rPr>
              <a:t> </a:t>
            </a:r>
            <a:r>
              <a:rPr sz="1200" spc="-15" dirty="0">
                <a:latin typeface="Times New Roman"/>
                <a:cs typeface="Times New Roman"/>
              </a:rPr>
              <a:t>src="img/logo.png"</a:t>
            </a:r>
            <a:r>
              <a:rPr sz="1200" spc="35" dirty="0">
                <a:latin typeface="Times New Roman"/>
                <a:cs typeface="Times New Roman"/>
              </a:rPr>
              <a:t> </a:t>
            </a:r>
            <a:r>
              <a:rPr sz="1200" spc="-20" dirty="0">
                <a:latin typeface="Times New Roman"/>
                <a:cs typeface="Times New Roman"/>
              </a:rPr>
              <a:t>alt=""&gt;</a:t>
            </a:r>
            <a:endParaRPr sz="1200" dirty="0">
              <a:latin typeface="Times New Roman"/>
              <a:cs typeface="Times New Roman"/>
            </a:endParaRPr>
          </a:p>
          <a:p>
            <a:pPr marR="3150870" algn="r">
              <a:lnSpc>
                <a:spcPct val="100000"/>
              </a:lnSpc>
              <a:spcBef>
                <a:spcPts val="900"/>
              </a:spcBef>
            </a:pPr>
            <a:r>
              <a:rPr sz="1200" spc="-25" dirty="0">
                <a:latin typeface="Times New Roman"/>
                <a:cs typeface="Times New Roman"/>
              </a:rPr>
              <a:t>&lt;/a&gt;</a:t>
            </a:r>
            <a:endParaRPr sz="1200" dirty="0">
              <a:latin typeface="Times New Roman"/>
              <a:cs typeface="Times New Roman"/>
            </a:endParaRPr>
          </a:p>
          <a:p>
            <a:pPr marL="1841500">
              <a:lnSpc>
                <a:spcPct val="100000"/>
              </a:lnSpc>
              <a:spcBef>
                <a:spcPts val="900"/>
              </a:spcBef>
            </a:pPr>
            <a:r>
              <a:rPr sz="1200" spc="-15" dirty="0">
                <a:latin typeface="Times New Roman"/>
                <a:cs typeface="Times New Roman"/>
              </a:rPr>
              <a:t>&lt;/div&gt;</a:t>
            </a:r>
            <a:endParaRPr sz="1200" dirty="0">
              <a:latin typeface="Times New Roman"/>
              <a:cs typeface="Times New Roman"/>
            </a:endParaRPr>
          </a:p>
          <a:p>
            <a:pPr marL="1841500">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85" dirty="0">
                <a:uFill>
                  <a:solidFill>
                    <a:srgbClr val="000000"/>
                  </a:solidFill>
                </a:uFill>
                <a:latin typeface="Times New Roman"/>
                <a:cs typeface="Times New Roman"/>
              </a:rPr>
              <a:t> </a:t>
            </a:r>
            <a:r>
              <a:rPr sz="1200" spc="-15" dirty="0">
                <a:latin typeface="Times New Roman"/>
                <a:cs typeface="Times New Roman"/>
              </a:rPr>
              <a:t>close"&gt;</a:t>
            </a:r>
            <a:endParaRPr sz="1200" dirty="0">
              <a:latin typeface="Times New Roman"/>
              <a:cs typeface="Times New Roman"/>
            </a:endParaRPr>
          </a:p>
          <a:p>
            <a:pPr marL="2299335">
              <a:lnSpc>
                <a:spcPct val="100000"/>
              </a:lnSpc>
              <a:spcBef>
                <a:spcPts val="905"/>
              </a:spcBef>
            </a:pPr>
            <a:r>
              <a:rPr sz="1200" spc="-5" dirty="0">
                <a:latin typeface="Times New Roman"/>
                <a:cs typeface="Times New Roman"/>
              </a:rPr>
              <a:t>&lt;button</a:t>
            </a:r>
            <a:r>
              <a:rPr sz="1200" spc="545" dirty="0">
                <a:latin typeface="Times New Roman"/>
                <a:cs typeface="Times New Roman"/>
              </a:rPr>
              <a:t> </a:t>
            </a:r>
            <a:r>
              <a:rPr sz="1200" spc="-5" dirty="0">
                <a:latin typeface="Times New Roman"/>
                <a:cs typeface="Times New Roman"/>
              </a:rPr>
              <a:t>class="offcanvas</a:t>
            </a:r>
            <a:r>
              <a:rPr sz="1200" u="sng" spc="320" dirty="0">
                <a:uFill>
                  <a:solidFill>
                    <a:srgbClr val="000000"/>
                  </a:solidFill>
                </a:uFill>
                <a:latin typeface="Times New Roman"/>
                <a:cs typeface="Times New Roman"/>
              </a:rPr>
              <a:t> </a:t>
            </a:r>
            <a:r>
              <a:rPr sz="1200" u="sng" spc="325" dirty="0">
                <a:uFill>
                  <a:solidFill>
                    <a:srgbClr val="000000"/>
                  </a:solidFill>
                </a:uFill>
                <a:latin typeface="Times New Roman"/>
                <a:cs typeface="Times New Roman"/>
              </a:rPr>
              <a:t> </a:t>
            </a:r>
            <a:r>
              <a:rPr sz="1200" spc="-15" dirty="0">
                <a:latin typeface="Times New Roman"/>
                <a:cs typeface="Times New Roman"/>
              </a:rPr>
              <a:t>close-btn</a:t>
            </a:r>
            <a:r>
              <a:rPr sz="1200" spc="590" dirty="0">
                <a:latin typeface="Times New Roman"/>
                <a:cs typeface="Times New Roman"/>
              </a:rPr>
              <a:t> </a:t>
            </a:r>
            <a:r>
              <a:rPr sz="1200" spc="-15" dirty="0">
                <a:latin typeface="Times New Roman"/>
                <a:cs typeface="Times New Roman"/>
              </a:rPr>
              <a:t>offcanvas-close-</a:t>
            </a:r>
            <a:endParaRPr sz="1200" dirty="0">
              <a:latin typeface="Times New Roman"/>
              <a:cs typeface="Times New Roman"/>
            </a:endParaRPr>
          </a:p>
          <a:p>
            <a:pPr marL="18415">
              <a:lnSpc>
                <a:spcPct val="100000"/>
              </a:lnSpc>
              <a:spcBef>
                <a:spcPts val="95"/>
              </a:spcBef>
            </a:pPr>
            <a:r>
              <a:rPr sz="1200" spc="-15" dirty="0">
                <a:latin typeface="Times New Roman"/>
                <a:cs typeface="Times New Roman"/>
              </a:rPr>
              <a:t>btn"&gt;</a:t>
            </a:r>
            <a:endParaRPr sz="1200" dirty="0">
              <a:latin typeface="Times New Roman"/>
              <a:cs typeface="Times New Roman"/>
            </a:endParaRPr>
          </a:p>
          <a:p>
            <a:pPr marL="2756535">
              <a:lnSpc>
                <a:spcPct val="100000"/>
              </a:lnSpc>
              <a:spcBef>
                <a:spcPts val="900"/>
              </a:spcBef>
            </a:pPr>
            <a:r>
              <a:rPr sz="1200" spc="-5" dirty="0">
                <a:latin typeface="Times New Roman"/>
                <a:cs typeface="Times New Roman"/>
              </a:rPr>
              <a:t>&lt;i</a:t>
            </a:r>
            <a:r>
              <a:rPr sz="1200" spc="-20" dirty="0">
                <a:latin typeface="Times New Roman"/>
                <a:cs typeface="Times New Roman"/>
              </a:rPr>
              <a:t> </a:t>
            </a:r>
            <a:r>
              <a:rPr sz="1200" spc="-5" dirty="0">
                <a:latin typeface="Times New Roman"/>
                <a:cs typeface="Times New Roman"/>
              </a:rPr>
              <a:t>class="fa</a:t>
            </a:r>
            <a:r>
              <a:rPr sz="1200" spc="-15" dirty="0">
                <a:latin typeface="Times New Roman"/>
                <a:cs typeface="Times New Roman"/>
              </a:rPr>
              <a:t> fa-times"&gt;&lt;/i&gt;</a:t>
            </a:r>
            <a:endParaRPr sz="1200" dirty="0">
              <a:latin typeface="Times New Roman"/>
              <a:cs typeface="Times New Roman"/>
            </a:endParaRPr>
          </a:p>
          <a:p>
            <a:pPr marL="2299335">
              <a:lnSpc>
                <a:spcPct val="100000"/>
              </a:lnSpc>
              <a:spcBef>
                <a:spcPts val="900"/>
              </a:spcBef>
            </a:pPr>
            <a:r>
              <a:rPr sz="1200" spc="-15" dirty="0">
                <a:latin typeface="Times New Roman"/>
                <a:cs typeface="Times New Roman"/>
              </a:rPr>
              <a:t>&lt;/button&gt;</a:t>
            </a:r>
            <a:endParaRPr sz="1200" dirty="0">
              <a:latin typeface="Times New Roman"/>
              <a:cs typeface="Times New Roman"/>
            </a:endParaRPr>
          </a:p>
          <a:p>
            <a:pPr marL="1841500">
              <a:lnSpc>
                <a:spcPct val="100000"/>
              </a:lnSpc>
              <a:spcBef>
                <a:spcPts val="900"/>
              </a:spcBef>
            </a:pPr>
            <a:r>
              <a:rPr sz="1200" spc="-15" dirty="0">
                <a:latin typeface="Times New Roman"/>
                <a:cs typeface="Times New Roman"/>
              </a:rPr>
              <a:t>&lt;/div&gt;</a:t>
            </a:r>
            <a:endParaRPr sz="1200" dirty="0">
              <a:latin typeface="Times New Roman"/>
              <a:cs typeface="Times New Roman"/>
            </a:endParaRPr>
          </a:p>
          <a:p>
            <a:pPr marL="1384300">
              <a:lnSpc>
                <a:spcPct val="100000"/>
              </a:lnSpc>
              <a:spcBef>
                <a:spcPts val="900"/>
              </a:spcBef>
            </a:pPr>
            <a:r>
              <a:rPr sz="1200" spc="-15" dirty="0">
                <a:latin typeface="Times New Roman"/>
                <a:cs typeface="Times New Roman"/>
              </a:rPr>
              <a:t>&lt;/div&gt;</a:t>
            </a:r>
            <a:endParaRPr sz="1200" dirty="0">
              <a:latin typeface="Times New Roman"/>
              <a:cs typeface="Times New Roman"/>
            </a:endParaRPr>
          </a:p>
          <a:p>
            <a:pPr marL="1384300">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15" dirty="0">
                <a:latin typeface="Times New Roman"/>
                <a:cs typeface="Times New Roman"/>
              </a:rPr>
              <a:t>class="mobile-menu</a:t>
            </a:r>
            <a:r>
              <a:rPr sz="1200" spc="60" dirty="0">
                <a:latin typeface="Times New Roman"/>
                <a:cs typeface="Times New Roman"/>
              </a:rPr>
              <a:t> </a:t>
            </a:r>
            <a:r>
              <a:rPr sz="1200" dirty="0">
                <a:latin typeface="Times New Roman"/>
                <a:cs typeface="Times New Roman"/>
              </a:rPr>
              <a:t>fix</a:t>
            </a:r>
            <a:r>
              <a:rPr sz="1200" spc="20" dirty="0">
                <a:latin typeface="Times New Roman"/>
                <a:cs typeface="Times New Roman"/>
              </a:rPr>
              <a:t> </a:t>
            </a:r>
            <a:r>
              <a:rPr sz="1200" spc="-15" dirty="0">
                <a:latin typeface="Times New Roman"/>
                <a:cs typeface="Times New Roman"/>
              </a:rPr>
              <a:t>mb-40"&gt;&lt;/div&gt;</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10"/>
              </a:spcBef>
            </a:pPr>
            <a:endParaRPr sz="1550" dirty="0">
              <a:latin typeface="Times New Roman"/>
              <a:cs typeface="Times New Roman"/>
            </a:endParaRPr>
          </a:p>
          <a:p>
            <a:pPr marL="1384300">
              <a:lnSpc>
                <a:spcPct val="100000"/>
              </a:lnSpc>
              <a:spcBef>
                <a:spcPts val="5"/>
              </a:spcBef>
            </a:pPr>
            <a:r>
              <a:rPr sz="1200" spc="-5" dirty="0">
                <a:latin typeface="Times New Roman"/>
                <a:cs typeface="Times New Roman"/>
              </a:rPr>
              <a:t>&lt;div</a:t>
            </a:r>
            <a:r>
              <a:rPr sz="1200" spc="-15" dirty="0">
                <a:latin typeface="Times New Roman"/>
                <a:cs typeface="Times New Roman"/>
              </a:rPr>
              <a:t> </a:t>
            </a:r>
            <a:r>
              <a:rPr sz="1200" spc="-5" dirty="0">
                <a:latin typeface="Times New Roman"/>
                <a:cs typeface="Times New Roman"/>
              </a:rPr>
              <a:t>class="offcanvas</a:t>
            </a:r>
            <a:r>
              <a:rPr sz="1200" u="sng" spc="585" dirty="0">
                <a:uFill>
                  <a:solidFill>
                    <a:srgbClr val="000000"/>
                  </a:solidFill>
                </a:uFill>
                <a:latin typeface="Times New Roman"/>
                <a:cs typeface="Times New Roman"/>
              </a:rPr>
              <a:t> </a:t>
            </a:r>
            <a:r>
              <a:rPr sz="1200" spc="-5" dirty="0">
                <a:latin typeface="Times New Roman"/>
                <a:cs typeface="Times New Roman"/>
              </a:rPr>
              <a:t>contact</a:t>
            </a:r>
            <a:r>
              <a:rPr sz="1200" spc="25" dirty="0">
                <a:latin typeface="Times New Roman"/>
                <a:cs typeface="Times New Roman"/>
              </a:rPr>
              <a:t> </a:t>
            </a:r>
            <a:r>
              <a:rPr sz="1200" spc="-10" dirty="0">
                <a:latin typeface="Times New Roman"/>
                <a:cs typeface="Times New Roman"/>
              </a:rPr>
              <a:t>mt-30</a:t>
            </a:r>
            <a:r>
              <a:rPr sz="1200" spc="-20" dirty="0">
                <a:latin typeface="Times New Roman"/>
                <a:cs typeface="Times New Roman"/>
              </a:rPr>
              <a:t> mb-20"&gt;</a:t>
            </a:r>
            <a:endParaRPr sz="1200" dirty="0">
              <a:latin typeface="Times New Roman"/>
              <a:cs typeface="Times New Roman"/>
            </a:endParaRPr>
          </a:p>
          <a:p>
            <a:pPr marL="1841500">
              <a:lnSpc>
                <a:spcPct val="100000"/>
              </a:lnSpc>
              <a:spcBef>
                <a:spcPts val="900"/>
              </a:spcBef>
            </a:pPr>
            <a:r>
              <a:rPr sz="1200" spc="-5" dirty="0">
                <a:latin typeface="Times New Roman"/>
                <a:cs typeface="Times New Roman"/>
              </a:rPr>
              <a:t>&lt;h4&gt;Contact</a:t>
            </a:r>
            <a:r>
              <a:rPr sz="1200" spc="-45" dirty="0">
                <a:latin typeface="Times New Roman"/>
                <a:cs typeface="Times New Roman"/>
              </a:rPr>
              <a:t> </a:t>
            </a:r>
            <a:r>
              <a:rPr sz="1200" spc="-20" dirty="0">
                <a:latin typeface="Times New Roman"/>
                <a:cs typeface="Times New Roman"/>
              </a:rPr>
              <a:t>Info&lt;/h4&gt;</a:t>
            </a:r>
            <a:endParaRPr sz="1200" dirty="0">
              <a:latin typeface="Times New Roman"/>
              <a:cs typeface="Times New Roman"/>
            </a:endParaRPr>
          </a:p>
          <a:p>
            <a:pPr marL="1841500">
              <a:lnSpc>
                <a:spcPct val="100000"/>
              </a:lnSpc>
              <a:spcBef>
                <a:spcPts val="900"/>
              </a:spcBef>
            </a:pPr>
            <a:r>
              <a:rPr sz="1200" spc="-20" dirty="0">
                <a:latin typeface="Times New Roman"/>
                <a:cs typeface="Times New Roman"/>
              </a:rPr>
              <a:t>&lt;ul&gt;</a:t>
            </a:r>
            <a:endParaRPr sz="1200" dirty="0">
              <a:latin typeface="Times New Roman"/>
              <a:cs typeface="Times New Roman"/>
            </a:endParaRPr>
          </a:p>
          <a:p>
            <a:pPr marL="2299335">
              <a:lnSpc>
                <a:spcPct val="100000"/>
              </a:lnSpc>
              <a:spcBef>
                <a:spcPts val="900"/>
              </a:spcBef>
            </a:pPr>
            <a:r>
              <a:rPr sz="1200" spc="-5" dirty="0">
                <a:latin typeface="Times New Roman"/>
                <a:cs typeface="Times New Roman"/>
              </a:rPr>
              <a:t>&lt;li</a:t>
            </a:r>
            <a:r>
              <a:rPr sz="1200" spc="45" dirty="0">
                <a:latin typeface="Times New Roman"/>
                <a:cs typeface="Times New Roman"/>
              </a:rPr>
              <a:t> </a:t>
            </a:r>
            <a:r>
              <a:rPr sz="1200" spc="-15" dirty="0">
                <a:latin typeface="Times New Roman"/>
                <a:cs typeface="Times New Roman"/>
              </a:rPr>
              <a:t>class="d-flex</a:t>
            </a:r>
            <a:r>
              <a:rPr sz="1200" spc="105" dirty="0">
                <a:latin typeface="Times New Roman"/>
                <a:cs typeface="Times New Roman"/>
              </a:rPr>
              <a:t> </a:t>
            </a:r>
            <a:r>
              <a:rPr sz="1200" spc="-15" dirty="0">
                <a:latin typeface="Times New Roman"/>
                <a:cs typeface="Times New Roman"/>
              </a:rPr>
              <a:t>align-items-center"&gt;</a:t>
            </a:r>
            <a:endParaRPr sz="1200" dirty="0">
              <a:latin typeface="Times New Roman"/>
              <a:cs typeface="Times New Roman"/>
            </a:endParaRPr>
          </a:p>
          <a:p>
            <a:pPr marL="2756535">
              <a:lnSpc>
                <a:spcPct val="100000"/>
              </a:lnSpc>
              <a:spcBef>
                <a:spcPts val="900"/>
              </a:spcBef>
            </a:pPr>
            <a:r>
              <a:rPr sz="1200" spc="-5" dirty="0">
                <a:latin typeface="Times New Roman"/>
                <a:cs typeface="Times New Roman"/>
              </a:rPr>
              <a:t>&lt;div</a:t>
            </a:r>
            <a:r>
              <a:rPr sz="1200" spc="-30" dirty="0">
                <a:latin typeface="Times New Roman"/>
                <a:cs typeface="Times New Roman"/>
              </a:rPr>
              <a:t> </a:t>
            </a:r>
            <a:r>
              <a:rPr sz="1200" spc="-5" dirty="0">
                <a:latin typeface="Times New Roman"/>
                <a:cs typeface="Times New Roman"/>
              </a:rPr>
              <a:t>class="offcanvas</a:t>
            </a:r>
            <a:r>
              <a:rPr sz="1200" u="sng" spc="640" dirty="0">
                <a:uFill>
                  <a:solidFill>
                    <a:srgbClr val="000000"/>
                  </a:solidFill>
                </a:uFill>
                <a:latin typeface="Times New Roman"/>
                <a:cs typeface="Times New Roman"/>
              </a:rPr>
              <a:t> </a:t>
            </a:r>
            <a:r>
              <a:rPr sz="1200" spc="-15" dirty="0">
                <a:latin typeface="Times New Roman"/>
                <a:cs typeface="Times New Roman"/>
              </a:rPr>
              <a:t>contact-icon</a:t>
            </a:r>
            <a:r>
              <a:rPr sz="1200" spc="45" dirty="0">
                <a:latin typeface="Times New Roman"/>
                <a:cs typeface="Times New Roman"/>
              </a:rPr>
              <a:t> </a:t>
            </a:r>
            <a:r>
              <a:rPr sz="1200" spc="-25" dirty="0">
                <a:latin typeface="Times New Roman"/>
                <a:cs typeface="Times New Roman"/>
              </a:rPr>
              <a:t>mr-15"&gt;</a:t>
            </a:r>
            <a:endParaRPr sz="1200" dirty="0">
              <a:latin typeface="Times New Roman"/>
              <a:cs typeface="Times New Roman"/>
            </a:endParaRPr>
          </a:p>
          <a:p>
            <a:pPr marL="3213735">
              <a:lnSpc>
                <a:spcPct val="100000"/>
              </a:lnSpc>
              <a:spcBef>
                <a:spcPts val="900"/>
              </a:spcBef>
            </a:pPr>
            <a:r>
              <a:rPr sz="1200" spc="-5" dirty="0">
                <a:latin typeface="Times New Roman"/>
                <a:cs typeface="Times New Roman"/>
              </a:rPr>
              <a:t>&lt;i</a:t>
            </a:r>
            <a:r>
              <a:rPr sz="1200" spc="-20" dirty="0">
                <a:latin typeface="Times New Roman"/>
                <a:cs typeface="Times New Roman"/>
              </a:rPr>
              <a:t> </a:t>
            </a:r>
            <a:r>
              <a:rPr sz="1200" spc="-5" dirty="0">
                <a:latin typeface="Times New Roman"/>
                <a:cs typeface="Times New Roman"/>
              </a:rPr>
              <a:t>class="fa</a:t>
            </a:r>
            <a:r>
              <a:rPr sz="1200" dirty="0">
                <a:latin typeface="Times New Roman"/>
                <a:cs typeface="Times New Roman"/>
              </a:rPr>
              <a:t> </a:t>
            </a:r>
            <a:r>
              <a:rPr sz="1200" spc="-15" dirty="0">
                <a:latin typeface="Times New Roman"/>
                <a:cs typeface="Times New Roman"/>
              </a:rPr>
              <a:t>fa-map-marker"&gt;&lt;/i&gt;</a:t>
            </a:r>
            <a:endParaRPr sz="1200" dirty="0">
              <a:latin typeface="Times New Roman"/>
              <a:cs typeface="Times New Roman"/>
            </a:endParaRPr>
          </a:p>
          <a:p>
            <a:pPr marL="2756535">
              <a:lnSpc>
                <a:spcPct val="100000"/>
              </a:lnSpc>
              <a:spcBef>
                <a:spcPts val="900"/>
              </a:spcBef>
            </a:pPr>
            <a:r>
              <a:rPr sz="1200" spc="-15" dirty="0">
                <a:latin typeface="Times New Roman"/>
                <a:cs typeface="Times New Roman"/>
              </a:rPr>
              <a:t>&lt;/div&gt;</a:t>
            </a:r>
            <a:endParaRPr sz="1200" dirty="0">
              <a:latin typeface="Times New Roman"/>
              <a:cs typeface="Times New Roman"/>
            </a:endParaRPr>
          </a:p>
          <a:p>
            <a:pPr marL="2756535">
              <a:lnSpc>
                <a:spcPct val="100000"/>
              </a:lnSpc>
              <a:spcBef>
                <a:spcPts val="900"/>
              </a:spcBef>
            </a:pPr>
            <a:r>
              <a:rPr sz="1200" spc="-5" dirty="0">
                <a:latin typeface="Times New Roman"/>
                <a:cs typeface="Times New Roman"/>
              </a:rPr>
              <a:t>&lt;div</a:t>
            </a:r>
            <a:r>
              <a:rPr sz="1200" spc="-15" dirty="0">
                <a:latin typeface="Times New Roman"/>
                <a:cs typeface="Times New Roman"/>
              </a:rPr>
              <a:t> </a:t>
            </a:r>
            <a:r>
              <a:rPr sz="1200" spc="-5" dirty="0">
                <a:latin typeface="Times New Roman"/>
                <a:cs typeface="Times New Roman"/>
              </a:rPr>
              <a:t>class="offcanvas</a:t>
            </a:r>
            <a:r>
              <a:rPr sz="1200" u="sng" spc="595" dirty="0">
                <a:uFill>
                  <a:solidFill>
                    <a:srgbClr val="000000"/>
                  </a:solidFill>
                </a:uFill>
                <a:latin typeface="Times New Roman"/>
                <a:cs typeface="Times New Roman"/>
              </a:rPr>
              <a:t> </a:t>
            </a:r>
            <a:r>
              <a:rPr sz="1200" spc="-15" dirty="0">
                <a:latin typeface="Times New Roman"/>
                <a:cs typeface="Times New Roman"/>
              </a:rPr>
              <a:t>contact-text"&gt;</a:t>
            </a:r>
            <a:endParaRPr sz="1200" dirty="0">
              <a:latin typeface="Times New Roman"/>
              <a:cs typeface="Times New Roman"/>
            </a:endParaRPr>
          </a:p>
        </p:txBody>
      </p:sp>
      <p:sp>
        <p:nvSpPr>
          <p:cNvPr id="4" name="object 4"/>
          <p:cNvSpPr/>
          <p:nvPr/>
        </p:nvSpPr>
        <p:spPr>
          <a:xfrm>
            <a:off x="584454" y="467106"/>
            <a:ext cx="6477000" cy="9941560"/>
          </a:xfrm>
          <a:custGeom>
            <a:avLst/>
            <a:gdLst/>
            <a:ahLst/>
            <a:cxnLst/>
            <a:rect l="l" t="t" r="r" b="b"/>
            <a:pathLst>
              <a:path w="6477000" h="9941560">
                <a:moveTo>
                  <a:pt x="0" y="9941052"/>
                </a:moveTo>
                <a:lnTo>
                  <a:pt x="6477000" y="9941052"/>
                </a:lnTo>
                <a:lnTo>
                  <a:pt x="6477000" y="0"/>
                </a:lnTo>
                <a:lnTo>
                  <a:pt x="0" y="0"/>
                </a:lnTo>
                <a:lnTo>
                  <a:pt x="0" y="9941052"/>
                </a:lnTo>
                <a:close/>
              </a:path>
            </a:pathLst>
          </a:custGeom>
          <a:ln w="25400">
            <a:solidFill>
              <a:srgbClr val="1C334E"/>
            </a:solidFill>
          </a:ln>
        </p:spPr>
        <p:txBody>
          <a:bodyPr wrap="square" lIns="0" tIns="0" rIns="0" bIns="0" rtlCol="0"/>
          <a:lstStyle/>
          <a:p>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75</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7796" y="892810"/>
            <a:ext cx="5719445" cy="7419975"/>
          </a:xfrm>
          <a:prstGeom prst="rect">
            <a:avLst/>
          </a:prstGeom>
        </p:spPr>
        <p:txBody>
          <a:bodyPr vert="horz" wrap="square" lIns="0" tIns="12700" rIns="0" bIns="0" rtlCol="0">
            <a:spAutoFit/>
          </a:bodyPr>
          <a:lstStyle/>
          <a:p>
            <a:pPr marL="3208655">
              <a:lnSpc>
                <a:spcPct val="100000"/>
              </a:lnSpc>
              <a:spcBef>
                <a:spcPts val="100"/>
              </a:spcBef>
            </a:pPr>
            <a:r>
              <a:rPr sz="1200" spc="-5" dirty="0">
                <a:latin typeface="Times New Roman"/>
                <a:cs typeface="Times New Roman"/>
              </a:rPr>
              <a:t>&lt;a</a:t>
            </a:r>
            <a:r>
              <a:rPr sz="1200" spc="-45" dirty="0">
                <a:latin typeface="Times New Roman"/>
                <a:cs typeface="Times New Roman"/>
              </a:rPr>
              <a:t> </a:t>
            </a:r>
            <a:r>
              <a:rPr sz="1200" spc="-15" dirty="0">
                <a:latin typeface="Times New Roman"/>
                <a:cs typeface="Times New Roman"/>
              </a:rPr>
              <a:t>target="_blank"</a:t>
            </a:r>
            <a:endParaRPr sz="1200">
              <a:latin typeface="Times New Roman"/>
              <a:cs typeface="Times New Roman"/>
            </a:endParaRPr>
          </a:p>
          <a:p>
            <a:pPr>
              <a:lnSpc>
                <a:spcPct val="100000"/>
              </a:lnSpc>
              <a:spcBef>
                <a:spcPts val="40"/>
              </a:spcBef>
            </a:pPr>
            <a:endParaRPr sz="1900">
              <a:latin typeface="Times New Roman"/>
              <a:cs typeface="Times New Roman"/>
            </a:endParaRPr>
          </a:p>
          <a:p>
            <a:pPr marL="12700" marR="87630" indent="450850" algn="just">
              <a:lnSpc>
                <a:spcPct val="106200"/>
              </a:lnSpc>
              <a:spcBef>
                <a:spcPts val="5"/>
              </a:spcBef>
            </a:pPr>
            <a:r>
              <a:rPr sz="1200" spc="-15" dirty="0">
                <a:latin typeface="Times New Roman"/>
                <a:cs typeface="Times New Roman"/>
              </a:rPr>
              <a:t>href=</a:t>
            </a:r>
            <a:r>
              <a:rPr sz="1200" u="sng" spc="-15" dirty="0">
                <a:uFill>
                  <a:solidFill>
                    <a:srgbClr val="000000"/>
                  </a:solidFill>
                </a:uFill>
                <a:latin typeface="Times New Roman"/>
                <a:cs typeface="Times New Roman"/>
                <a:hlinkClick r:id="rId2"/>
              </a:rPr>
              <a:t>"https://ww</a:t>
            </a:r>
            <a:r>
              <a:rPr sz="1200" spc="-15" dirty="0">
                <a:latin typeface="Times New Roman"/>
                <a:cs typeface="Times New Roman"/>
              </a:rPr>
              <a:t>w</a:t>
            </a:r>
            <a:r>
              <a:rPr sz="1200" u="sng" spc="-15" dirty="0">
                <a:uFill>
                  <a:solidFill>
                    <a:srgbClr val="000000"/>
                  </a:solidFill>
                </a:uFill>
                <a:latin typeface="Times New Roman"/>
                <a:cs typeface="Times New Roman"/>
                <a:hlinkClick r:id="rId2"/>
              </a:rPr>
              <a:t>.google.com/maps/place/Dhaka/@23.7806207,90.3492859,12z/dat </a:t>
            </a:r>
            <a:r>
              <a:rPr sz="1200" spc="-10" dirty="0">
                <a:latin typeface="Times New Roman"/>
                <a:cs typeface="Times New Roman"/>
              </a:rPr>
              <a:t> </a:t>
            </a:r>
            <a:r>
              <a:rPr sz="1200" spc="-15" dirty="0">
                <a:latin typeface="Times New Roman"/>
                <a:cs typeface="Times New Roman"/>
              </a:rPr>
              <a:t>a=!3m1!4b1!4m5!3m4!1s0x3755b8b087026b81:0x8fa563bbdd5904c2!8m2!3d23.8104753!4 </a:t>
            </a:r>
            <a:r>
              <a:rPr sz="1200" spc="-10" dirty="0">
                <a:latin typeface="Times New Roman"/>
                <a:cs typeface="Times New Roman"/>
              </a:rPr>
              <a:t> </a:t>
            </a:r>
            <a:r>
              <a:rPr sz="1200" spc="-15" dirty="0">
                <a:latin typeface="Times New Roman"/>
                <a:cs typeface="Times New Roman"/>
              </a:rPr>
              <a:t>d90.4119873"&gt;12/A,</a:t>
            </a:r>
            <a:endParaRPr sz="1200">
              <a:latin typeface="Times New Roman"/>
              <a:cs typeface="Times New Roman"/>
            </a:endParaRPr>
          </a:p>
          <a:p>
            <a:pPr marL="3666490">
              <a:lnSpc>
                <a:spcPct val="100000"/>
              </a:lnSpc>
              <a:spcBef>
                <a:spcPts val="994"/>
              </a:spcBef>
            </a:pPr>
            <a:r>
              <a:rPr sz="1200" spc="-5" dirty="0">
                <a:latin typeface="Times New Roman"/>
                <a:cs typeface="Times New Roman"/>
              </a:rPr>
              <a:t>Mirnada</a:t>
            </a:r>
            <a:r>
              <a:rPr sz="1200" spc="-45" dirty="0">
                <a:latin typeface="Times New Roman"/>
                <a:cs typeface="Times New Roman"/>
              </a:rPr>
              <a:t> </a:t>
            </a:r>
            <a:r>
              <a:rPr sz="1200" dirty="0">
                <a:latin typeface="Times New Roman"/>
                <a:cs typeface="Times New Roman"/>
              </a:rPr>
              <a:t>City</a:t>
            </a:r>
            <a:r>
              <a:rPr sz="1200" spc="-60" dirty="0">
                <a:latin typeface="Times New Roman"/>
                <a:cs typeface="Times New Roman"/>
              </a:rPr>
              <a:t> </a:t>
            </a:r>
            <a:r>
              <a:rPr sz="1200" spc="-25" dirty="0">
                <a:latin typeface="Times New Roman"/>
                <a:cs typeface="Times New Roman"/>
              </a:rPr>
              <a:t>Tower,</a:t>
            </a:r>
            <a:r>
              <a:rPr sz="1200" spc="-45" dirty="0">
                <a:latin typeface="Times New Roman"/>
                <a:cs typeface="Times New Roman"/>
              </a:rPr>
              <a:t> </a:t>
            </a:r>
            <a:r>
              <a:rPr sz="1200" spc="-15" dirty="0">
                <a:latin typeface="Times New Roman"/>
                <a:cs typeface="Times New Roman"/>
              </a:rPr>
              <a:t>NYC&lt;/a&gt;</a:t>
            </a:r>
            <a:endParaRPr sz="1200">
              <a:latin typeface="Times New Roman"/>
              <a:cs typeface="Times New Roman"/>
            </a:endParaRPr>
          </a:p>
          <a:p>
            <a:pPr marL="2751455">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2292985">
              <a:lnSpc>
                <a:spcPct val="100000"/>
              </a:lnSpc>
              <a:spcBef>
                <a:spcPts val="900"/>
              </a:spcBef>
            </a:pPr>
            <a:r>
              <a:rPr sz="1200" spc="-10" dirty="0">
                <a:latin typeface="Times New Roman"/>
                <a:cs typeface="Times New Roman"/>
              </a:rPr>
              <a:t>&lt;/li&gt;</a:t>
            </a:r>
            <a:endParaRPr sz="1200">
              <a:latin typeface="Times New Roman"/>
              <a:cs typeface="Times New Roman"/>
            </a:endParaRPr>
          </a:p>
          <a:p>
            <a:pPr marL="2292985">
              <a:lnSpc>
                <a:spcPct val="100000"/>
              </a:lnSpc>
              <a:spcBef>
                <a:spcPts val="900"/>
              </a:spcBef>
            </a:pPr>
            <a:r>
              <a:rPr sz="1200" spc="-5" dirty="0">
                <a:latin typeface="Times New Roman"/>
                <a:cs typeface="Times New Roman"/>
              </a:rPr>
              <a:t>&lt;li</a:t>
            </a:r>
            <a:r>
              <a:rPr sz="1200" spc="45" dirty="0">
                <a:latin typeface="Times New Roman"/>
                <a:cs typeface="Times New Roman"/>
              </a:rPr>
              <a:t> </a:t>
            </a:r>
            <a:r>
              <a:rPr sz="1200" spc="-15" dirty="0">
                <a:latin typeface="Times New Roman"/>
                <a:cs typeface="Times New Roman"/>
              </a:rPr>
              <a:t>class="d-flex</a:t>
            </a:r>
            <a:r>
              <a:rPr sz="1200" spc="100" dirty="0">
                <a:latin typeface="Times New Roman"/>
                <a:cs typeface="Times New Roman"/>
              </a:rPr>
              <a:t> </a:t>
            </a:r>
            <a:r>
              <a:rPr sz="1200" spc="-15" dirty="0">
                <a:latin typeface="Times New Roman"/>
                <a:cs typeface="Times New Roman"/>
              </a:rPr>
              <a:t>align-items-center"&gt;</a:t>
            </a:r>
            <a:endParaRPr sz="1200">
              <a:latin typeface="Times New Roman"/>
              <a:cs typeface="Times New Roman"/>
            </a:endParaRPr>
          </a:p>
          <a:p>
            <a:pPr marL="2751455">
              <a:lnSpc>
                <a:spcPct val="100000"/>
              </a:lnSpc>
              <a:spcBef>
                <a:spcPts val="900"/>
              </a:spcBef>
            </a:pPr>
            <a:r>
              <a:rPr sz="1200" spc="-5" dirty="0">
                <a:latin typeface="Times New Roman"/>
                <a:cs typeface="Times New Roman"/>
              </a:rPr>
              <a:t>&lt;div</a:t>
            </a:r>
            <a:r>
              <a:rPr sz="1200" spc="-30" dirty="0">
                <a:latin typeface="Times New Roman"/>
                <a:cs typeface="Times New Roman"/>
              </a:rPr>
              <a:t> </a:t>
            </a:r>
            <a:r>
              <a:rPr sz="1200" spc="-5" dirty="0">
                <a:latin typeface="Times New Roman"/>
                <a:cs typeface="Times New Roman"/>
              </a:rPr>
              <a:t>class="offcanvas</a:t>
            </a:r>
            <a:r>
              <a:rPr sz="1200" u="sng" spc="640" dirty="0">
                <a:uFill>
                  <a:solidFill>
                    <a:srgbClr val="000000"/>
                  </a:solidFill>
                </a:uFill>
                <a:latin typeface="Times New Roman"/>
                <a:cs typeface="Times New Roman"/>
              </a:rPr>
              <a:t> </a:t>
            </a:r>
            <a:r>
              <a:rPr sz="1200" spc="-15" dirty="0">
                <a:latin typeface="Times New Roman"/>
                <a:cs typeface="Times New Roman"/>
              </a:rPr>
              <a:t>contact-icon</a:t>
            </a:r>
            <a:r>
              <a:rPr sz="1200" spc="45" dirty="0">
                <a:latin typeface="Times New Roman"/>
                <a:cs typeface="Times New Roman"/>
              </a:rPr>
              <a:t> </a:t>
            </a:r>
            <a:r>
              <a:rPr sz="1200" spc="-25" dirty="0">
                <a:latin typeface="Times New Roman"/>
                <a:cs typeface="Times New Roman"/>
              </a:rPr>
              <a:t>mr-15"&gt;</a:t>
            </a:r>
            <a:endParaRPr sz="1200">
              <a:latin typeface="Times New Roman"/>
              <a:cs typeface="Times New Roman"/>
            </a:endParaRPr>
          </a:p>
          <a:p>
            <a:pPr marL="3208655">
              <a:lnSpc>
                <a:spcPct val="100000"/>
              </a:lnSpc>
              <a:spcBef>
                <a:spcPts val="900"/>
              </a:spcBef>
            </a:pPr>
            <a:r>
              <a:rPr sz="1200" spc="-5" dirty="0">
                <a:latin typeface="Times New Roman"/>
                <a:cs typeface="Times New Roman"/>
              </a:rPr>
              <a:t>&lt;i</a:t>
            </a:r>
            <a:r>
              <a:rPr sz="1200" spc="-25" dirty="0">
                <a:latin typeface="Times New Roman"/>
                <a:cs typeface="Times New Roman"/>
              </a:rPr>
              <a:t> </a:t>
            </a:r>
            <a:r>
              <a:rPr sz="1200" spc="-5" dirty="0">
                <a:latin typeface="Times New Roman"/>
                <a:cs typeface="Times New Roman"/>
              </a:rPr>
              <a:t>class="fa</a:t>
            </a:r>
            <a:r>
              <a:rPr sz="1200" spc="-20" dirty="0">
                <a:latin typeface="Times New Roman"/>
                <a:cs typeface="Times New Roman"/>
              </a:rPr>
              <a:t> </a:t>
            </a:r>
            <a:r>
              <a:rPr sz="1200" spc="-15" dirty="0">
                <a:latin typeface="Times New Roman"/>
                <a:cs typeface="Times New Roman"/>
              </a:rPr>
              <a:t>fa-phone"&gt;&lt;/i&gt;</a:t>
            </a:r>
            <a:endParaRPr sz="1200">
              <a:latin typeface="Times New Roman"/>
              <a:cs typeface="Times New Roman"/>
            </a:endParaRPr>
          </a:p>
          <a:p>
            <a:pPr marL="2751455">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2751455">
              <a:lnSpc>
                <a:spcPct val="100000"/>
              </a:lnSpc>
              <a:spcBef>
                <a:spcPts val="900"/>
              </a:spcBef>
            </a:pPr>
            <a:r>
              <a:rPr sz="1200" spc="-5" dirty="0">
                <a:latin typeface="Times New Roman"/>
                <a:cs typeface="Times New Roman"/>
              </a:rPr>
              <a:t>&lt;div</a:t>
            </a:r>
            <a:r>
              <a:rPr sz="1200" spc="-15" dirty="0">
                <a:latin typeface="Times New Roman"/>
                <a:cs typeface="Times New Roman"/>
              </a:rPr>
              <a:t> </a:t>
            </a:r>
            <a:r>
              <a:rPr sz="1200" spc="-5" dirty="0">
                <a:latin typeface="Times New Roman"/>
                <a:cs typeface="Times New Roman"/>
              </a:rPr>
              <a:t>class="offcanvas</a:t>
            </a:r>
            <a:r>
              <a:rPr sz="1200" u="sng" spc="595" dirty="0">
                <a:uFill>
                  <a:solidFill>
                    <a:srgbClr val="000000"/>
                  </a:solidFill>
                </a:uFill>
                <a:latin typeface="Times New Roman"/>
                <a:cs typeface="Times New Roman"/>
              </a:rPr>
              <a:t> </a:t>
            </a:r>
            <a:r>
              <a:rPr sz="1200" spc="-15" dirty="0">
                <a:latin typeface="Times New Roman"/>
                <a:cs typeface="Times New Roman"/>
              </a:rPr>
              <a:t>contact-text"&gt;</a:t>
            </a:r>
            <a:endParaRPr sz="1200">
              <a:latin typeface="Times New Roman"/>
              <a:cs typeface="Times New Roman"/>
            </a:endParaRPr>
          </a:p>
          <a:p>
            <a:pPr marL="12700" marR="2342515" indent="3195955">
              <a:lnSpc>
                <a:spcPct val="105800"/>
              </a:lnSpc>
              <a:spcBef>
                <a:spcPts val="710"/>
              </a:spcBef>
            </a:pPr>
            <a:r>
              <a:rPr sz="1200" spc="-30" dirty="0">
                <a:latin typeface="Times New Roman"/>
                <a:cs typeface="Times New Roman"/>
              </a:rPr>
              <a:t>&lt;a  </a:t>
            </a:r>
            <a:r>
              <a:rPr sz="1200" spc="-15" dirty="0">
                <a:latin typeface="Times New Roman"/>
                <a:cs typeface="Times New Roman"/>
              </a:rPr>
              <a:t>href=</a:t>
            </a:r>
            <a:r>
              <a:rPr sz="1200" u="sng" spc="-15" dirty="0">
                <a:uFill>
                  <a:solidFill>
                    <a:srgbClr val="000000"/>
                  </a:solidFill>
                </a:uFill>
                <a:latin typeface="Times New Roman"/>
                <a:cs typeface="Times New Roman"/>
                <a:hlinkClick r:id="rId3"/>
              </a:rPr>
              <a:t>"m</a:t>
            </a:r>
            <a:r>
              <a:rPr sz="1200" spc="-15" dirty="0">
                <a:latin typeface="Times New Roman"/>
                <a:cs typeface="Times New Roman"/>
              </a:rPr>
              <a:t>a</a:t>
            </a:r>
            <a:r>
              <a:rPr sz="1200" u="sng" spc="-15" dirty="0">
                <a:uFill>
                  <a:solidFill>
                    <a:srgbClr val="000000"/>
                  </a:solidFill>
                </a:uFill>
                <a:latin typeface="Times New Roman"/>
                <a:cs typeface="Times New Roman"/>
                <a:hlinkClick r:id="rId3"/>
              </a:rPr>
              <a:t>ilto:support@gmail.com"&gt;088889797697&lt;</a:t>
            </a:r>
            <a:r>
              <a:rPr sz="1200" spc="-15" dirty="0">
                <a:latin typeface="Times New Roman"/>
                <a:cs typeface="Times New Roman"/>
              </a:rPr>
              <a:t>/a&gt;</a:t>
            </a:r>
            <a:endParaRPr sz="1200">
              <a:latin typeface="Times New Roman"/>
              <a:cs typeface="Times New Roman"/>
            </a:endParaRPr>
          </a:p>
          <a:p>
            <a:pPr marL="2751455">
              <a:lnSpc>
                <a:spcPct val="100000"/>
              </a:lnSpc>
              <a:spcBef>
                <a:spcPts val="1000"/>
              </a:spcBef>
            </a:pPr>
            <a:r>
              <a:rPr sz="1200" spc="-15" dirty="0">
                <a:latin typeface="Times New Roman"/>
                <a:cs typeface="Times New Roman"/>
              </a:rPr>
              <a:t>&lt;/div&gt;</a:t>
            </a:r>
            <a:endParaRPr sz="1200">
              <a:latin typeface="Times New Roman"/>
              <a:cs typeface="Times New Roman"/>
            </a:endParaRPr>
          </a:p>
          <a:p>
            <a:pPr marL="2292985">
              <a:lnSpc>
                <a:spcPct val="100000"/>
              </a:lnSpc>
              <a:spcBef>
                <a:spcPts val="900"/>
              </a:spcBef>
            </a:pPr>
            <a:r>
              <a:rPr sz="1200" spc="-10" dirty="0">
                <a:latin typeface="Times New Roman"/>
                <a:cs typeface="Times New Roman"/>
              </a:rPr>
              <a:t>&lt;/li&gt;</a:t>
            </a:r>
            <a:endParaRPr sz="1200">
              <a:latin typeface="Times New Roman"/>
              <a:cs typeface="Times New Roman"/>
            </a:endParaRPr>
          </a:p>
          <a:p>
            <a:pPr marL="2292985">
              <a:lnSpc>
                <a:spcPct val="100000"/>
              </a:lnSpc>
              <a:spcBef>
                <a:spcPts val="900"/>
              </a:spcBef>
            </a:pPr>
            <a:r>
              <a:rPr sz="1200" spc="-5" dirty="0">
                <a:latin typeface="Times New Roman"/>
                <a:cs typeface="Times New Roman"/>
              </a:rPr>
              <a:t>&lt;li</a:t>
            </a:r>
            <a:r>
              <a:rPr sz="1200" spc="45" dirty="0">
                <a:latin typeface="Times New Roman"/>
                <a:cs typeface="Times New Roman"/>
              </a:rPr>
              <a:t> </a:t>
            </a:r>
            <a:r>
              <a:rPr sz="1200" spc="-15" dirty="0">
                <a:latin typeface="Times New Roman"/>
                <a:cs typeface="Times New Roman"/>
              </a:rPr>
              <a:t>class="d-flex</a:t>
            </a:r>
            <a:r>
              <a:rPr sz="1200" spc="105" dirty="0">
                <a:latin typeface="Times New Roman"/>
                <a:cs typeface="Times New Roman"/>
              </a:rPr>
              <a:t> </a:t>
            </a:r>
            <a:r>
              <a:rPr sz="1200" spc="-15" dirty="0">
                <a:latin typeface="Times New Roman"/>
                <a:cs typeface="Times New Roman"/>
              </a:rPr>
              <a:t>align-items-center"&gt;</a:t>
            </a:r>
            <a:endParaRPr sz="1200">
              <a:latin typeface="Times New Roman"/>
              <a:cs typeface="Times New Roman"/>
            </a:endParaRPr>
          </a:p>
          <a:p>
            <a:pPr marL="2751455">
              <a:lnSpc>
                <a:spcPct val="100000"/>
              </a:lnSpc>
              <a:spcBef>
                <a:spcPts val="900"/>
              </a:spcBef>
            </a:pPr>
            <a:r>
              <a:rPr sz="1200" spc="-5" dirty="0">
                <a:latin typeface="Times New Roman"/>
                <a:cs typeface="Times New Roman"/>
              </a:rPr>
              <a:t>&lt;div</a:t>
            </a:r>
            <a:r>
              <a:rPr sz="1200" spc="-30" dirty="0">
                <a:latin typeface="Times New Roman"/>
                <a:cs typeface="Times New Roman"/>
              </a:rPr>
              <a:t> </a:t>
            </a:r>
            <a:r>
              <a:rPr sz="1200" spc="-5" dirty="0">
                <a:latin typeface="Times New Roman"/>
                <a:cs typeface="Times New Roman"/>
              </a:rPr>
              <a:t>class="offcanvas</a:t>
            </a:r>
            <a:r>
              <a:rPr sz="1200" u="sng" spc="640" dirty="0">
                <a:uFill>
                  <a:solidFill>
                    <a:srgbClr val="000000"/>
                  </a:solidFill>
                </a:uFill>
                <a:latin typeface="Times New Roman"/>
                <a:cs typeface="Times New Roman"/>
              </a:rPr>
              <a:t> </a:t>
            </a:r>
            <a:r>
              <a:rPr sz="1200" spc="-15" dirty="0">
                <a:latin typeface="Times New Roman"/>
                <a:cs typeface="Times New Roman"/>
              </a:rPr>
              <a:t>contact-icon</a:t>
            </a:r>
            <a:r>
              <a:rPr sz="1200" spc="45" dirty="0">
                <a:latin typeface="Times New Roman"/>
                <a:cs typeface="Times New Roman"/>
              </a:rPr>
              <a:t> </a:t>
            </a:r>
            <a:r>
              <a:rPr sz="1200" spc="-25" dirty="0">
                <a:latin typeface="Times New Roman"/>
                <a:cs typeface="Times New Roman"/>
              </a:rPr>
              <a:t>mr-15"&gt;</a:t>
            </a:r>
            <a:endParaRPr sz="1200">
              <a:latin typeface="Times New Roman"/>
              <a:cs typeface="Times New Roman"/>
            </a:endParaRPr>
          </a:p>
          <a:p>
            <a:pPr marL="3208655">
              <a:lnSpc>
                <a:spcPct val="100000"/>
              </a:lnSpc>
              <a:spcBef>
                <a:spcPts val="900"/>
              </a:spcBef>
            </a:pPr>
            <a:r>
              <a:rPr sz="1200" spc="-5" dirty="0">
                <a:latin typeface="Times New Roman"/>
                <a:cs typeface="Times New Roman"/>
              </a:rPr>
              <a:t>&lt;i</a:t>
            </a:r>
            <a:r>
              <a:rPr sz="1200" spc="-15" dirty="0">
                <a:latin typeface="Times New Roman"/>
                <a:cs typeface="Times New Roman"/>
              </a:rPr>
              <a:t> </a:t>
            </a:r>
            <a:r>
              <a:rPr sz="1200" spc="-5" dirty="0">
                <a:latin typeface="Times New Roman"/>
                <a:cs typeface="Times New Roman"/>
              </a:rPr>
              <a:t>class="fa</a:t>
            </a:r>
            <a:r>
              <a:rPr sz="1200" spc="-10" dirty="0">
                <a:latin typeface="Times New Roman"/>
                <a:cs typeface="Times New Roman"/>
              </a:rPr>
              <a:t> </a:t>
            </a:r>
            <a:r>
              <a:rPr sz="1200" spc="-15" dirty="0">
                <a:latin typeface="Times New Roman"/>
                <a:cs typeface="Times New Roman"/>
              </a:rPr>
              <a:t>fa-envelope"&gt;&lt;/i&gt;</a:t>
            </a:r>
            <a:endParaRPr sz="1200">
              <a:latin typeface="Times New Roman"/>
              <a:cs typeface="Times New Roman"/>
            </a:endParaRPr>
          </a:p>
          <a:p>
            <a:pPr marL="2751455">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2751455">
              <a:lnSpc>
                <a:spcPct val="100000"/>
              </a:lnSpc>
              <a:spcBef>
                <a:spcPts val="900"/>
              </a:spcBef>
            </a:pPr>
            <a:r>
              <a:rPr sz="1200" spc="-5" dirty="0">
                <a:latin typeface="Times New Roman"/>
                <a:cs typeface="Times New Roman"/>
              </a:rPr>
              <a:t>&lt;div</a:t>
            </a:r>
            <a:r>
              <a:rPr sz="1200" spc="-15" dirty="0">
                <a:latin typeface="Times New Roman"/>
                <a:cs typeface="Times New Roman"/>
              </a:rPr>
              <a:t> </a:t>
            </a:r>
            <a:r>
              <a:rPr sz="1200" spc="-5" dirty="0">
                <a:latin typeface="Times New Roman"/>
                <a:cs typeface="Times New Roman"/>
              </a:rPr>
              <a:t>class="offcanvas</a:t>
            </a:r>
            <a:r>
              <a:rPr sz="1200" u="sng" spc="595" dirty="0">
                <a:uFill>
                  <a:solidFill>
                    <a:srgbClr val="000000"/>
                  </a:solidFill>
                </a:uFill>
                <a:latin typeface="Times New Roman"/>
                <a:cs typeface="Times New Roman"/>
              </a:rPr>
              <a:t> </a:t>
            </a:r>
            <a:r>
              <a:rPr sz="1200" spc="-15" dirty="0">
                <a:latin typeface="Times New Roman"/>
                <a:cs typeface="Times New Roman"/>
              </a:rPr>
              <a:t>contact-text"&gt;</a:t>
            </a:r>
            <a:endParaRPr sz="1200">
              <a:latin typeface="Times New Roman"/>
              <a:cs typeface="Times New Roman"/>
            </a:endParaRPr>
          </a:p>
          <a:p>
            <a:pPr marL="3208655">
              <a:lnSpc>
                <a:spcPct val="100000"/>
              </a:lnSpc>
              <a:spcBef>
                <a:spcPts val="900"/>
              </a:spcBef>
              <a:tabLst>
                <a:tab pos="4504690" algn="l"/>
              </a:tabLst>
            </a:pPr>
            <a:r>
              <a:rPr sz="1200" spc="-15" dirty="0">
                <a:latin typeface="Times New Roman"/>
                <a:cs typeface="Times New Roman"/>
              </a:rPr>
              <a:t>&lt;a	</a:t>
            </a:r>
            <a:r>
              <a:rPr sz="1200" spc="-20" dirty="0">
                <a:latin typeface="Times New Roman"/>
                <a:cs typeface="Times New Roman"/>
              </a:rPr>
              <a:t>href="tel:+012-345-</a:t>
            </a:r>
            <a:endParaRPr sz="1200">
              <a:latin typeface="Times New Roman"/>
              <a:cs typeface="Times New Roman"/>
            </a:endParaRPr>
          </a:p>
          <a:p>
            <a:pPr marL="12700">
              <a:lnSpc>
                <a:spcPct val="100000"/>
              </a:lnSpc>
              <a:spcBef>
                <a:spcPts val="110"/>
              </a:spcBef>
            </a:pPr>
            <a:r>
              <a:rPr sz="1200" u="sng" spc="-15" dirty="0">
                <a:uFill>
                  <a:solidFill>
                    <a:srgbClr val="000000"/>
                  </a:solidFill>
                </a:uFill>
                <a:latin typeface="Times New Roman"/>
                <a:cs typeface="Times New Roman"/>
                <a:hlinkClick r:id="rId4"/>
              </a:rPr>
              <a:t>6789"&gt;suppor</a:t>
            </a:r>
            <a:r>
              <a:rPr sz="1200" spc="-15" dirty="0">
                <a:latin typeface="Times New Roman"/>
                <a:cs typeface="Times New Roman"/>
              </a:rPr>
              <a:t>t@mail</a:t>
            </a:r>
            <a:r>
              <a:rPr sz="1200" u="sng" spc="-15" dirty="0">
                <a:uFill>
                  <a:solidFill>
                    <a:srgbClr val="000000"/>
                  </a:solidFill>
                </a:uFill>
                <a:latin typeface="Times New Roman"/>
                <a:cs typeface="Times New Roman"/>
                <a:hlinkClick r:id="rId4"/>
              </a:rPr>
              <a:t>.com&lt;/a</a:t>
            </a:r>
            <a:r>
              <a:rPr sz="1200" spc="-15" dirty="0">
                <a:latin typeface="Times New Roman"/>
                <a:cs typeface="Times New Roman"/>
              </a:rPr>
              <a:t>&gt;</a:t>
            </a:r>
            <a:endParaRPr sz="1200">
              <a:latin typeface="Times New Roman"/>
              <a:cs typeface="Times New Roman"/>
            </a:endParaRPr>
          </a:p>
          <a:p>
            <a:pPr marL="2751455">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2292985">
              <a:lnSpc>
                <a:spcPct val="100000"/>
              </a:lnSpc>
              <a:spcBef>
                <a:spcPts val="900"/>
              </a:spcBef>
            </a:pPr>
            <a:r>
              <a:rPr sz="1200" spc="-10" dirty="0">
                <a:latin typeface="Times New Roman"/>
                <a:cs typeface="Times New Roman"/>
              </a:rPr>
              <a:t>&lt;/li&gt;</a:t>
            </a:r>
            <a:endParaRPr sz="1200">
              <a:latin typeface="Times New Roman"/>
              <a:cs typeface="Times New Roman"/>
            </a:endParaRPr>
          </a:p>
          <a:p>
            <a:pPr marL="1835150">
              <a:lnSpc>
                <a:spcPct val="100000"/>
              </a:lnSpc>
              <a:spcBef>
                <a:spcPts val="900"/>
              </a:spcBef>
            </a:pPr>
            <a:r>
              <a:rPr sz="1200" spc="-15" dirty="0">
                <a:latin typeface="Times New Roman"/>
                <a:cs typeface="Times New Roman"/>
              </a:rPr>
              <a:t>&lt;/ul&gt;</a:t>
            </a:r>
            <a:endParaRPr sz="1200">
              <a:latin typeface="Times New Roman"/>
              <a:cs typeface="Times New Roman"/>
            </a:endParaRPr>
          </a:p>
        </p:txBody>
      </p:sp>
      <p:sp>
        <p:nvSpPr>
          <p:cNvPr id="6" name="object 6"/>
          <p:cNvSpPr txBox="1"/>
          <p:nvPr/>
        </p:nvSpPr>
        <p:spPr>
          <a:xfrm>
            <a:off x="2273935" y="8341614"/>
            <a:ext cx="2389505" cy="1099820"/>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0"/>
              </a:spcBef>
            </a:pPr>
            <a:r>
              <a:rPr sz="1200" spc="-5" dirty="0">
                <a:latin typeface="Times New Roman"/>
                <a:cs typeface="Times New Roman"/>
              </a:rPr>
              <a:t>&lt;div</a:t>
            </a:r>
            <a:r>
              <a:rPr sz="1200" spc="-20" dirty="0">
                <a:latin typeface="Times New Roman"/>
                <a:cs typeface="Times New Roman"/>
              </a:rPr>
              <a:t> </a:t>
            </a:r>
            <a:r>
              <a:rPr sz="1200" spc="-5" dirty="0">
                <a:latin typeface="Times New Roman"/>
                <a:cs typeface="Times New Roman"/>
              </a:rPr>
              <a:t>class="offcanvas</a:t>
            </a:r>
            <a:r>
              <a:rPr sz="1200" u="sng" spc="565" dirty="0">
                <a:uFill>
                  <a:solidFill>
                    <a:srgbClr val="000000"/>
                  </a:solidFill>
                </a:uFill>
                <a:latin typeface="Times New Roman"/>
                <a:cs typeface="Times New Roman"/>
              </a:rPr>
              <a:t> </a:t>
            </a:r>
            <a:r>
              <a:rPr sz="1200" spc="-15" dirty="0">
                <a:latin typeface="Times New Roman"/>
                <a:cs typeface="Times New Roman"/>
              </a:rPr>
              <a:t>social"&gt;</a:t>
            </a:r>
            <a:endParaRPr sz="1200">
              <a:latin typeface="Times New Roman"/>
              <a:cs typeface="Times New Roman"/>
            </a:endParaRPr>
          </a:p>
          <a:p>
            <a:pPr marL="469900">
              <a:lnSpc>
                <a:spcPct val="100000"/>
              </a:lnSpc>
              <a:spcBef>
                <a:spcPts val="900"/>
              </a:spcBef>
            </a:pPr>
            <a:r>
              <a:rPr sz="1200" spc="-20" dirty="0">
                <a:latin typeface="Times New Roman"/>
                <a:cs typeface="Times New Roman"/>
              </a:rPr>
              <a:t>&lt;ul&gt;</a:t>
            </a:r>
            <a:endParaRPr sz="1200">
              <a:latin typeface="Times New Roman"/>
              <a:cs typeface="Times New Roman"/>
            </a:endParaRPr>
          </a:p>
          <a:p>
            <a:pPr marL="927100">
              <a:lnSpc>
                <a:spcPct val="100000"/>
              </a:lnSpc>
              <a:spcBef>
                <a:spcPts val="900"/>
              </a:spcBef>
              <a:tabLst>
                <a:tab pos="1651000" algn="l"/>
              </a:tabLst>
            </a:pPr>
            <a:r>
              <a:rPr sz="1200" spc="-15" dirty="0">
                <a:latin typeface="Times New Roman"/>
                <a:cs typeface="Times New Roman"/>
              </a:rPr>
              <a:t>&lt;li&gt;&lt;a	</a:t>
            </a:r>
            <a:r>
              <a:rPr sz="1200" spc="-20" dirty="0">
                <a:latin typeface="Times New Roman"/>
                <a:cs typeface="Times New Roman"/>
              </a:rPr>
              <a:t>href="#"&gt;&lt;i</a:t>
            </a:r>
            <a:endParaRPr sz="1200">
              <a:latin typeface="Times New Roman"/>
              <a:cs typeface="Times New Roman"/>
            </a:endParaRPr>
          </a:p>
        </p:txBody>
      </p:sp>
      <p:sp>
        <p:nvSpPr>
          <p:cNvPr id="7" name="object 7"/>
          <p:cNvSpPr txBox="1"/>
          <p:nvPr/>
        </p:nvSpPr>
        <p:spPr>
          <a:xfrm>
            <a:off x="4975605" y="9224010"/>
            <a:ext cx="5734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class="fa</a:t>
            </a:r>
            <a:endParaRPr sz="1200">
              <a:latin typeface="Times New Roman"/>
              <a:cs typeface="Times New Roman"/>
            </a:endParaRPr>
          </a:p>
        </p:txBody>
      </p:sp>
      <p:sp>
        <p:nvSpPr>
          <p:cNvPr id="8" name="object 8"/>
          <p:cNvSpPr txBox="1"/>
          <p:nvPr/>
        </p:nvSpPr>
        <p:spPr>
          <a:xfrm>
            <a:off x="5853176" y="9224010"/>
            <a:ext cx="78549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fa</a:t>
            </a:r>
            <a:r>
              <a:rPr sz="1200" spc="-15" dirty="0">
                <a:latin typeface="Times New Roman"/>
                <a:cs typeface="Times New Roman"/>
              </a:rPr>
              <a:t>-</a:t>
            </a:r>
            <a:r>
              <a:rPr sz="1200" spc="-20" dirty="0">
                <a:latin typeface="Times New Roman"/>
                <a:cs typeface="Times New Roman"/>
              </a:rPr>
              <a:t>face</a:t>
            </a:r>
            <a:r>
              <a:rPr sz="1200" dirty="0">
                <a:latin typeface="Times New Roman"/>
                <a:cs typeface="Times New Roman"/>
              </a:rPr>
              <a:t>b</a:t>
            </a:r>
            <a:r>
              <a:rPr sz="1200" spc="-15" dirty="0">
                <a:latin typeface="Times New Roman"/>
                <a:cs typeface="Times New Roman"/>
              </a:rPr>
              <a:t>ook</a:t>
            </a:r>
            <a:r>
              <a:rPr sz="1200" dirty="0">
                <a:latin typeface="Times New Roman"/>
                <a:cs typeface="Times New Roman"/>
              </a:rPr>
              <a:t>-</a:t>
            </a:r>
            <a:endParaRPr sz="1200">
              <a:latin typeface="Times New Roman"/>
              <a:cs typeface="Times New Roman"/>
            </a:endParaRPr>
          </a:p>
        </p:txBody>
      </p:sp>
      <p:sp>
        <p:nvSpPr>
          <p:cNvPr id="9" name="object 9"/>
          <p:cNvSpPr txBox="1"/>
          <p:nvPr/>
        </p:nvSpPr>
        <p:spPr>
          <a:xfrm>
            <a:off x="907796" y="9417811"/>
            <a:ext cx="103759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f"&gt;&lt;/i&gt;&lt;/a&gt;&lt;/li&gt;</a:t>
            </a:r>
            <a:endParaRPr sz="1200">
              <a:latin typeface="Times New Roman"/>
              <a:cs typeface="Times New Roman"/>
            </a:endParaRPr>
          </a:p>
        </p:txBody>
      </p:sp>
      <p:sp>
        <p:nvSpPr>
          <p:cNvPr id="10" name="object 10"/>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76</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7796" y="892810"/>
            <a:ext cx="5744210" cy="701040"/>
          </a:xfrm>
          <a:prstGeom prst="rect">
            <a:avLst/>
          </a:prstGeom>
        </p:spPr>
        <p:txBody>
          <a:bodyPr vert="horz" wrap="square" lIns="0" tIns="12700" rIns="0" bIns="0" rtlCol="0">
            <a:spAutoFit/>
          </a:bodyPr>
          <a:lstStyle/>
          <a:p>
            <a:pPr marL="2292985">
              <a:lnSpc>
                <a:spcPct val="100000"/>
              </a:lnSpc>
              <a:spcBef>
                <a:spcPts val="100"/>
              </a:spcBef>
            </a:pPr>
            <a:r>
              <a:rPr sz="1200" spc="-5" dirty="0">
                <a:latin typeface="Times New Roman"/>
                <a:cs typeface="Times New Roman"/>
              </a:rPr>
              <a:t>&lt;li&gt;&lt;a</a:t>
            </a:r>
            <a:r>
              <a:rPr sz="1200" spc="-25" dirty="0">
                <a:latin typeface="Times New Roman"/>
                <a:cs typeface="Times New Roman"/>
              </a:rPr>
              <a:t> </a:t>
            </a:r>
            <a:r>
              <a:rPr sz="1200" spc="-5" dirty="0">
                <a:latin typeface="Times New Roman"/>
                <a:cs typeface="Times New Roman"/>
              </a:rPr>
              <a:t>href="#"&gt;&lt;i</a:t>
            </a:r>
            <a:r>
              <a:rPr sz="1200" spc="30" dirty="0">
                <a:latin typeface="Times New Roman"/>
                <a:cs typeface="Times New Roman"/>
              </a:rPr>
              <a:t> </a:t>
            </a:r>
            <a:r>
              <a:rPr sz="1200" spc="-5" dirty="0">
                <a:latin typeface="Times New Roman"/>
                <a:cs typeface="Times New Roman"/>
              </a:rPr>
              <a:t>class="fa</a:t>
            </a:r>
            <a:r>
              <a:rPr sz="1200" spc="-20" dirty="0">
                <a:latin typeface="Times New Roman"/>
                <a:cs typeface="Times New Roman"/>
              </a:rPr>
              <a:t> </a:t>
            </a:r>
            <a:r>
              <a:rPr sz="1200" spc="-15" dirty="0">
                <a:latin typeface="Times New Roman"/>
                <a:cs typeface="Times New Roman"/>
              </a:rPr>
              <a:t>fa-twitter"&gt;&lt;/i&gt;&lt;/a&gt;&lt;/li&gt;</a:t>
            </a:r>
            <a:endParaRPr sz="1200">
              <a:latin typeface="Times New Roman"/>
              <a:cs typeface="Times New Roman"/>
            </a:endParaRPr>
          </a:p>
          <a:p>
            <a:pPr marL="2292985">
              <a:lnSpc>
                <a:spcPct val="100000"/>
              </a:lnSpc>
              <a:spcBef>
                <a:spcPts val="900"/>
              </a:spcBef>
              <a:tabLst>
                <a:tab pos="3220720" algn="l"/>
                <a:tab pos="4486275" algn="l"/>
                <a:tab pos="5568315" algn="l"/>
              </a:tabLst>
            </a:pPr>
            <a:r>
              <a:rPr sz="1200" spc="-20" dirty="0">
                <a:latin typeface="Times New Roman"/>
                <a:cs typeface="Times New Roman"/>
              </a:rPr>
              <a:t>&lt;</a:t>
            </a:r>
            <a:r>
              <a:rPr sz="1200" spc="-10" dirty="0">
                <a:latin typeface="Times New Roman"/>
                <a:cs typeface="Times New Roman"/>
              </a:rPr>
              <a:t>li</a:t>
            </a:r>
            <a:r>
              <a:rPr sz="1200" spc="-20" dirty="0">
                <a:latin typeface="Times New Roman"/>
                <a:cs typeface="Times New Roman"/>
              </a:rPr>
              <a:t>&gt;&lt;</a:t>
            </a:r>
            <a:r>
              <a:rPr sz="1200" dirty="0">
                <a:latin typeface="Times New Roman"/>
                <a:cs typeface="Times New Roman"/>
              </a:rPr>
              <a:t>a	</a:t>
            </a:r>
            <a:r>
              <a:rPr sz="1200" spc="-15" dirty="0">
                <a:latin typeface="Times New Roman"/>
                <a:cs typeface="Times New Roman"/>
              </a:rPr>
              <a:t>h</a:t>
            </a:r>
            <a:r>
              <a:rPr sz="1200" spc="-20" dirty="0">
                <a:latin typeface="Times New Roman"/>
                <a:cs typeface="Times New Roman"/>
              </a:rPr>
              <a:t>ref=</a:t>
            </a:r>
            <a:r>
              <a:rPr sz="1200" spc="-30" dirty="0">
                <a:latin typeface="Times New Roman"/>
                <a:cs typeface="Times New Roman"/>
              </a:rPr>
              <a:t>"</a:t>
            </a:r>
            <a:r>
              <a:rPr sz="1200" spc="-15" dirty="0">
                <a:latin typeface="Times New Roman"/>
                <a:cs typeface="Times New Roman"/>
              </a:rPr>
              <a:t>#</a:t>
            </a:r>
            <a:r>
              <a:rPr sz="1200" spc="-30" dirty="0">
                <a:latin typeface="Times New Roman"/>
                <a:cs typeface="Times New Roman"/>
              </a:rPr>
              <a:t>"</a:t>
            </a:r>
            <a:r>
              <a:rPr sz="1200" spc="-20" dirty="0">
                <a:latin typeface="Times New Roman"/>
                <a:cs typeface="Times New Roman"/>
              </a:rPr>
              <a:t>&gt;&lt;</a:t>
            </a:r>
            <a:r>
              <a:rPr sz="1200" dirty="0">
                <a:latin typeface="Times New Roman"/>
                <a:cs typeface="Times New Roman"/>
              </a:rPr>
              <a:t>i	</a:t>
            </a: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f</a:t>
            </a:r>
            <a:r>
              <a:rPr sz="1200" dirty="0">
                <a:latin typeface="Times New Roman"/>
                <a:cs typeface="Times New Roman"/>
              </a:rPr>
              <a:t>a	</a:t>
            </a:r>
            <a:r>
              <a:rPr sz="1200" spc="-30" dirty="0">
                <a:latin typeface="Times New Roman"/>
                <a:cs typeface="Times New Roman"/>
              </a:rPr>
              <a:t>fa</a:t>
            </a:r>
            <a:r>
              <a:rPr sz="1200" dirty="0">
                <a:latin typeface="Times New Roman"/>
                <a:cs typeface="Times New Roman"/>
              </a:rPr>
              <a:t>-</a:t>
            </a:r>
            <a:endParaRPr sz="1200">
              <a:latin typeface="Times New Roman"/>
              <a:cs typeface="Times New Roman"/>
            </a:endParaRPr>
          </a:p>
          <a:p>
            <a:pPr marL="12700">
              <a:lnSpc>
                <a:spcPct val="100000"/>
              </a:lnSpc>
              <a:spcBef>
                <a:spcPts val="95"/>
              </a:spcBef>
            </a:pPr>
            <a:r>
              <a:rPr sz="1200" spc="-15" dirty="0">
                <a:latin typeface="Times New Roman"/>
                <a:cs typeface="Times New Roman"/>
              </a:rPr>
              <a:t>youtube"&gt;&lt;/i&gt;&lt;/a&gt;&lt;/li&gt;</a:t>
            </a:r>
            <a:endParaRPr sz="1200">
              <a:latin typeface="Times New Roman"/>
              <a:cs typeface="Times New Roman"/>
            </a:endParaRPr>
          </a:p>
        </p:txBody>
      </p:sp>
      <p:sp>
        <p:nvSpPr>
          <p:cNvPr id="6" name="object 6"/>
          <p:cNvSpPr txBox="1"/>
          <p:nvPr/>
        </p:nvSpPr>
        <p:spPr>
          <a:xfrm>
            <a:off x="3188589" y="1676527"/>
            <a:ext cx="42735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li</a:t>
            </a:r>
            <a:r>
              <a:rPr sz="1200" spc="-20" dirty="0">
                <a:latin typeface="Times New Roman"/>
                <a:cs typeface="Times New Roman"/>
              </a:rPr>
              <a:t>&gt;&lt;</a:t>
            </a:r>
            <a:r>
              <a:rPr sz="1200" dirty="0">
                <a:latin typeface="Times New Roman"/>
                <a:cs typeface="Times New Roman"/>
              </a:rPr>
              <a:t>a</a:t>
            </a:r>
            <a:endParaRPr sz="1200">
              <a:latin typeface="Times New Roman"/>
              <a:cs typeface="Times New Roman"/>
            </a:endParaRPr>
          </a:p>
        </p:txBody>
      </p:sp>
      <p:sp>
        <p:nvSpPr>
          <p:cNvPr id="7" name="object 7"/>
          <p:cNvSpPr txBox="1"/>
          <p:nvPr/>
        </p:nvSpPr>
        <p:spPr>
          <a:xfrm>
            <a:off x="4116451" y="1676527"/>
            <a:ext cx="7505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href="#"&gt;&lt;i</a:t>
            </a:r>
            <a:endParaRPr sz="1200">
              <a:latin typeface="Times New Roman"/>
              <a:cs typeface="Times New Roman"/>
            </a:endParaRPr>
          </a:p>
        </p:txBody>
      </p:sp>
      <p:sp>
        <p:nvSpPr>
          <p:cNvPr id="8" name="object 8"/>
          <p:cNvSpPr txBox="1"/>
          <p:nvPr/>
        </p:nvSpPr>
        <p:spPr>
          <a:xfrm>
            <a:off x="5380990" y="1676527"/>
            <a:ext cx="5734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class="fa</a:t>
            </a:r>
            <a:endParaRPr sz="1200">
              <a:latin typeface="Times New Roman"/>
              <a:cs typeface="Times New Roman"/>
            </a:endParaRPr>
          </a:p>
        </p:txBody>
      </p:sp>
      <p:sp>
        <p:nvSpPr>
          <p:cNvPr id="9" name="object 9"/>
          <p:cNvSpPr txBox="1"/>
          <p:nvPr/>
        </p:nvSpPr>
        <p:spPr>
          <a:xfrm>
            <a:off x="6462776" y="1676527"/>
            <a:ext cx="187960"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Times New Roman"/>
                <a:cs typeface="Times New Roman"/>
              </a:rPr>
              <a:t>fa</a:t>
            </a:r>
            <a:r>
              <a:rPr sz="1200" dirty="0">
                <a:latin typeface="Times New Roman"/>
                <a:cs typeface="Times New Roman"/>
              </a:rPr>
              <a:t>-</a:t>
            </a:r>
            <a:endParaRPr sz="1200">
              <a:latin typeface="Times New Roman"/>
              <a:cs typeface="Times New Roman"/>
            </a:endParaRPr>
          </a:p>
        </p:txBody>
      </p:sp>
      <p:sp>
        <p:nvSpPr>
          <p:cNvPr id="10" name="object 10"/>
          <p:cNvSpPr txBox="1"/>
          <p:nvPr/>
        </p:nvSpPr>
        <p:spPr>
          <a:xfrm>
            <a:off x="907796" y="1870075"/>
            <a:ext cx="2192020" cy="1397635"/>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linkedin"&gt;&lt;/i&gt;&lt;/a&gt;&lt;/li&gt;</a:t>
            </a:r>
            <a:endParaRPr sz="1200">
              <a:latin typeface="Times New Roman"/>
              <a:cs typeface="Times New Roman"/>
            </a:endParaRPr>
          </a:p>
          <a:p>
            <a:pPr marR="5080" algn="r">
              <a:lnSpc>
                <a:spcPct val="100000"/>
              </a:lnSpc>
              <a:spcBef>
                <a:spcPts val="900"/>
              </a:spcBef>
            </a:pPr>
            <a:r>
              <a:rPr sz="1200" spc="-15" dirty="0">
                <a:latin typeface="Times New Roman"/>
                <a:cs typeface="Times New Roman"/>
              </a:rPr>
              <a:t>&lt;/ul&gt;</a:t>
            </a:r>
            <a:endParaRPr sz="1200">
              <a:latin typeface="Times New Roman"/>
              <a:cs typeface="Times New Roman"/>
            </a:endParaRPr>
          </a:p>
          <a:p>
            <a:pPr marL="137795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60960" algn="ctr">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463550">
              <a:lnSpc>
                <a:spcPct val="100000"/>
              </a:lnSpc>
              <a:spcBef>
                <a:spcPts val="900"/>
              </a:spcBef>
            </a:pPr>
            <a:r>
              <a:rPr sz="1200" spc="-15" dirty="0">
                <a:latin typeface="Times New Roman"/>
                <a:cs typeface="Times New Roman"/>
              </a:rPr>
              <a:t>&lt;/div&gt;</a:t>
            </a:r>
            <a:endParaRPr sz="1200">
              <a:latin typeface="Times New Roman"/>
              <a:cs typeface="Times New Roman"/>
            </a:endParaRPr>
          </a:p>
        </p:txBody>
      </p:sp>
      <p:sp>
        <p:nvSpPr>
          <p:cNvPr id="11" name="object 11"/>
          <p:cNvSpPr txBox="1"/>
          <p:nvPr/>
        </p:nvSpPr>
        <p:spPr>
          <a:xfrm>
            <a:off x="907796" y="3342894"/>
            <a:ext cx="2670810" cy="1099820"/>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0"/>
              </a:spcBef>
            </a:pPr>
            <a:r>
              <a:rPr sz="1200" spc="-5" dirty="0">
                <a:latin typeface="Times New Roman"/>
                <a:cs typeface="Times New Roman"/>
              </a:rPr>
              <a:t>&lt;div</a:t>
            </a:r>
            <a:r>
              <a:rPr sz="1200" spc="55" dirty="0">
                <a:latin typeface="Times New Roman"/>
                <a:cs typeface="Times New Roman"/>
              </a:rPr>
              <a:t> </a:t>
            </a:r>
            <a:r>
              <a:rPr sz="1200" spc="-15" dirty="0">
                <a:latin typeface="Times New Roman"/>
                <a:cs typeface="Times New Roman"/>
              </a:rPr>
              <a:t>class="body-overlay"&gt;&lt;/div&gt;</a:t>
            </a:r>
            <a:endParaRPr sz="1200">
              <a:latin typeface="Times New Roman"/>
              <a:cs typeface="Times New Roman"/>
            </a:endParaRPr>
          </a:p>
          <a:p>
            <a:pPr marL="463550">
              <a:lnSpc>
                <a:spcPct val="100000"/>
              </a:lnSpc>
              <a:spcBef>
                <a:spcPts val="900"/>
              </a:spcBef>
            </a:pPr>
            <a:r>
              <a:rPr sz="1200" spc="-15" dirty="0">
                <a:latin typeface="Times New Roman"/>
                <a:cs typeface="Times New Roman"/>
              </a:rPr>
              <a:t>&lt;!--</a:t>
            </a:r>
            <a:r>
              <a:rPr sz="1200" spc="-35" dirty="0">
                <a:latin typeface="Times New Roman"/>
                <a:cs typeface="Times New Roman"/>
              </a:rPr>
              <a:t> </a:t>
            </a:r>
            <a:r>
              <a:rPr sz="1200" spc="-5" dirty="0">
                <a:latin typeface="Times New Roman"/>
                <a:cs typeface="Times New Roman"/>
              </a:rPr>
              <a:t>breadcrumb</a:t>
            </a:r>
            <a:r>
              <a:rPr sz="1200" spc="5" dirty="0">
                <a:latin typeface="Times New Roman"/>
                <a:cs typeface="Times New Roman"/>
              </a:rPr>
              <a:t> </a:t>
            </a:r>
            <a:r>
              <a:rPr sz="1200" spc="-5" dirty="0">
                <a:latin typeface="Times New Roman"/>
                <a:cs typeface="Times New Roman"/>
              </a:rPr>
              <a:t>area</a:t>
            </a:r>
            <a:r>
              <a:rPr sz="1200" spc="5" dirty="0">
                <a:latin typeface="Times New Roman"/>
                <a:cs typeface="Times New Roman"/>
              </a:rPr>
              <a:t> </a:t>
            </a:r>
            <a:r>
              <a:rPr sz="1200" spc="-15" dirty="0">
                <a:latin typeface="Times New Roman"/>
                <a:cs typeface="Times New Roman"/>
              </a:rPr>
              <a:t>--&gt;</a:t>
            </a:r>
            <a:endParaRPr sz="1200">
              <a:latin typeface="Times New Roman"/>
              <a:cs typeface="Times New Roman"/>
            </a:endParaRPr>
          </a:p>
          <a:p>
            <a:pPr marL="463550">
              <a:lnSpc>
                <a:spcPct val="100000"/>
              </a:lnSpc>
              <a:spcBef>
                <a:spcPts val="900"/>
              </a:spcBef>
            </a:pPr>
            <a:r>
              <a:rPr sz="1200" spc="-5" dirty="0">
                <a:latin typeface="Times New Roman"/>
                <a:cs typeface="Times New Roman"/>
              </a:rPr>
              <a:t>&lt;div</a:t>
            </a:r>
            <a:r>
              <a:rPr sz="1200" spc="550" dirty="0">
                <a:latin typeface="Times New Roman"/>
                <a:cs typeface="Times New Roman"/>
              </a:rPr>
              <a:t> </a:t>
            </a:r>
            <a:r>
              <a:rPr sz="1200" spc="-15" dirty="0">
                <a:latin typeface="Times New Roman"/>
                <a:cs typeface="Times New Roman"/>
              </a:rPr>
              <a:t>class="basic-breadcrumb-area</a:t>
            </a:r>
            <a:endParaRPr sz="1200">
              <a:latin typeface="Times New Roman"/>
              <a:cs typeface="Times New Roman"/>
            </a:endParaRPr>
          </a:p>
        </p:txBody>
      </p:sp>
      <p:sp>
        <p:nvSpPr>
          <p:cNvPr id="12" name="object 12"/>
          <p:cNvSpPr txBox="1"/>
          <p:nvPr/>
        </p:nvSpPr>
        <p:spPr>
          <a:xfrm>
            <a:off x="3671442" y="4225290"/>
            <a:ext cx="295275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bg-opacity</a:t>
            </a:r>
            <a:r>
              <a:rPr sz="1200" spc="500" dirty="0">
                <a:latin typeface="Times New Roman"/>
                <a:cs typeface="Times New Roman"/>
              </a:rPr>
              <a:t> </a:t>
            </a:r>
            <a:r>
              <a:rPr sz="1200" spc="-15" dirty="0">
                <a:latin typeface="Times New Roman"/>
                <a:cs typeface="Times New Roman"/>
              </a:rPr>
              <a:t>bg-1</a:t>
            </a:r>
            <a:r>
              <a:rPr sz="1200" spc="475" dirty="0">
                <a:latin typeface="Times New Roman"/>
                <a:cs typeface="Times New Roman"/>
              </a:rPr>
              <a:t> </a:t>
            </a:r>
            <a:r>
              <a:rPr sz="1200" spc="-10" dirty="0">
                <a:latin typeface="Times New Roman"/>
                <a:cs typeface="Times New Roman"/>
              </a:rPr>
              <a:t>ptb-100"</a:t>
            </a:r>
            <a:r>
              <a:rPr sz="1200" spc="465" dirty="0">
                <a:latin typeface="Times New Roman"/>
                <a:cs typeface="Times New Roman"/>
              </a:rPr>
              <a:t> </a:t>
            </a:r>
            <a:r>
              <a:rPr sz="1200" spc="-15" dirty="0">
                <a:latin typeface="Times New Roman"/>
                <a:cs typeface="Times New Roman"/>
              </a:rPr>
              <a:t>style="background-</a:t>
            </a:r>
            <a:endParaRPr sz="1200">
              <a:latin typeface="Times New Roman"/>
              <a:cs typeface="Times New Roman"/>
            </a:endParaRPr>
          </a:p>
        </p:txBody>
      </p:sp>
      <p:sp>
        <p:nvSpPr>
          <p:cNvPr id="13" name="object 13"/>
          <p:cNvSpPr txBox="1"/>
          <p:nvPr/>
        </p:nvSpPr>
        <p:spPr>
          <a:xfrm>
            <a:off x="907796" y="4418533"/>
            <a:ext cx="4860925" cy="5266690"/>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image:</a:t>
            </a:r>
            <a:r>
              <a:rPr sz="1200" spc="160" dirty="0">
                <a:latin typeface="Times New Roman"/>
                <a:cs typeface="Times New Roman"/>
              </a:rPr>
              <a:t> </a:t>
            </a:r>
            <a:r>
              <a:rPr sz="1200" spc="-5" dirty="0">
                <a:latin typeface="Times New Roman"/>
                <a:cs typeface="Times New Roman"/>
              </a:rPr>
              <a:t>url({{</a:t>
            </a:r>
            <a:r>
              <a:rPr sz="1200" spc="135" dirty="0">
                <a:latin typeface="Times New Roman"/>
                <a:cs typeface="Times New Roman"/>
              </a:rPr>
              <a:t> </a:t>
            </a:r>
            <a:r>
              <a:rPr sz="1200" spc="-15" dirty="0">
                <a:latin typeface="Times New Roman"/>
                <a:cs typeface="Times New Roman"/>
              </a:rPr>
              <a:t>asset('public/assets/themes/frontend/img/bg/bg-4.jpg')}}"&gt;</a:t>
            </a:r>
            <a:endParaRPr sz="1200">
              <a:latin typeface="Times New Roman"/>
              <a:cs typeface="Times New Roman"/>
            </a:endParaRPr>
          </a:p>
          <a:p>
            <a:pPr marL="920750">
              <a:lnSpc>
                <a:spcPct val="100000"/>
              </a:lnSpc>
              <a:spcBef>
                <a:spcPts val="905"/>
              </a:spcBef>
            </a:pPr>
            <a:r>
              <a:rPr sz="1200" spc="-5" dirty="0">
                <a:latin typeface="Times New Roman"/>
                <a:cs typeface="Times New Roman"/>
              </a:rPr>
              <a:t>&lt;div</a:t>
            </a:r>
            <a:r>
              <a:rPr sz="1200" spc="-50" dirty="0">
                <a:latin typeface="Times New Roman"/>
                <a:cs typeface="Times New Roman"/>
              </a:rPr>
              <a:t> </a:t>
            </a:r>
            <a:r>
              <a:rPr sz="1200" spc="-15" dirty="0">
                <a:latin typeface="Times New Roman"/>
                <a:cs typeface="Times New Roman"/>
              </a:rPr>
              <a:t>class="container"&gt;</a:t>
            </a:r>
            <a:endParaRPr sz="1200">
              <a:latin typeface="Times New Roman"/>
              <a:cs typeface="Times New Roman"/>
            </a:endParaRPr>
          </a:p>
          <a:p>
            <a:pPr marL="590550" algn="ctr">
              <a:lnSpc>
                <a:spcPct val="100000"/>
              </a:lnSpc>
              <a:spcBef>
                <a:spcPts val="900"/>
              </a:spcBef>
            </a:pPr>
            <a:r>
              <a:rPr sz="1200" spc="-5" dirty="0">
                <a:latin typeface="Times New Roman"/>
                <a:cs typeface="Times New Roman"/>
              </a:rPr>
              <a:t>&lt;div</a:t>
            </a:r>
            <a:r>
              <a:rPr sz="1200" spc="15" dirty="0">
                <a:latin typeface="Times New Roman"/>
                <a:cs typeface="Times New Roman"/>
              </a:rPr>
              <a:t> </a:t>
            </a:r>
            <a:r>
              <a:rPr sz="1200" spc="-10" dirty="0">
                <a:latin typeface="Times New Roman"/>
                <a:cs typeface="Times New Roman"/>
              </a:rPr>
              <a:t>class="basic-breadcrumb</a:t>
            </a:r>
            <a:r>
              <a:rPr sz="1200" spc="60" dirty="0">
                <a:latin typeface="Times New Roman"/>
                <a:cs typeface="Times New Roman"/>
              </a:rPr>
              <a:t> </a:t>
            </a:r>
            <a:r>
              <a:rPr sz="1200" spc="-15" dirty="0">
                <a:latin typeface="Times New Roman"/>
                <a:cs typeface="Times New Roman"/>
              </a:rPr>
              <a:t>text-center"&gt;</a:t>
            </a:r>
            <a:endParaRPr sz="1200">
              <a:latin typeface="Times New Roman"/>
              <a:cs typeface="Times New Roman"/>
            </a:endParaRPr>
          </a:p>
          <a:p>
            <a:pPr marL="554990" algn="ctr">
              <a:lnSpc>
                <a:spcPct val="100000"/>
              </a:lnSpc>
              <a:spcBef>
                <a:spcPts val="900"/>
              </a:spcBef>
            </a:pPr>
            <a:r>
              <a:rPr sz="1200" spc="-5" dirty="0">
                <a:latin typeface="Times New Roman"/>
                <a:cs typeface="Times New Roman"/>
              </a:rPr>
              <a:t>&lt;h3</a:t>
            </a:r>
            <a:r>
              <a:rPr sz="1200" spc="-30" dirty="0">
                <a:latin typeface="Times New Roman"/>
                <a:cs typeface="Times New Roman"/>
              </a:rPr>
              <a:t> </a:t>
            </a:r>
            <a:r>
              <a:rPr sz="1200" spc="-15" dirty="0">
                <a:latin typeface="Times New Roman"/>
                <a:cs typeface="Times New Roman"/>
              </a:rPr>
              <a:t>class=""&gt;Register&lt;/h3&gt;</a:t>
            </a:r>
            <a:endParaRPr sz="1200">
              <a:latin typeface="Times New Roman"/>
              <a:cs typeface="Times New Roman"/>
            </a:endParaRPr>
          </a:p>
          <a:p>
            <a:pPr marL="1835150">
              <a:lnSpc>
                <a:spcPct val="100000"/>
              </a:lnSpc>
              <a:spcBef>
                <a:spcPts val="900"/>
              </a:spcBef>
            </a:pPr>
            <a:r>
              <a:rPr sz="1200" spc="-5" dirty="0">
                <a:latin typeface="Times New Roman"/>
                <a:cs typeface="Times New Roman"/>
              </a:rPr>
              <a:t>&lt;ol</a:t>
            </a:r>
            <a:r>
              <a:rPr sz="1200" spc="-35" dirty="0">
                <a:latin typeface="Times New Roman"/>
                <a:cs typeface="Times New Roman"/>
              </a:rPr>
              <a:t> </a:t>
            </a:r>
            <a:r>
              <a:rPr sz="1200" spc="-5" dirty="0">
                <a:latin typeface="Times New Roman"/>
                <a:cs typeface="Times New Roman"/>
              </a:rPr>
              <a:t>class="breadcrumb</a:t>
            </a:r>
            <a:r>
              <a:rPr sz="1200" spc="10" dirty="0">
                <a:latin typeface="Times New Roman"/>
                <a:cs typeface="Times New Roman"/>
              </a:rPr>
              <a:t> </a:t>
            </a:r>
            <a:r>
              <a:rPr sz="1200" spc="-15" dirty="0">
                <a:latin typeface="Times New Roman"/>
                <a:cs typeface="Times New Roman"/>
              </a:rPr>
              <a:t>text-xs"&gt;</a:t>
            </a:r>
            <a:endParaRPr sz="1200">
              <a:latin typeface="Times New Roman"/>
              <a:cs typeface="Times New Roman"/>
            </a:endParaRPr>
          </a:p>
          <a:p>
            <a:pPr marL="2292985">
              <a:lnSpc>
                <a:spcPct val="100000"/>
              </a:lnSpc>
              <a:spcBef>
                <a:spcPts val="900"/>
              </a:spcBef>
            </a:pPr>
            <a:r>
              <a:rPr sz="1200" spc="-5" dirty="0">
                <a:latin typeface="Times New Roman"/>
                <a:cs typeface="Times New Roman"/>
              </a:rPr>
              <a:t>&lt;li&gt;&lt;a</a:t>
            </a:r>
            <a:r>
              <a:rPr sz="1200" spc="-30" dirty="0">
                <a:latin typeface="Times New Roman"/>
                <a:cs typeface="Times New Roman"/>
              </a:rPr>
              <a:t> </a:t>
            </a:r>
            <a:r>
              <a:rPr sz="1200" spc="-15" dirty="0">
                <a:latin typeface="Times New Roman"/>
                <a:cs typeface="Times New Roman"/>
              </a:rPr>
              <a:t>href="index.html"&gt;Home&lt;/a&gt;&lt;/li&gt;</a:t>
            </a:r>
            <a:endParaRPr sz="1200">
              <a:latin typeface="Times New Roman"/>
              <a:cs typeface="Times New Roman"/>
            </a:endParaRPr>
          </a:p>
          <a:p>
            <a:pPr marL="2292985">
              <a:lnSpc>
                <a:spcPct val="100000"/>
              </a:lnSpc>
              <a:spcBef>
                <a:spcPts val="900"/>
              </a:spcBef>
            </a:pPr>
            <a:r>
              <a:rPr sz="1200" spc="-5" dirty="0">
                <a:latin typeface="Times New Roman"/>
                <a:cs typeface="Times New Roman"/>
              </a:rPr>
              <a:t>&lt;li</a:t>
            </a:r>
            <a:r>
              <a:rPr sz="1200" spc="-15" dirty="0">
                <a:latin typeface="Times New Roman"/>
                <a:cs typeface="Times New Roman"/>
              </a:rPr>
              <a:t> class="active"&gt;Register&lt;/li&gt;</a:t>
            </a:r>
            <a:endParaRPr sz="1200">
              <a:latin typeface="Times New Roman"/>
              <a:cs typeface="Times New Roman"/>
            </a:endParaRPr>
          </a:p>
          <a:p>
            <a:pPr marL="1835150">
              <a:lnSpc>
                <a:spcPct val="100000"/>
              </a:lnSpc>
              <a:spcBef>
                <a:spcPts val="900"/>
              </a:spcBef>
            </a:pPr>
            <a:r>
              <a:rPr sz="1200" spc="-15" dirty="0">
                <a:latin typeface="Times New Roman"/>
                <a:cs typeface="Times New Roman"/>
              </a:rPr>
              <a:t>&lt;/ol&gt;</a:t>
            </a:r>
            <a:endParaRPr sz="1200">
              <a:latin typeface="Times New Roman"/>
              <a:cs typeface="Times New Roman"/>
            </a:endParaRPr>
          </a:p>
          <a:p>
            <a:pPr marL="137795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92075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46355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463550">
              <a:lnSpc>
                <a:spcPct val="100000"/>
              </a:lnSpc>
              <a:spcBef>
                <a:spcPts val="900"/>
              </a:spcBef>
            </a:pPr>
            <a:r>
              <a:rPr sz="1200" spc="-15" dirty="0">
                <a:latin typeface="Times New Roman"/>
                <a:cs typeface="Times New Roman"/>
              </a:rPr>
              <a:t>&lt;!--</a:t>
            </a:r>
            <a:r>
              <a:rPr sz="1200" spc="-35" dirty="0">
                <a:latin typeface="Times New Roman"/>
                <a:cs typeface="Times New Roman"/>
              </a:rPr>
              <a:t> </a:t>
            </a:r>
            <a:r>
              <a:rPr sz="1200" spc="-5" dirty="0">
                <a:latin typeface="Times New Roman"/>
                <a:cs typeface="Times New Roman"/>
              </a:rPr>
              <a:t>breadcrumb</a:t>
            </a:r>
            <a:r>
              <a:rPr sz="1200" spc="5" dirty="0">
                <a:latin typeface="Times New Roman"/>
                <a:cs typeface="Times New Roman"/>
              </a:rPr>
              <a:t> </a:t>
            </a:r>
            <a:r>
              <a:rPr sz="1200" spc="-5" dirty="0">
                <a:latin typeface="Times New Roman"/>
                <a:cs typeface="Times New Roman"/>
              </a:rPr>
              <a:t>area</a:t>
            </a:r>
            <a:r>
              <a:rPr sz="1200" spc="5" dirty="0">
                <a:latin typeface="Times New Roman"/>
                <a:cs typeface="Times New Roman"/>
              </a:rPr>
              <a:t> </a:t>
            </a:r>
            <a:r>
              <a:rPr sz="1200" spc="-15" dirty="0">
                <a:latin typeface="Times New Roman"/>
                <a:cs typeface="Times New Roman"/>
              </a:rPr>
              <a:t>--&gt;</a:t>
            </a:r>
            <a:endParaRPr sz="1200">
              <a:latin typeface="Times New Roman"/>
              <a:cs typeface="Times New Roman"/>
            </a:endParaRPr>
          </a:p>
          <a:p>
            <a:pPr>
              <a:lnSpc>
                <a:spcPct val="100000"/>
              </a:lnSpc>
            </a:pPr>
            <a:endParaRPr sz="1300">
              <a:latin typeface="Times New Roman"/>
              <a:cs typeface="Times New Roman"/>
            </a:endParaRPr>
          </a:p>
          <a:p>
            <a:pPr>
              <a:lnSpc>
                <a:spcPct val="100000"/>
              </a:lnSpc>
            </a:pPr>
            <a:endParaRPr sz="1550">
              <a:latin typeface="Times New Roman"/>
              <a:cs typeface="Times New Roman"/>
            </a:endParaRPr>
          </a:p>
          <a:p>
            <a:pPr marL="463550">
              <a:lnSpc>
                <a:spcPct val="100000"/>
              </a:lnSpc>
            </a:pPr>
            <a:r>
              <a:rPr sz="1200" spc="-15" dirty="0">
                <a:latin typeface="Times New Roman"/>
                <a:cs typeface="Times New Roman"/>
              </a:rPr>
              <a:t>&lt;!--</a:t>
            </a:r>
            <a:r>
              <a:rPr sz="1200" dirty="0">
                <a:latin typeface="Times New Roman"/>
                <a:cs typeface="Times New Roman"/>
              </a:rPr>
              <a:t> </a:t>
            </a:r>
            <a:r>
              <a:rPr sz="1200" spc="-15" dirty="0">
                <a:latin typeface="Times New Roman"/>
                <a:cs typeface="Times New Roman"/>
              </a:rPr>
              <a:t>product-area</a:t>
            </a:r>
            <a:r>
              <a:rPr sz="1200" spc="50" dirty="0">
                <a:latin typeface="Times New Roman"/>
                <a:cs typeface="Times New Roman"/>
              </a:rPr>
              <a:t> </a:t>
            </a:r>
            <a:r>
              <a:rPr sz="1200" spc="-5" dirty="0">
                <a:latin typeface="Times New Roman"/>
                <a:cs typeface="Times New Roman"/>
              </a:rPr>
              <a:t>start</a:t>
            </a:r>
            <a:r>
              <a:rPr sz="1200" spc="5" dirty="0">
                <a:latin typeface="Times New Roman"/>
                <a:cs typeface="Times New Roman"/>
              </a:rPr>
              <a:t> </a:t>
            </a:r>
            <a:r>
              <a:rPr sz="1200" spc="-10" dirty="0">
                <a:latin typeface="Times New Roman"/>
                <a:cs typeface="Times New Roman"/>
              </a:rPr>
              <a:t>--&gt;</a:t>
            </a:r>
            <a:endParaRPr sz="1200">
              <a:latin typeface="Times New Roman"/>
              <a:cs typeface="Times New Roman"/>
            </a:endParaRPr>
          </a:p>
          <a:p>
            <a:pPr marL="463550">
              <a:lnSpc>
                <a:spcPct val="100000"/>
              </a:lnSpc>
              <a:spcBef>
                <a:spcPts val="900"/>
              </a:spcBef>
            </a:pPr>
            <a:r>
              <a:rPr sz="1200" spc="-5" dirty="0">
                <a:latin typeface="Times New Roman"/>
                <a:cs typeface="Times New Roman"/>
              </a:rPr>
              <a:t>&lt;div</a:t>
            </a:r>
            <a:r>
              <a:rPr sz="1200" spc="40" dirty="0">
                <a:latin typeface="Times New Roman"/>
                <a:cs typeface="Times New Roman"/>
              </a:rPr>
              <a:t> </a:t>
            </a:r>
            <a:r>
              <a:rPr sz="1200" spc="-15" dirty="0">
                <a:latin typeface="Times New Roman"/>
                <a:cs typeface="Times New Roman"/>
              </a:rPr>
              <a:t>class="product-area</a:t>
            </a:r>
            <a:r>
              <a:rPr sz="1200" spc="100" dirty="0">
                <a:latin typeface="Times New Roman"/>
                <a:cs typeface="Times New Roman"/>
              </a:rPr>
              <a:t> </a:t>
            </a:r>
            <a:r>
              <a:rPr sz="1200" spc="-20" dirty="0">
                <a:latin typeface="Times New Roman"/>
                <a:cs typeface="Times New Roman"/>
              </a:rPr>
              <a:t>ptb-90"&gt;</a:t>
            </a:r>
            <a:endParaRPr sz="1200">
              <a:latin typeface="Times New Roman"/>
              <a:cs typeface="Times New Roman"/>
            </a:endParaRPr>
          </a:p>
          <a:p>
            <a:pPr marL="920750">
              <a:lnSpc>
                <a:spcPct val="100000"/>
              </a:lnSpc>
              <a:spcBef>
                <a:spcPts val="900"/>
              </a:spcBef>
            </a:pPr>
            <a:r>
              <a:rPr sz="1200" spc="-5" dirty="0">
                <a:latin typeface="Times New Roman"/>
                <a:cs typeface="Times New Roman"/>
              </a:rPr>
              <a:t>&lt;div</a:t>
            </a:r>
            <a:r>
              <a:rPr sz="1200" spc="-50" dirty="0">
                <a:latin typeface="Times New Roman"/>
                <a:cs typeface="Times New Roman"/>
              </a:rPr>
              <a:t> </a:t>
            </a:r>
            <a:r>
              <a:rPr sz="1200" spc="-15" dirty="0">
                <a:latin typeface="Times New Roman"/>
                <a:cs typeface="Times New Roman"/>
              </a:rPr>
              <a:t>class="container"&gt;</a:t>
            </a:r>
            <a:endParaRPr sz="1200">
              <a:latin typeface="Times New Roman"/>
              <a:cs typeface="Times New Roman"/>
            </a:endParaRPr>
          </a:p>
          <a:p>
            <a:pPr marL="1377950">
              <a:lnSpc>
                <a:spcPct val="100000"/>
              </a:lnSpc>
              <a:spcBef>
                <a:spcPts val="900"/>
              </a:spcBef>
            </a:pPr>
            <a:r>
              <a:rPr sz="1200" spc="-5" dirty="0">
                <a:latin typeface="Times New Roman"/>
                <a:cs typeface="Times New Roman"/>
              </a:rPr>
              <a:t>&lt;div</a:t>
            </a:r>
            <a:r>
              <a:rPr sz="1200" spc="35" dirty="0">
                <a:latin typeface="Times New Roman"/>
                <a:cs typeface="Times New Roman"/>
              </a:rPr>
              <a:t> </a:t>
            </a:r>
            <a:r>
              <a:rPr sz="1200" spc="-5" dirty="0">
                <a:latin typeface="Times New Roman"/>
                <a:cs typeface="Times New Roman"/>
              </a:rPr>
              <a:t>class="row</a:t>
            </a:r>
            <a:r>
              <a:rPr sz="1200" spc="45" dirty="0">
                <a:latin typeface="Times New Roman"/>
                <a:cs typeface="Times New Roman"/>
              </a:rPr>
              <a:t> </a:t>
            </a:r>
            <a:r>
              <a:rPr sz="1200" spc="-15" dirty="0">
                <a:latin typeface="Times New Roman"/>
                <a:cs typeface="Times New Roman"/>
              </a:rPr>
              <a:t>justify-content-center"&gt;</a:t>
            </a:r>
            <a:endParaRPr sz="1200">
              <a:latin typeface="Times New Roman"/>
              <a:cs typeface="Times New Roman"/>
            </a:endParaRPr>
          </a:p>
          <a:p>
            <a:pPr marL="1835150">
              <a:lnSpc>
                <a:spcPct val="100000"/>
              </a:lnSpc>
              <a:spcBef>
                <a:spcPts val="900"/>
              </a:spcBef>
            </a:pPr>
            <a:r>
              <a:rPr sz="1200" spc="-5" dirty="0">
                <a:latin typeface="Times New Roman"/>
                <a:cs typeface="Times New Roman"/>
              </a:rPr>
              <a:t>&lt;div</a:t>
            </a:r>
            <a:r>
              <a:rPr sz="1200" spc="50" dirty="0">
                <a:latin typeface="Times New Roman"/>
                <a:cs typeface="Times New Roman"/>
              </a:rPr>
              <a:t> </a:t>
            </a:r>
            <a:r>
              <a:rPr sz="1200" spc="-20" dirty="0">
                <a:latin typeface="Times New Roman"/>
                <a:cs typeface="Times New Roman"/>
              </a:rPr>
              <a:t>class="col-lg-6"&gt;</a:t>
            </a:r>
            <a:endParaRPr sz="1200">
              <a:latin typeface="Times New Roman"/>
              <a:cs typeface="Times New Roman"/>
            </a:endParaRPr>
          </a:p>
        </p:txBody>
      </p:sp>
      <p:sp>
        <p:nvSpPr>
          <p:cNvPr id="14" name="object 14"/>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15" name="object 1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77</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3188589" y="892810"/>
            <a:ext cx="3437890" cy="506095"/>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&lt;div</a:t>
            </a:r>
            <a:r>
              <a:rPr sz="1200" spc="35" dirty="0">
                <a:latin typeface="Times New Roman"/>
                <a:cs typeface="Times New Roman"/>
              </a:rPr>
              <a:t> </a:t>
            </a:r>
            <a:r>
              <a:rPr sz="1200" spc="-15" dirty="0">
                <a:latin typeface="Times New Roman"/>
                <a:cs typeface="Times New Roman"/>
              </a:rPr>
              <a:t>class="account-form"&gt;</a:t>
            </a:r>
            <a:endParaRPr sz="1200">
              <a:latin typeface="Times New Roman"/>
              <a:cs typeface="Times New Roman"/>
            </a:endParaRPr>
          </a:p>
          <a:p>
            <a:pPr marL="469900">
              <a:lnSpc>
                <a:spcPct val="100000"/>
              </a:lnSpc>
              <a:spcBef>
                <a:spcPts val="900"/>
              </a:spcBef>
            </a:pPr>
            <a:r>
              <a:rPr sz="1200" spc="-5" dirty="0">
                <a:latin typeface="Times New Roman"/>
                <a:cs typeface="Times New Roman"/>
              </a:rPr>
              <a:t>&lt;</a:t>
            </a:r>
            <a:r>
              <a:rPr sz="1200" dirty="0">
                <a:latin typeface="Times New Roman"/>
                <a:cs typeface="Times New Roman"/>
              </a:rPr>
              <a:t>h4 </a:t>
            </a: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10" dirty="0">
                <a:latin typeface="Times New Roman"/>
                <a:cs typeface="Times New Roman"/>
              </a:rPr>
              <a:t>t</a:t>
            </a:r>
            <a:r>
              <a:rPr sz="1200" spc="-20" dirty="0">
                <a:latin typeface="Times New Roman"/>
                <a:cs typeface="Times New Roman"/>
              </a:rPr>
              <a:t>e</a:t>
            </a:r>
            <a:r>
              <a:rPr sz="1200" dirty="0">
                <a:latin typeface="Times New Roman"/>
                <a:cs typeface="Times New Roman"/>
              </a:rPr>
              <a:t>x</a:t>
            </a:r>
            <a:r>
              <a:rPr sz="1200" spc="-10" dirty="0">
                <a:latin typeface="Times New Roman"/>
                <a:cs typeface="Times New Roman"/>
              </a:rPr>
              <a:t>t</a:t>
            </a:r>
            <a:r>
              <a:rPr sz="1200" spc="-20" dirty="0">
                <a:latin typeface="Times New Roman"/>
                <a:cs typeface="Times New Roman"/>
              </a:rPr>
              <a:t>-</a:t>
            </a:r>
            <a:r>
              <a:rPr sz="1200" spc="-5" dirty="0">
                <a:latin typeface="Times New Roman"/>
                <a:cs typeface="Times New Roman"/>
              </a:rPr>
              <a:t>ce</a:t>
            </a:r>
            <a:r>
              <a:rPr sz="1200" spc="10" dirty="0">
                <a:latin typeface="Times New Roman"/>
                <a:cs typeface="Times New Roman"/>
              </a:rPr>
              <a:t>n</a:t>
            </a:r>
            <a:r>
              <a:rPr sz="1200" dirty="0">
                <a:latin typeface="Times New Roman"/>
                <a:cs typeface="Times New Roman"/>
              </a:rPr>
              <a:t>t</a:t>
            </a:r>
            <a:r>
              <a:rPr sz="1200" spc="5" dirty="0">
                <a:latin typeface="Times New Roman"/>
                <a:cs typeface="Times New Roman"/>
              </a:rPr>
              <a:t>e</a:t>
            </a:r>
            <a:r>
              <a:rPr sz="1200" dirty="0">
                <a:latin typeface="Times New Roman"/>
                <a:cs typeface="Times New Roman"/>
              </a:rPr>
              <a:t>r</a:t>
            </a:r>
            <a:r>
              <a:rPr sz="1200" spc="45" dirty="0">
                <a:latin typeface="Times New Roman"/>
                <a:cs typeface="Times New Roman"/>
              </a:rPr>
              <a:t> </a:t>
            </a:r>
            <a:r>
              <a:rPr sz="1200" spc="-10" dirty="0">
                <a:latin typeface="Times New Roman"/>
                <a:cs typeface="Times New Roman"/>
              </a:rPr>
              <a:t>m</a:t>
            </a:r>
            <a:r>
              <a:rPr sz="1200" spc="-15" dirty="0">
                <a:latin typeface="Times New Roman"/>
                <a:cs typeface="Times New Roman"/>
              </a:rPr>
              <a:t>b</a:t>
            </a:r>
            <a:r>
              <a:rPr sz="1200" spc="-20" dirty="0">
                <a:latin typeface="Times New Roman"/>
                <a:cs typeface="Times New Roman"/>
              </a:rPr>
              <a:t>-</a:t>
            </a:r>
            <a:r>
              <a:rPr sz="1200" spc="-15" dirty="0">
                <a:latin typeface="Times New Roman"/>
                <a:cs typeface="Times New Roman"/>
              </a:rPr>
              <a:t>30</a:t>
            </a:r>
            <a:r>
              <a:rPr sz="1200" spc="-30" dirty="0">
                <a:latin typeface="Times New Roman"/>
                <a:cs typeface="Times New Roman"/>
              </a:rPr>
              <a:t>"</a:t>
            </a:r>
            <a:r>
              <a:rPr sz="1200" spc="-20" dirty="0">
                <a:latin typeface="Times New Roman"/>
                <a:cs typeface="Times New Roman"/>
              </a:rPr>
              <a:t>&gt;</a:t>
            </a:r>
            <a:r>
              <a:rPr sz="1200" spc="-10" dirty="0">
                <a:latin typeface="Times New Roman"/>
                <a:cs typeface="Times New Roman"/>
              </a:rPr>
              <a:t>C</a:t>
            </a:r>
            <a:r>
              <a:rPr sz="1200" spc="-20" dirty="0">
                <a:latin typeface="Times New Roman"/>
                <a:cs typeface="Times New Roman"/>
              </a:rPr>
              <a:t>rea</a:t>
            </a:r>
            <a:r>
              <a:rPr sz="1200" dirty="0">
                <a:latin typeface="Times New Roman"/>
                <a:cs typeface="Times New Roman"/>
              </a:rPr>
              <a:t>te</a:t>
            </a:r>
            <a:r>
              <a:rPr sz="1200" spc="10" dirty="0">
                <a:latin typeface="Times New Roman"/>
                <a:cs typeface="Times New Roman"/>
              </a:rPr>
              <a:t> </a:t>
            </a:r>
            <a:r>
              <a:rPr sz="1200" spc="-45" dirty="0">
                <a:latin typeface="Times New Roman"/>
                <a:cs typeface="Times New Roman"/>
              </a:rPr>
              <a:t>Y</a:t>
            </a:r>
            <a:r>
              <a:rPr sz="1200" spc="-40" dirty="0">
                <a:latin typeface="Times New Roman"/>
                <a:cs typeface="Times New Roman"/>
              </a:rPr>
              <a:t>ou</a:t>
            </a:r>
            <a:r>
              <a:rPr sz="1200" dirty="0">
                <a:latin typeface="Times New Roman"/>
                <a:cs typeface="Times New Roman"/>
              </a:rPr>
              <a:t>r</a:t>
            </a:r>
            <a:r>
              <a:rPr sz="1200" spc="-30" dirty="0">
                <a:latin typeface="Times New Roman"/>
                <a:cs typeface="Times New Roman"/>
              </a:rPr>
              <a:t> </a:t>
            </a:r>
            <a:r>
              <a:rPr sz="1200" spc="-40" dirty="0">
                <a:latin typeface="Times New Roman"/>
                <a:cs typeface="Times New Roman"/>
              </a:rPr>
              <a:t>F</a:t>
            </a:r>
            <a:r>
              <a:rPr sz="1200" spc="-30" dirty="0">
                <a:latin typeface="Times New Roman"/>
                <a:cs typeface="Times New Roman"/>
              </a:rPr>
              <a:t>re</a:t>
            </a:r>
            <a:r>
              <a:rPr sz="1200" dirty="0">
                <a:latin typeface="Times New Roman"/>
                <a:cs typeface="Times New Roman"/>
              </a:rPr>
              <a:t>e</a:t>
            </a:r>
            <a:endParaRPr sz="1200">
              <a:latin typeface="Times New Roman"/>
              <a:cs typeface="Times New Roman"/>
            </a:endParaRPr>
          </a:p>
        </p:txBody>
      </p:sp>
      <p:sp>
        <p:nvSpPr>
          <p:cNvPr id="6" name="object 6"/>
          <p:cNvSpPr txBox="1"/>
          <p:nvPr/>
        </p:nvSpPr>
        <p:spPr>
          <a:xfrm>
            <a:off x="907796" y="1380871"/>
            <a:ext cx="890269"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Acc</a:t>
            </a:r>
            <a:r>
              <a:rPr sz="1200" spc="-15" dirty="0">
                <a:latin typeface="Times New Roman"/>
                <a:cs typeface="Times New Roman"/>
              </a:rPr>
              <a:t>oun</a:t>
            </a:r>
            <a:r>
              <a:rPr sz="1200" spc="-10" dirty="0">
                <a:latin typeface="Times New Roman"/>
                <a:cs typeface="Times New Roman"/>
              </a:rPr>
              <a:t>t</a:t>
            </a:r>
            <a:r>
              <a:rPr sz="1200" spc="-20" dirty="0">
                <a:latin typeface="Times New Roman"/>
                <a:cs typeface="Times New Roman"/>
              </a:rPr>
              <a:t>&lt;</a:t>
            </a:r>
            <a:r>
              <a:rPr sz="1200" spc="-10" dirty="0">
                <a:latin typeface="Times New Roman"/>
                <a:cs typeface="Times New Roman"/>
              </a:rPr>
              <a:t>/</a:t>
            </a:r>
            <a:r>
              <a:rPr sz="1200" spc="-15" dirty="0">
                <a:latin typeface="Times New Roman"/>
                <a:cs typeface="Times New Roman"/>
              </a:rPr>
              <a:t>h4</a:t>
            </a:r>
            <a:r>
              <a:rPr sz="1200" dirty="0">
                <a:latin typeface="Times New Roman"/>
                <a:cs typeface="Times New Roman"/>
              </a:rPr>
              <a:t>&gt;</a:t>
            </a:r>
            <a:endParaRPr sz="1200">
              <a:latin typeface="Times New Roman"/>
              <a:cs typeface="Times New Roman"/>
            </a:endParaRPr>
          </a:p>
        </p:txBody>
      </p:sp>
      <p:sp>
        <p:nvSpPr>
          <p:cNvPr id="7" name="object 7"/>
          <p:cNvSpPr txBox="1"/>
          <p:nvPr/>
        </p:nvSpPr>
        <p:spPr>
          <a:xfrm>
            <a:off x="3646170" y="1676527"/>
            <a:ext cx="40005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&lt;f</a:t>
            </a:r>
            <a:r>
              <a:rPr sz="1200" spc="-15" dirty="0">
                <a:latin typeface="Times New Roman"/>
                <a:cs typeface="Times New Roman"/>
              </a:rPr>
              <a:t>o</a:t>
            </a:r>
            <a:r>
              <a:rPr sz="1200" spc="-20" dirty="0">
                <a:latin typeface="Times New Roman"/>
                <a:cs typeface="Times New Roman"/>
              </a:rPr>
              <a:t>r</a:t>
            </a:r>
            <a:r>
              <a:rPr sz="1200" dirty="0">
                <a:latin typeface="Times New Roman"/>
                <a:cs typeface="Times New Roman"/>
              </a:rPr>
              <a:t>m</a:t>
            </a:r>
            <a:endParaRPr sz="1200">
              <a:latin typeface="Times New Roman"/>
              <a:cs typeface="Times New Roman"/>
            </a:endParaRPr>
          </a:p>
        </p:txBody>
      </p:sp>
      <p:sp>
        <p:nvSpPr>
          <p:cNvPr id="8" name="object 8"/>
          <p:cNvSpPr txBox="1"/>
          <p:nvPr/>
        </p:nvSpPr>
        <p:spPr>
          <a:xfrm>
            <a:off x="4975352" y="1676527"/>
            <a:ext cx="165163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action="{{url('register')}}"</a:t>
            </a:r>
            <a:endParaRPr sz="1200">
              <a:latin typeface="Times New Roman"/>
              <a:cs typeface="Times New Roman"/>
            </a:endParaRPr>
          </a:p>
        </p:txBody>
      </p:sp>
      <p:sp>
        <p:nvSpPr>
          <p:cNvPr id="9" name="object 9"/>
          <p:cNvSpPr txBox="1"/>
          <p:nvPr/>
        </p:nvSpPr>
        <p:spPr>
          <a:xfrm>
            <a:off x="907796" y="1870075"/>
            <a:ext cx="1617345" cy="50545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method="post"&gt;</a:t>
            </a:r>
            <a:endParaRPr sz="1200">
              <a:latin typeface="Times New Roman"/>
              <a:cs typeface="Times New Roman"/>
            </a:endParaRPr>
          </a:p>
          <a:p>
            <a:pPr marR="5080" algn="r">
              <a:lnSpc>
                <a:spcPct val="100000"/>
              </a:lnSpc>
              <a:spcBef>
                <a:spcPts val="900"/>
              </a:spcBef>
            </a:pPr>
            <a:r>
              <a:rPr sz="1200" spc="-15" dirty="0">
                <a:latin typeface="Times New Roman"/>
                <a:cs typeface="Times New Roman"/>
              </a:rPr>
              <a:t>@csrf</a:t>
            </a:r>
            <a:endParaRPr sz="1200">
              <a:latin typeface="Times New Roman"/>
              <a:cs typeface="Times New Roman"/>
            </a:endParaRPr>
          </a:p>
        </p:txBody>
      </p:sp>
      <p:sp>
        <p:nvSpPr>
          <p:cNvPr id="10" name="object 10"/>
          <p:cNvSpPr txBox="1"/>
          <p:nvPr/>
        </p:nvSpPr>
        <p:spPr>
          <a:xfrm>
            <a:off x="4103370" y="2458339"/>
            <a:ext cx="2544445" cy="50545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&lt;div</a:t>
            </a:r>
            <a:r>
              <a:rPr sz="1200" spc="-40" dirty="0">
                <a:latin typeface="Times New Roman"/>
                <a:cs typeface="Times New Roman"/>
              </a:rPr>
              <a:t> </a:t>
            </a:r>
            <a:r>
              <a:rPr sz="1200" spc="-20" dirty="0">
                <a:latin typeface="Times New Roman"/>
                <a:cs typeface="Times New Roman"/>
              </a:rPr>
              <a:t>class="row"&gt;</a:t>
            </a:r>
            <a:endParaRPr sz="1200">
              <a:latin typeface="Times New Roman"/>
              <a:cs typeface="Times New Roman"/>
            </a:endParaRPr>
          </a:p>
          <a:p>
            <a:pPr marL="469900">
              <a:lnSpc>
                <a:spcPct val="100000"/>
              </a:lnSpc>
              <a:spcBef>
                <a:spcPts val="900"/>
              </a:spcBef>
              <a:tabLst>
                <a:tab pos="932815" algn="l"/>
                <a:tab pos="2196465" algn="l"/>
              </a:tabLst>
            </a:pPr>
            <a:r>
              <a:rPr sz="1200" spc="-30" dirty="0">
                <a:latin typeface="Times New Roman"/>
                <a:cs typeface="Times New Roman"/>
              </a:rPr>
              <a:t>&lt;</a:t>
            </a:r>
            <a:r>
              <a:rPr sz="1200" spc="-25" dirty="0">
                <a:latin typeface="Times New Roman"/>
                <a:cs typeface="Times New Roman"/>
              </a:rPr>
              <a:t>di</a:t>
            </a:r>
            <a:r>
              <a:rPr sz="1200" dirty="0">
                <a:latin typeface="Times New Roman"/>
                <a:cs typeface="Times New Roman"/>
              </a:rPr>
              <a:t>v	</a:t>
            </a: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c</a:t>
            </a:r>
            <a:r>
              <a:rPr sz="1200" spc="-15" dirty="0">
                <a:latin typeface="Times New Roman"/>
                <a:cs typeface="Times New Roman"/>
              </a:rPr>
              <a:t>o</a:t>
            </a:r>
            <a:r>
              <a:rPr sz="1200" spc="-10" dirty="0">
                <a:latin typeface="Times New Roman"/>
                <a:cs typeface="Times New Roman"/>
              </a:rPr>
              <a:t>l</a:t>
            </a:r>
            <a:r>
              <a:rPr sz="1200" spc="-20" dirty="0">
                <a:latin typeface="Times New Roman"/>
                <a:cs typeface="Times New Roman"/>
              </a:rPr>
              <a:t>-</a:t>
            </a:r>
            <a:r>
              <a:rPr sz="1200" spc="-10" dirty="0">
                <a:latin typeface="Times New Roman"/>
                <a:cs typeface="Times New Roman"/>
              </a:rPr>
              <a:t>m</a:t>
            </a:r>
            <a:r>
              <a:rPr sz="1200" spc="-5" dirty="0">
                <a:latin typeface="Times New Roman"/>
                <a:cs typeface="Times New Roman"/>
              </a:rPr>
              <a:t>d</a:t>
            </a:r>
            <a:r>
              <a:rPr sz="1200" spc="-20" dirty="0">
                <a:latin typeface="Times New Roman"/>
                <a:cs typeface="Times New Roman"/>
              </a:rPr>
              <a:t>-</a:t>
            </a:r>
            <a:r>
              <a:rPr sz="1200" spc="-25" dirty="0">
                <a:latin typeface="Times New Roman"/>
                <a:cs typeface="Times New Roman"/>
              </a:rPr>
              <a:t>1</a:t>
            </a:r>
            <a:r>
              <a:rPr sz="1200" dirty="0">
                <a:latin typeface="Times New Roman"/>
                <a:cs typeface="Times New Roman"/>
              </a:rPr>
              <a:t>2	</a:t>
            </a:r>
            <a:r>
              <a:rPr sz="1200" spc="-30" dirty="0">
                <a:latin typeface="Times New Roman"/>
                <a:cs typeface="Times New Roman"/>
              </a:rPr>
              <a:t>f</a:t>
            </a:r>
            <a:r>
              <a:rPr sz="1200" spc="-25" dirty="0">
                <a:latin typeface="Times New Roman"/>
                <a:cs typeface="Times New Roman"/>
              </a:rPr>
              <a:t>o</a:t>
            </a:r>
            <a:r>
              <a:rPr sz="1200" spc="-30" dirty="0">
                <a:latin typeface="Times New Roman"/>
                <a:cs typeface="Times New Roman"/>
              </a:rPr>
              <a:t>r</a:t>
            </a:r>
            <a:r>
              <a:rPr sz="1200" spc="-25" dirty="0">
                <a:latin typeface="Times New Roman"/>
                <a:cs typeface="Times New Roman"/>
              </a:rPr>
              <a:t>m</a:t>
            </a:r>
            <a:r>
              <a:rPr sz="1200" dirty="0">
                <a:latin typeface="Times New Roman"/>
                <a:cs typeface="Times New Roman"/>
              </a:rPr>
              <a:t>-</a:t>
            </a:r>
            <a:endParaRPr sz="1200">
              <a:latin typeface="Times New Roman"/>
              <a:cs typeface="Times New Roman"/>
            </a:endParaRPr>
          </a:p>
        </p:txBody>
      </p:sp>
      <p:sp>
        <p:nvSpPr>
          <p:cNvPr id="11" name="object 11"/>
          <p:cNvSpPr txBox="1"/>
          <p:nvPr/>
        </p:nvSpPr>
        <p:spPr>
          <a:xfrm>
            <a:off x="907796" y="2945714"/>
            <a:ext cx="516890" cy="20891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group"&gt;</a:t>
            </a:r>
            <a:endParaRPr sz="1200">
              <a:latin typeface="Times New Roman"/>
              <a:cs typeface="Times New Roman"/>
            </a:endParaRPr>
          </a:p>
        </p:txBody>
      </p:sp>
      <p:sp>
        <p:nvSpPr>
          <p:cNvPr id="12" name="object 12"/>
          <p:cNvSpPr txBox="1"/>
          <p:nvPr/>
        </p:nvSpPr>
        <p:spPr>
          <a:xfrm>
            <a:off x="5018023" y="3240785"/>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13" name="object 13"/>
          <p:cNvSpPr txBox="1"/>
          <p:nvPr/>
        </p:nvSpPr>
        <p:spPr>
          <a:xfrm>
            <a:off x="5612384" y="3240785"/>
            <a:ext cx="102425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class="sr-only"&gt;</a:t>
            </a:r>
            <a:endParaRPr sz="1200">
              <a:latin typeface="Times New Roman"/>
              <a:cs typeface="Times New Roman"/>
            </a:endParaRPr>
          </a:p>
        </p:txBody>
      </p:sp>
      <p:sp>
        <p:nvSpPr>
          <p:cNvPr id="14" name="object 14"/>
          <p:cNvSpPr txBox="1"/>
          <p:nvPr/>
        </p:nvSpPr>
        <p:spPr>
          <a:xfrm>
            <a:off x="907796" y="3434334"/>
            <a:ext cx="88265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Name&lt;/label&gt;</a:t>
            </a:r>
            <a:endParaRPr sz="1200">
              <a:latin typeface="Times New Roman"/>
              <a:cs typeface="Times New Roman"/>
            </a:endParaRPr>
          </a:p>
        </p:txBody>
      </p:sp>
      <p:sp>
        <p:nvSpPr>
          <p:cNvPr id="15" name="object 15"/>
          <p:cNvSpPr txBox="1"/>
          <p:nvPr/>
        </p:nvSpPr>
        <p:spPr>
          <a:xfrm>
            <a:off x="4260850" y="3704081"/>
            <a:ext cx="2388235" cy="415925"/>
          </a:xfrm>
          <a:prstGeom prst="rect">
            <a:avLst/>
          </a:prstGeom>
        </p:spPr>
        <p:txBody>
          <a:bodyPr vert="horz" wrap="square" lIns="0" tIns="12700" rIns="0" bIns="0" rtlCol="0">
            <a:spAutoFit/>
          </a:bodyPr>
          <a:lstStyle/>
          <a:p>
            <a:pPr marL="12700" marR="5080" indent="757555">
              <a:lnSpc>
                <a:spcPct val="106700"/>
              </a:lnSpc>
              <a:spcBef>
                <a:spcPts val="100"/>
              </a:spcBef>
              <a:tabLst>
                <a:tab pos="1439545" algn="l"/>
                <a:tab pos="1684655" algn="l"/>
                <a:tab pos="1955800" algn="l"/>
              </a:tabLst>
            </a:pPr>
            <a:r>
              <a:rPr sz="1200" spc="-20" dirty="0">
                <a:latin typeface="Times New Roman"/>
                <a:cs typeface="Times New Roman"/>
              </a:rPr>
              <a:t>&lt;</a:t>
            </a:r>
            <a:r>
              <a:rPr sz="1200" spc="-10" dirty="0">
                <a:latin typeface="Times New Roman"/>
                <a:cs typeface="Times New Roman"/>
              </a:rPr>
              <a:t>i</a:t>
            </a:r>
            <a:r>
              <a:rPr sz="1200" spc="-15" dirty="0">
                <a:latin typeface="Times New Roman"/>
                <a:cs typeface="Times New Roman"/>
              </a:rPr>
              <a:t>npu</a:t>
            </a:r>
            <a:r>
              <a:rPr sz="1200" dirty="0">
                <a:latin typeface="Times New Roman"/>
                <a:cs typeface="Times New Roman"/>
              </a:rPr>
              <a:t>t		</a:t>
            </a:r>
            <a:r>
              <a:rPr sz="1200" spc="-10" dirty="0">
                <a:latin typeface="Times New Roman"/>
                <a:cs typeface="Times New Roman"/>
              </a:rPr>
              <a:t>t</a:t>
            </a:r>
            <a:r>
              <a:rPr sz="1200" spc="-50" dirty="0">
                <a:latin typeface="Times New Roman"/>
                <a:cs typeface="Times New Roman"/>
              </a:rPr>
              <a:t>y</a:t>
            </a:r>
            <a:r>
              <a:rPr sz="1200" spc="-15" dirty="0">
                <a:latin typeface="Times New Roman"/>
                <a:cs typeface="Times New Roman"/>
              </a:rPr>
              <a:t>p</a:t>
            </a:r>
            <a:r>
              <a:rPr sz="1200" spc="-20"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x</a:t>
            </a:r>
            <a:r>
              <a:rPr sz="1200" spc="-10" dirty="0">
                <a:latin typeface="Times New Roman"/>
                <a:cs typeface="Times New Roman"/>
              </a:rPr>
              <a:t>t</a:t>
            </a:r>
            <a:r>
              <a:rPr sz="1200" spc="-5" dirty="0">
                <a:latin typeface="Times New Roman"/>
                <a:cs typeface="Times New Roman"/>
              </a:rPr>
              <a:t>"  </a:t>
            </a:r>
            <a:r>
              <a:rPr sz="1200" spc="-10" dirty="0">
                <a:latin typeface="Times New Roman"/>
                <a:cs typeface="Times New Roman"/>
              </a:rPr>
              <a:t>pl</a:t>
            </a:r>
            <a:r>
              <a:rPr sz="1200" spc="-15" dirty="0">
                <a:latin typeface="Times New Roman"/>
                <a:cs typeface="Times New Roman"/>
              </a:rPr>
              <a:t>ace</a:t>
            </a:r>
            <a:r>
              <a:rPr sz="1200" spc="-10" dirty="0">
                <a:latin typeface="Times New Roman"/>
                <a:cs typeface="Times New Roman"/>
              </a:rPr>
              <a:t>hold</a:t>
            </a:r>
            <a:r>
              <a:rPr sz="1200"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E</a:t>
            </a:r>
            <a:r>
              <a:rPr sz="1200" spc="-10" dirty="0">
                <a:latin typeface="Times New Roman"/>
                <a:cs typeface="Times New Roman"/>
              </a:rPr>
              <a:t>n</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r	</a:t>
            </a:r>
            <a:r>
              <a:rPr sz="1200" spc="-60" dirty="0">
                <a:latin typeface="Times New Roman"/>
                <a:cs typeface="Times New Roman"/>
              </a:rPr>
              <a:t>y</a:t>
            </a:r>
            <a:r>
              <a:rPr sz="1200" spc="-25" dirty="0">
                <a:latin typeface="Times New Roman"/>
                <a:cs typeface="Times New Roman"/>
              </a:rPr>
              <a:t>ou</a:t>
            </a:r>
            <a:r>
              <a:rPr sz="1200" dirty="0">
                <a:latin typeface="Times New Roman"/>
                <a:cs typeface="Times New Roman"/>
              </a:rPr>
              <a:t>r	</a:t>
            </a:r>
            <a:r>
              <a:rPr sz="1200" spc="-20" dirty="0">
                <a:latin typeface="Times New Roman"/>
                <a:cs typeface="Times New Roman"/>
              </a:rPr>
              <a:t>Na</a:t>
            </a:r>
            <a:r>
              <a:rPr sz="1200" spc="-10" dirty="0">
                <a:latin typeface="Times New Roman"/>
                <a:cs typeface="Times New Roman"/>
              </a:rPr>
              <a:t>m</a:t>
            </a:r>
            <a:r>
              <a:rPr sz="1200" spc="-20" dirty="0">
                <a:latin typeface="Times New Roman"/>
                <a:cs typeface="Times New Roman"/>
              </a:rPr>
              <a:t>e</a:t>
            </a:r>
            <a:r>
              <a:rPr sz="1200" spc="-5" dirty="0">
                <a:latin typeface="Times New Roman"/>
                <a:cs typeface="Times New Roman"/>
              </a:rPr>
              <a:t>"</a:t>
            </a:r>
            <a:endParaRPr sz="1200">
              <a:latin typeface="Times New Roman"/>
              <a:cs typeface="Times New Roman"/>
            </a:endParaRPr>
          </a:p>
        </p:txBody>
      </p:sp>
      <p:sp>
        <p:nvSpPr>
          <p:cNvPr id="16" name="object 16"/>
          <p:cNvSpPr txBox="1"/>
          <p:nvPr/>
        </p:nvSpPr>
        <p:spPr>
          <a:xfrm>
            <a:off x="907796" y="3897630"/>
            <a:ext cx="3126105" cy="415925"/>
          </a:xfrm>
          <a:prstGeom prst="rect">
            <a:avLst/>
          </a:prstGeom>
        </p:spPr>
        <p:txBody>
          <a:bodyPr vert="horz" wrap="square" lIns="0" tIns="12700" rIns="0" bIns="0" rtlCol="0">
            <a:spAutoFit/>
          </a:bodyPr>
          <a:lstStyle/>
          <a:p>
            <a:pPr marL="12700" marR="5080">
              <a:lnSpc>
                <a:spcPct val="106700"/>
              </a:lnSpc>
              <a:spcBef>
                <a:spcPts val="100"/>
              </a:spcBef>
              <a:tabLst>
                <a:tab pos="1472565" algn="l"/>
                <a:tab pos="2258060" algn="l"/>
              </a:tabLst>
            </a:pP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spc="-5" dirty="0">
                <a:latin typeface="Times New Roman"/>
                <a:cs typeface="Times New Roman"/>
              </a:rPr>
              <a:t>-</a:t>
            </a:r>
            <a:r>
              <a:rPr sz="1200" spc="-20" dirty="0">
                <a:latin typeface="Times New Roman"/>
                <a:cs typeface="Times New Roman"/>
              </a:rPr>
              <a:t>c</a:t>
            </a:r>
            <a:r>
              <a:rPr sz="1200" spc="-15" dirty="0">
                <a:latin typeface="Times New Roman"/>
                <a:cs typeface="Times New Roman"/>
              </a:rPr>
              <a:t>on</a:t>
            </a:r>
            <a:r>
              <a:rPr sz="1200" dirty="0">
                <a:latin typeface="Times New Roman"/>
                <a:cs typeface="Times New Roman"/>
              </a:rPr>
              <a:t>t</a:t>
            </a:r>
            <a:r>
              <a:rPr sz="1200" spc="-15" dirty="0">
                <a:latin typeface="Times New Roman"/>
                <a:cs typeface="Times New Roman"/>
              </a:rPr>
              <a:t>ro</a:t>
            </a:r>
            <a:r>
              <a:rPr sz="1200" dirty="0">
                <a:latin typeface="Times New Roman"/>
                <a:cs typeface="Times New Roman"/>
              </a:rPr>
              <a:t>l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spc="-20" dirty="0">
                <a:latin typeface="Times New Roman"/>
                <a:cs typeface="Times New Roman"/>
              </a:rPr>
              <a:t>e=</a:t>
            </a:r>
            <a:r>
              <a:rPr sz="1200" spc="-30" dirty="0">
                <a:latin typeface="Times New Roman"/>
                <a:cs typeface="Times New Roman"/>
              </a:rPr>
              <a:t>"</a:t>
            </a:r>
            <a:r>
              <a:rPr sz="1200" spc="-15" dirty="0">
                <a:latin typeface="Times New Roman"/>
                <a:cs typeface="Times New Roman"/>
              </a:rPr>
              <a:t>n</a:t>
            </a:r>
            <a:r>
              <a:rPr sz="1200" spc="-20" dirty="0">
                <a:latin typeface="Times New Roman"/>
                <a:cs typeface="Times New Roman"/>
              </a:rPr>
              <a:t>a</a:t>
            </a:r>
            <a:r>
              <a:rPr sz="1200" spc="-5" dirty="0">
                <a:latin typeface="Times New Roman"/>
                <a:cs typeface="Times New Roman"/>
              </a:rPr>
              <a:t>me"  </a:t>
            </a:r>
            <a:r>
              <a:rPr sz="1200" spc="-15" dirty="0">
                <a:latin typeface="Times New Roman"/>
                <a:cs typeface="Times New Roman"/>
              </a:rPr>
              <a:t>value="{{old('name')}}"&gt;</a:t>
            </a:r>
            <a:endParaRPr sz="1200">
              <a:latin typeface="Times New Roman"/>
              <a:cs typeface="Times New Roman"/>
            </a:endParaRPr>
          </a:p>
        </p:txBody>
      </p:sp>
      <p:sp>
        <p:nvSpPr>
          <p:cNvPr id="17" name="object 17"/>
          <p:cNvSpPr txBox="1"/>
          <p:nvPr/>
        </p:nvSpPr>
        <p:spPr>
          <a:xfrm>
            <a:off x="4560823" y="4410913"/>
            <a:ext cx="1539240" cy="506095"/>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5"/>
              </a:spcBef>
              <a:tabLst>
                <a:tab pos="475615" algn="l"/>
              </a:tabLst>
            </a:pPr>
            <a:r>
              <a:rPr sz="1200" spc="-20" dirty="0">
                <a:latin typeface="Times New Roman"/>
                <a:cs typeface="Times New Roman"/>
              </a:rPr>
              <a:t>&lt;div	class="col-md-12</a:t>
            </a:r>
            <a:endParaRPr sz="1200">
              <a:latin typeface="Times New Roman"/>
              <a:cs typeface="Times New Roman"/>
            </a:endParaRPr>
          </a:p>
        </p:txBody>
      </p:sp>
      <p:sp>
        <p:nvSpPr>
          <p:cNvPr id="18" name="object 18"/>
          <p:cNvSpPr txBox="1"/>
          <p:nvPr/>
        </p:nvSpPr>
        <p:spPr>
          <a:xfrm>
            <a:off x="6287770" y="4705604"/>
            <a:ext cx="36576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dirty="0">
                <a:latin typeface="Times New Roman"/>
                <a:cs typeface="Times New Roman"/>
              </a:rPr>
              <a:t>-</a:t>
            </a:r>
            <a:endParaRPr sz="1200">
              <a:latin typeface="Times New Roman"/>
              <a:cs typeface="Times New Roman"/>
            </a:endParaRPr>
          </a:p>
        </p:txBody>
      </p:sp>
      <p:sp>
        <p:nvSpPr>
          <p:cNvPr id="19" name="object 19"/>
          <p:cNvSpPr txBox="1"/>
          <p:nvPr/>
        </p:nvSpPr>
        <p:spPr>
          <a:xfrm>
            <a:off x="907796" y="4899152"/>
            <a:ext cx="5168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group"&gt;</a:t>
            </a:r>
            <a:endParaRPr sz="1200">
              <a:latin typeface="Times New Roman"/>
              <a:cs typeface="Times New Roman"/>
            </a:endParaRPr>
          </a:p>
        </p:txBody>
      </p:sp>
      <p:sp>
        <p:nvSpPr>
          <p:cNvPr id="20" name="object 20"/>
          <p:cNvSpPr txBox="1"/>
          <p:nvPr/>
        </p:nvSpPr>
        <p:spPr>
          <a:xfrm>
            <a:off x="5018023" y="5193538"/>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21" name="object 21"/>
          <p:cNvSpPr txBox="1"/>
          <p:nvPr/>
        </p:nvSpPr>
        <p:spPr>
          <a:xfrm>
            <a:off x="6031484" y="5193538"/>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22" name="object 22"/>
          <p:cNvSpPr txBox="1"/>
          <p:nvPr/>
        </p:nvSpPr>
        <p:spPr>
          <a:xfrm>
            <a:off x="907796" y="5387086"/>
            <a:ext cx="129413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only"&gt;Email&lt;/label&gt;</a:t>
            </a:r>
            <a:endParaRPr sz="1200">
              <a:latin typeface="Times New Roman"/>
              <a:cs typeface="Times New Roman"/>
            </a:endParaRPr>
          </a:p>
        </p:txBody>
      </p:sp>
      <p:sp>
        <p:nvSpPr>
          <p:cNvPr id="23" name="object 23"/>
          <p:cNvSpPr txBox="1"/>
          <p:nvPr/>
        </p:nvSpPr>
        <p:spPr>
          <a:xfrm>
            <a:off x="4265421" y="5655309"/>
            <a:ext cx="2385060" cy="415925"/>
          </a:xfrm>
          <a:prstGeom prst="rect">
            <a:avLst/>
          </a:prstGeom>
        </p:spPr>
        <p:txBody>
          <a:bodyPr vert="horz" wrap="square" lIns="0" tIns="12700" rIns="0" bIns="0" rtlCol="0">
            <a:spAutoFit/>
          </a:bodyPr>
          <a:lstStyle/>
          <a:p>
            <a:pPr marL="12700" marR="5080" indent="753110">
              <a:lnSpc>
                <a:spcPct val="106700"/>
              </a:lnSpc>
              <a:spcBef>
                <a:spcPts val="100"/>
              </a:spcBef>
              <a:tabLst>
                <a:tab pos="1437640" algn="l"/>
                <a:tab pos="1680210" algn="l"/>
                <a:tab pos="1953260" algn="l"/>
              </a:tabLst>
            </a:pPr>
            <a:r>
              <a:rPr sz="1200" spc="-20" dirty="0">
                <a:latin typeface="Times New Roman"/>
                <a:cs typeface="Times New Roman"/>
              </a:rPr>
              <a:t>&lt;</a:t>
            </a:r>
            <a:r>
              <a:rPr sz="1200" spc="-10" dirty="0">
                <a:latin typeface="Times New Roman"/>
                <a:cs typeface="Times New Roman"/>
              </a:rPr>
              <a:t>i</a:t>
            </a:r>
            <a:r>
              <a:rPr sz="1200" spc="-15" dirty="0">
                <a:latin typeface="Times New Roman"/>
                <a:cs typeface="Times New Roman"/>
              </a:rPr>
              <a:t>npu</a:t>
            </a:r>
            <a:r>
              <a:rPr sz="1200" dirty="0">
                <a:latin typeface="Times New Roman"/>
                <a:cs typeface="Times New Roman"/>
              </a:rPr>
              <a:t>t		</a:t>
            </a:r>
            <a:r>
              <a:rPr sz="1200" spc="-10" dirty="0">
                <a:latin typeface="Times New Roman"/>
                <a:cs typeface="Times New Roman"/>
              </a:rPr>
              <a:t>t</a:t>
            </a:r>
            <a:r>
              <a:rPr sz="1200" spc="-50" dirty="0">
                <a:latin typeface="Times New Roman"/>
                <a:cs typeface="Times New Roman"/>
              </a:rPr>
              <a:t>y</a:t>
            </a:r>
            <a:r>
              <a:rPr sz="1200" spc="-15" dirty="0">
                <a:latin typeface="Times New Roman"/>
                <a:cs typeface="Times New Roman"/>
              </a:rPr>
              <a:t>p</a:t>
            </a:r>
            <a:r>
              <a:rPr sz="1200" spc="-20"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x</a:t>
            </a:r>
            <a:r>
              <a:rPr sz="1200" spc="-10" dirty="0">
                <a:latin typeface="Times New Roman"/>
                <a:cs typeface="Times New Roman"/>
              </a:rPr>
              <a:t>t</a:t>
            </a:r>
            <a:r>
              <a:rPr sz="1200" spc="-5" dirty="0">
                <a:latin typeface="Times New Roman"/>
                <a:cs typeface="Times New Roman"/>
              </a:rPr>
              <a:t>"  </a:t>
            </a:r>
            <a:r>
              <a:rPr sz="1200" spc="-15" dirty="0">
                <a:latin typeface="Times New Roman"/>
                <a:cs typeface="Times New Roman"/>
              </a:rPr>
              <a:t>p</a:t>
            </a:r>
            <a:r>
              <a:rPr sz="1200" spc="-10" dirty="0">
                <a:latin typeface="Times New Roman"/>
                <a:cs typeface="Times New Roman"/>
              </a:rPr>
              <a:t>l</a:t>
            </a:r>
            <a:r>
              <a:rPr sz="1200" spc="-20" dirty="0">
                <a:latin typeface="Times New Roman"/>
                <a:cs typeface="Times New Roman"/>
              </a:rPr>
              <a:t>ace</a:t>
            </a:r>
            <a:r>
              <a:rPr sz="1200" spc="-15" dirty="0">
                <a:latin typeface="Times New Roman"/>
                <a:cs typeface="Times New Roman"/>
              </a:rPr>
              <a:t>ho</a:t>
            </a:r>
            <a:r>
              <a:rPr sz="1200" spc="-10" dirty="0">
                <a:latin typeface="Times New Roman"/>
                <a:cs typeface="Times New Roman"/>
              </a:rPr>
              <a:t>l</a:t>
            </a:r>
            <a:r>
              <a:rPr sz="1200" spc="-15" dirty="0">
                <a:latin typeface="Times New Roman"/>
                <a:cs typeface="Times New Roman"/>
              </a:rPr>
              <a:t>d</a:t>
            </a:r>
            <a:r>
              <a:rPr sz="1200" spc="-5"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E</a:t>
            </a:r>
            <a:r>
              <a:rPr sz="1200" spc="-15" dirty="0">
                <a:latin typeface="Times New Roman"/>
                <a:cs typeface="Times New Roman"/>
              </a:rPr>
              <a:t>n</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r	</a:t>
            </a:r>
            <a:r>
              <a:rPr sz="1200" spc="-60" dirty="0">
                <a:latin typeface="Times New Roman"/>
                <a:cs typeface="Times New Roman"/>
              </a:rPr>
              <a:t>y</a:t>
            </a:r>
            <a:r>
              <a:rPr sz="1200" spc="-25" dirty="0">
                <a:latin typeface="Times New Roman"/>
                <a:cs typeface="Times New Roman"/>
              </a:rPr>
              <a:t>ou</a:t>
            </a:r>
            <a:r>
              <a:rPr sz="1200" dirty="0">
                <a:latin typeface="Times New Roman"/>
                <a:cs typeface="Times New Roman"/>
              </a:rPr>
              <a:t>r	</a:t>
            </a:r>
            <a:r>
              <a:rPr sz="1200" spc="-15" dirty="0">
                <a:latin typeface="Times New Roman"/>
                <a:cs typeface="Times New Roman"/>
              </a:rPr>
              <a:t>E</a:t>
            </a:r>
            <a:r>
              <a:rPr sz="1200" spc="-10" dirty="0">
                <a:latin typeface="Times New Roman"/>
                <a:cs typeface="Times New Roman"/>
              </a:rPr>
              <a:t>m</a:t>
            </a:r>
            <a:r>
              <a:rPr sz="1200" spc="-20" dirty="0">
                <a:latin typeface="Times New Roman"/>
                <a:cs typeface="Times New Roman"/>
              </a:rPr>
              <a:t>a</a:t>
            </a:r>
            <a:r>
              <a:rPr sz="1200" spc="-10" dirty="0">
                <a:latin typeface="Times New Roman"/>
                <a:cs typeface="Times New Roman"/>
              </a:rPr>
              <a:t>il</a:t>
            </a:r>
            <a:r>
              <a:rPr sz="1200" spc="-5" dirty="0">
                <a:latin typeface="Times New Roman"/>
                <a:cs typeface="Times New Roman"/>
              </a:rPr>
              <a:t>"</a:t>
            </a:r>
            <a:endParaRPr sz="1200">
              <a:latin typeface="Times New Roman"/>
              <a:cs typeface="Times New Roman"/>
            </a:endParaRPr>
          </a:p>
        </p:txBody>
      </p:sp>
      <p:sp>
        <p:nvSpPr>
          <p:cNvPr id="24" name="object 24"/>
          <p:cNvSpPr txBox="1"/>
          <p:nvPr/>
        </p:nvSpPr>
        <p:spPr>
          <a:xfrm>
            <a:off x="907796" y="5848858"/>
            <a:ext cx="3129915" cy="415925"/>
          </a:xfrm>
          <a:prstGeom prst="rect">
            <a:avLst/>
          </a:prstGeom>
        </p:spPr>
        <p:txBody>
          <a:bodyPr vert="horz" wrap="square" lIns="0" tIns="12700" rIns="0" bIns="0" rtlCol="0">
            <a:spAutoFit/>
          </a:bodyPr>
          <a:lstStyle/>
          <a:p>
            <a:pPr marL="12700" marR="5080">
              <a:lnSpc>
                <a:spcPct val="106700"/>
              </a:lnSpc>
              <a:spcBef>
                <a:spcPts val="100"/>
              </a:spcBef>
              <a:tabLst>
                <a:tab pos="1471295" algn="l"/>
                <a:tab pos="2254885" algn="l"/>
              </a:tabLst>
            </a:pP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spc="-5" dirty="0">
                <a:latin typeface="Times New Roman"/>
                <a:cs typeface="Times New Roman"/>
              </a:rPr>
              <a:t>-</a:t>
            </a:r>
            <a:r>
              <a:rPr sz="1200" spc="-20" dirty="0">
                <a:latin typeface="Times New Roman"/>
                <a:cs typeface="Times New Roman"/>
              </a:rPr>
              <a:t>c</a:t>
            </a:r>
            <a:r>
              <a:rPr sz="1200" spc="-15" dirty="0">
                <a:latin typeface="Times New Roman"/>
                <a:cs typeface="Times New Roman"/>
              </a:rPr>
              <a:t>on</a:t>
            </a:r>
            <a:r>
              <a:rPr sz="1200" dirty="0">
                <a:latin typeface="Times New Roman"/>
                <a:cs typeface="Times New Roman"/>
              </a:rPr>
              <a:t>t</a:t>
            </a:r>
            <a:r>
              <a:rPr sz="1200" spc="-15" dirty="0">
                <a:latin typeface="Times New Roman"/>
                <a:cs typeface="Times New Roman"/>
              </a:rPr>
              <a:t>ro</a:t>
            </a:r>
            <a:r>
              <a:rPr sz="1200" dirty="0">
                <a:latin typeface="Times New Roman"/>
                <a:cs typeface="Times New Roman"/>
              </a:rPr>
              <a:t>l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spc="-20" dirty="0">
                <a:latin typeface="Times New Roman"/>
                <a:cs typeface="Times New Roman"/>
              </a:rPr>
              <a:t>e=</a:t>
            </a:r>
            <a:r>
              <a:rPr sz="1200" spc="-30" dirty="0">
                <a:latin typeface="Times New Roman"/>
                <a:cs typeface="Times New Roman"/>
              </a:rPr>
              <a:t>"</a:t>
            </a:r>
            <a:r>
              <a:rPr sz="1200" spc="-20" dirty="0">
                <a:latin typeface="Times New Roman"/>
                <a:cs typeface="Times New Roman"/>
              </a:rPr>
              <a:t>e</a:t>
            </a:r>
            <a:r>
              <a:rPr sz="1200" dirty="0">
                <a:latin typeface="Times New Roman"/>
                <a:cs typeface="Times New Roman"/>
              </a:rPr>
              <a:t>m</a:t>
            </a:r>
            <a:r>
              <a:rPr sz="1200" spc="-15" dirty="0">
                <a:latin typeface="Times New Roman"/>
                <a:cs typeface="Times New Roman"/>
              </a:rPr>
              <a:t>a</a:t>
            </a:r>
            <a:r>
              <a:rPr sz="1200" spc="-10" dirty="0">
                <a:latin typeface="Times New Roman"/>
                <a:cs typeface="Times New Roman"/>
              </a:rPr>
              <a:t>i</a:t>
            </a:r>
            <a:r>
              <a:rPr sz="1200" spc="-5" dirty="0">
                <a:latin typeface="Times New Roman"/>
                <a:cs typeface="Times New Roman"/>
              </a:rPr>
              <a:t>l"  </a:t>
            </a:r>
            <a:r>
              <a:rPr sz="1200" spc="-15" dirty="0">
                <a:latin typeface="Times New Roman"/>
                <a:cs typeface="Times New Roman"/>
              </a:rPr>
              <a:t>value="{{old('email')}}"&gt;</a:t>
            </a:r>
            <a:endParaRPr sz="1200">
              <a:latin typeface="Times New Roman"/>
              <a:cs typeface="Times New Roman"/>
            </a:endParaRPr>
          </a:p>
        </p:txBody>
      </p:sp>
      <p:sp>
        <p:nvSpPr>
          <p:cNvPr id="25" name="object 25"/>
          <p:cNvSpPr txBox="1"/>
          <p:nvPr/>
        </p:nvSpPr>
        <p:spPr>
          <a:xfrm>
            <a:off x="2273935" y="6362446"/>
            <a:ext cx="2731770" cy="506095"/>
          </a:xfrm>
          <a:prstGeom prst="rect">
            <a:avLst/>
          </a:prstGeom>
        </p:spPr>
        <p:txBody>
          <a:bodyPr vert="horz" wrap="square" lIns="0" tIns="12700" rIns="0" bIns="0" rtlCol="0">
            <a:spAutoFit/>
          </a:bodyPr>
          <a:lstStyle/>
          <a:p>
            <a:pPr marR="5080" algn="r">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0"/>
              </a:spcBef>
            </a:pPr>
            <a:r>
              <a:rPr sz="1200" spc="-5" dirty="0">
                <a:latin typeface="Times New Roman"/>
                <a:cs typeface="Times New Roman"/>
              </a:rPr>
              <a:t>&lt;div</a:t>
            </a:r>
            <a:r>
              <a:rPr sz="1200" spc="35" dirty="0">
                <a:latin typeface="Times New Roman"/>
                <a:cs typeface="Times New Roman"/>
              </a:rPr>
              <a:t> </a:t>
            </a:r>
            <a:r>
              <a:rPr sz="1200" spc="-15" dirty="0">
                <a:latin typeface="Times New Roman"/>
                <a:cs typeface="Times New Roman"/>
              </a:rPr>
              <a:t>class="col-md-12</a:t>
            </a:r>
            <a:r>
              <a:rPr sz="1200" spc="95" dirty="0">
                <a:latin typeface="Times New Roman"/>
                <a:cs typeface="Times New Roman"/>
              </a:rPr>
              <a:t> </a:t>
            </a:r>
            <a:r>
              <a:rPr sz="1200" spc="-20" dirty="0">
                <a:latin typeface="Times New Roman"/>
                <a:cs typeface="Times New Roman"/>
              </a:rPr>
              <a:t>form-group"&gt;</a:t>
            </a:r>
            <a:endParaRPr sz="1200">
              <a:latin typeface="Times New Roman"/>
              <a:cs typeface="Times New Roman"/>
            </a:endParaRPr>
          </a:p>
        </p:txBody>
      </p:sp>
      <p:sp>
        <p:nvSpPr>
          <p:cNvPr id="26" name="object 26"/>
          <p:cNvSpPr txBox="1"/>
          <p:nvPr/>
        </p:nvSpPr>
        <p:spPr>
          <a:xfrm>
            <a:off x="5018023" y="6952615"/>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27" name="object 27"/>
          <p:cNvSpPr txBox="1"/>
          <p:nvPr/>
        </p:nvSpPr>
        <p:spPr>
          <a:xfrm>
            <a:off x="6031484" y="6952615"/>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28" name="object 28"/>
          <p:cNvSpPr txBox="1"/>
          <p:nvPr/>
        </p:nvSpPr>
        <p:spPr>
          <a:xfrm>
            <a:off x="907796" y="7146163"/>
            <a:ext cx="130937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only"&gt;Phone&lt;/label&gt;</a:t>
            </a:r>
            <a:endParaRPr sz="1200">
              <a:latin typeface="Times New Roman"/>
              <a:cs typeface="Times New Roman"/>
            </a:endParaRPr>
          </a:p>
        </p:txBody>
      </p:sp>
      <p:sp>
        <p:nvSpPr>
          <p:cNvPr id="29" name="object 29"/>
          <p:cNvSpPr txBox="1"/>
          <p:nvPr/>
        </p:nvSpPr>
        <p:spPr>
          <a:xfrm>
            <a:off x="4268470" y="7414641"/>
            <a:ext cx="2383790" cy="415925"/>
          </a:xfrm>
          <a:prstGeom prst="rect">
            <a:avLst/>
          </a:prstGeom>
        </p:spPr>
        <p:txBody>
          <a:bodyPr vert="horz" wrap="square" lIns="0" tIns="12700" rIns="0" bIns="0" rtlCol="0">
            <a:spAutoFit/>
          </a:bodyPr>
          <a:lstStyle/>
          <a:p>
            <a:pPr marL="12700" marR="5080" indent="749935">
              <a:lnSpc>
                <a:spcPct val="106700"/>
              </a:lnSpc>
              <a:spcBef>
                <a:spcPts val="100"/>
              </a:spcBef>
              <a:tabLst>
                <a:tab pos="1428750" algn="l"/>
                <a:tab pos="1677035" algn="l"/>
                <a:tab pos="1934845" algn="l"/>
              </a:tabLst>
            </a:pPr>
            <a:r>
              <a:rPr sz="1200" spc="-20" dirty="0">
                <a:latin typeface="Times New Roman"/>
                <a:cs typeface="Times New Roman"/>
              </a:rPr>
              <a:t>&lt;</a:t>
            </a:r>
            <a:r>
              <a:rPr sz="1200" spc="-10" dirty="0">
                <a:latin typeface="Times New Roman"/>
                <a:cs typeface="Times New Roman"/>
              </a:rPr>
              <a:t>i</a:t>
            </a:r>
            <a:r>
              <a:rPr sz="1200" spc="-15" dirty="0">
                <a:latin typeface="Times New Roman"/>
                <a:cs typeface="Times New Roman"/>
              </a:rPr>
              <a:t>npu</a:t>
            </a:r>
            <a:r>
              <a:rPr sz="1200" dirty="0">
                <a:latin typeface="Times New Roman"/>
                <a:cs typeface="Times New Roman"/>
              </a:rPr>
              <a:t>t		</a:t>
            </a:r>
            <a:r>
              <a:rPr sz="1200" spc="-10" dirty="0">
                <a:latin typeface="Times New Roman"/>
                <a:cs typeface="Times New Roman"/>
              </a:rPr>
              <a:t>t</a:t>
            </a:r>
            <a:r>
              <a:rPr sz="1200" spc="-50" dirty="0">
                <a:latin typeface="Times New Roman"/>
                <a:cs typeface="Times New Roman"/>
              </a:rPr>
              <a:t>y</a:t>
            </a:r>
            <a:r>
              <a:rPr sz="1200" spc="-15" dirty="0">
                <a:latin typeface="Times New Roman"/>
                <a:cs typeface="Times New Roman"/>
              </a:rPr>
              <a:t>p</a:t>
            </a:r>
            <a:r>
              <a:rPr sz="1200" spc="-20"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x</a:t>
            </a:r>
            <a:r>
              <a:rPr sz="1200" spc="-10" dirty="0">
                <a:latin typeface="Times New Roman"/>
                <a:cs typeface="Times New Roman"/>
              </a:rPr>
              <a:t>t</a:t>
            </a:r>
            <a:r>
              <a:rPr sz="1200" spc="-5" dirty="0">
                <a:latin typeface="Times New Roman"/>
                <a:cs typeface="Times New Roman"/>
              </a:rPr>
              <a:t>"  </a:t>
            </a:r>
            <a:r>
              <a:rPr sz="1200" spc="-15" dirty="0">
                <a:latin typeface="Times New Roman"/>
                <a:cs typeface="Times New Roman"/>
              </a:rPr>
              <a:t>p</a:t>
            </a:r>
            <a:r>
              <a:rPr sz="1200" spc="-10" dirty="0">
                <a:latin typeface="Times New Roman"/>
                <a:cs typeface="Times New Roman"/>
              </a:rPr>
              <a:t>l</a:t>
            </a:r>
            <a:r>
              <a:rPr sz="1200" spc="-20" dirty="0">
                <a:latin typeface="Times New Roman"/>
                <a:cs typeface="Times New Roman"/>
              </a:rPr>
              <a:t>ace</a:t>
            </a:r>
            <a:r>
              <a:rPr sz="1200" spc="-15" dirty="0">
                <a:latin typeface="Times New Roman"/>
                <a:cs typeface="Times New Roman"/>
              </a:rPr>
              <a:t>ho</a:t>
            </a:r>
            <a:r>
              <a:rPr sz="1200" spc="-10" dirty="0">
                <a:latin typeface="Times New Roman"/>
                <a:cs typeface="Times New Roman"/>
              </a:rPr>
              <a:t>l</a:t>
            </a:r>
            <a:r>
              <a:rPr sz="1200" spc="-15" dirty="0">
                <a:latin typeface="Times New Roman"/>
                <a:cs typeface="Times New Roman"/>
              </a:rPr>
              <a:t>d</a:t>
            </a:r>
            <a:r>
              <a:rPr sz="1200" spc="-5"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E</a:t>
            </a:r>
            <a:r>
              <a:rPr sz="1200" spc="-15" dirty="0">
                <a:latin typeface="Times New Roman"/>
                <a:cs typeface="Times New Roman"/>
              </a:rPr>
              <a:t>n</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r	</a:t>
            </a:r>
            <a:r>
              <a:rPr sz="1200" spc="-60" dirty="0">
                <a:latin typeface="Times New Roman"/>
                <a:cs typeface="Times New Roman"/>
              </a:rPr>
              <a:t>y</a:t>
            </a:r>
            <a:r>
              <a:rPr sz="1200" spc="-25" dirty="0">
                <a:latin typeface="Times New Roman"/>
                <a:cs typeface="Times New Roman"/>
              </a:rPr>
              <a:t>ou</a:t>
            </a:r>
            <a:r>
              <a:rPr sz="1200" dirty="0">
                <a:latin typeface="Times New Roman"/>
                <a:cs typeface="Times New Roman"/>
              </a:rPr>
              <a:t>r	</a:t>
            </a:r>
            <a:r>
              <a:rPr sz="1200" spc="-15" dirty="0">
                <a:latin typeface="Times New Roman"/>
                <a:cs typeface="Times New Roman"/>
              </a:rPr>
              <a:t>Phon</a:t>
            </a:r>
            <a:r>
              <a:rPr sz="1200" spc="-20" dirty="0">
                <a:latin typeface="Times New Roman"/>
                <a:cs typeface="Times New Roman"/>
              </a:rPr>
              <a:t>e</a:t>
            </a:r>
            <a:r>
              <a:rPr sz="1200" spc="-5" dirty="0">
                <a:latin typeface="Times New Roman"/>
                <a:cs typeface="Times New Roman"/>
              </a:rPr>
              <a:t>"</a:t>
            </a:r>
            <a:endParaRPr sz="1200">
              <a:latin typeface="Times New Roman"/>
              <a:cs typeface="Times New Roman"/>
            </a:endParaRPr>
          </a:p>
        </p:txBody>
      </p:sp>
      <p:sp>
        <p:nvSpPr>
          <p:cNvPr id="30" name="object 30"/>
          <p:cNvSpPr txBox="1"/>
          <p:nvPr/>
        </p:nvSpPr>
        <p:spPr>
          <a:xfrm>
            <a:off x="907796" y="7608189"/>
            <a:ext cx="3142615" cy="415925"/>
          </a:xfrm>
          <a:prstGeom prst="rect">
            <a:avLst/>
          </a:prstGeom>
        </p:spPr>
        <p:txBody>
          <a:bodyPr vert="horz" wrap="square" lIns="0" tIns="12700" rIns="0" bIns="0" rtlCol="0">
            <a:spAutoFit/>
          </a:bodyPr>
          <a:lstStyle/>
          <a:p>
            <a:pPr marL="12700" marR="5080">
              <a:lnSpc>
                <a:spcPct val="106700"/>
              </a:lnSpc>
              <a:spcBef>
                <a:spcPts val="100"/>
              </a:spcBef>
              <a:tabLst>
                <a:tab pos="1461770" algn="l"/>
                <a:tab pos="2235200" algn="l"/>
              </a:tabLst>
            </a:pP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spc="-5" dirty="0">
                <a:latin typeface="Times New Roman"/>
                <a:cs typeface="Times New Roman"/>
              </a:rPr>
              <a:t>-</a:t>
            </a:r>
            <a:r>
              <a:rPr sz="1200" spc="-20" dirty="0">
                <a:latin typeface="Times New Roman"/>
                <a:cs typeface="Times New Roman"/>
              </a:rPr>
              <a:t>c</a:t>
            </a:r>
            <a:r>
              <a:rPr sz="1200" spc="-15" dirty="0">
                <a:latin typeface="Times New Roman"/>
                <a:cs typeface="Times New Roman"/>
              </a:rPr>
              <a:t>on</a:t>
            </a:r>
            <a:r>
              <a:rPr sz="1200" dirty="0">
                <a:latin typeface="Times New Roman"/>
                <a:cs typeface="Times New Roman"/>
              </a:rPr>
              <a:t>t</a:t>
            </a:r>
            <a:r>
              <a:rPr sz="1200" spc="-15" dirty="0">
                <a:latin typeface="Times New Roman"/>
                <a:cs typeface="Times New Roman"/>
              </a:rPr>
              <a:t>ro</a:t>
            </a:r>
            <a:r>
              <a:rPr sz="1200" dirty="0">
                <a:latin typeface="Times New Roman"/>
                <a:cs typeface="Times New Roman"/>
              </a:rPr>
              <a:t>l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spc="-20" dirty="0">
                <a:latin typeface="Times New Roman"/>
                <a:cs typeface="Times New Roman"/>
              </a:rPr>
              <a:t>e=</a:t>
            </a:r>
            <a:r>
              <a:rPr sz="1200" spc="-30" dirty="0">
                <a:latin typeface="Times New Roman"/>
                <a:cs typeface="Times New Roman"/>
              </a:rPr>
              <a:t>"</a:t>
            </a:r>
            <a:r>
              <a:rPr sz="1200" spc="-15" dirty="0">
                <a:latin typeface="Times New Roman"/>
                <a:cs typeface="Times New Roman"/>
              </a:rPr>
              <a:t>phon</a:t>
            </a:r>
            <a:r>
              <a:rPr sz="1200" spc="-5" dirty="0">
                <a:latin typeface="Times New Roman"/>
                <a:cs typeface="Times New Roman"/>
              </a:rPr>
              <a:t>e"  </a:t>
            </a:r>
            <a:r>
              <a:rPr sz="1200" spc="-15" dirty="0">
                <a:latin typeface="Times New Roman"/>
                <a:cs typeface="Times New Roman"/>
              </a:rPr>
              <a:t>value="{{old('phone')}}"&gt;</a:t>
            </a:r>
            <a:endParaRPr sz="1200">
              <a:latin typeface="Times New Roman"/>
              <a:cs typeface="Times New Roman"/>
            </a:endParaRPr>
          </a:p>
        </p:txBody>
      </p:sp>
      <p:sp>
        <p:nvSpPr>
          <p:cNvPr id="31" name="object 31"/>
          <p:cNvSpPr txBox="1"/>
          <p:nvPr/>
        </p:nvSpPr>
        <p:spPr>
          <a:xfrm>
            <a:off x="2273935" y="8121472"/>
            <a:ext cx="2731770" cy="506730"/>
          </a:xfrm>
          <a:prstGeom prst="rect">
            <a:avLst/>
          </a:prstGeom>
        </p:spPr>
        <p:txBody>
          <a:bodyPr vert="horz" wrap="square" lIns="0" tIns="12700" rIns="0" bIns="0" rtlCol="0">
            <a:spAutoFit/>
          </a:bodyPr>
          <a:lstStyle/>
          <a:p>
            <a:pPr marR="5080" algn="r">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5"/>
              </a:spcBef>
            </a:pPr>
            <a:r>
              <a:rPr sz="1200" spc="-5" dirty="0">
                <a:latin typeface="Times New Roman"/>
                <a:cs typeface="Times New Roman"/>
              </a:rPr>
              <a:t>&lt;div</a:t>
            </a:r>
            <a:r>
              <a:rPr sz="1200" spc="40" dirty="0">
                <a:latin typeface="Times New Roman"/>
                <a:cs typeface="Times New Roman"/>
              </a:rPr>
              <a:t> </a:t>
            </a:r>
            <a:r>
              <a:rPr sz="1200" spc="-15" dirty="0">
                <a:latin typeface="Times New Roman"/>
                <a:cs typeface="Times New Roman"/>
              </a:rPr>
              <a:t>class="col-md-12</a:t>
            </a:r>
            <a:r>
              <a:rPr sz="1200" spc="95" dirty="0">
                <a:latin typeface="Times New Roman"/>
                <a:cs typeface="Times New Roman"/>
              </a:rPr>
              <a:t> </a:t>
            </a:r>
            <a:r>
              <a:rPr sz="1200" spc="-20" dirty="0">
                <a:latin typeface="Times New Roman"/>
                <a:cs typeface="Times New Roman"/>
              </a:rPr>
              <a:t>form-group"&gt;</a:t>
            </a:r>
            <a:endParaRPr sz="1200">
              <a:latin typeface="Times New Roman"/>
              <a:cs typeface="Times New Roman"/>
            </a:endParaRPr>
          </a:p>
        </p:txBody>
      </p:sp>
      <p:sp>
        <p:nvSpPr>
          <p:cNvPr id="32" name="object 32"/>
          <p:cNvSpPr txBox="1"/>
          <p:nvPr/>
        </p:nvSpPr>
        <p:spPr>
          <a:xfrm>
            <a:off x="5018023" y="8711946"/>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33" name="object 33"/>
          <p:cNvSpPr txBox="1"/>
          <p:nvPr/>
        </p:nvSpPr>
        <p:spPr>
          <a:xfrm>
            <a:off x="6031484" y="8711946"/>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34" name="object 34"/>
          <p:cNvSpPr txBox="1"/>
          <p:nvPr/>
        </p:nvSpPr>
        <p:spPr>
          <a:xfrm>
            <a:off x="907796" y="8905494"/>
            <a:ext cx="119189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only"&gt;Dob&lt;/label&gt;</a:t>
            </a:r>
            <a:endParaRPr sz="1200">
              <a:latin typeface="Times New Roman"/>
              <a:cs typeface="Times New Roman"/>
            </a:endParaRPr>
          </a:p>
        </p:txBody>
      </p:sp>
      <p:sp>
        <p:nvSpPr>
          <p:cNvPr id="35" name="object 35"/>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36" name="object 3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37" name="object 3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78</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7796" y="1063879"/>
            <a:ext cx="3524885" cy="412750"/>
          </a:xfrm>
          <a:prstGeom prst="rect">
            <a:avLst/>
          </a:prstGeom>
        </p:spPr>
        <p:txBody>
          <a:bodyPr vert="horz" wrap="square" lIns="0" tIns="12700" rIns="0" bIns="0" rtlCol="0">
            <a:spAutoFit/>
          </a:bodyPr>
          <a:lstStyle/>
          <a:p>
            <a:pPr marL="12700" marR="5080">
              <a:lnSpc>
                <a:spcPct val="105800"/>
              </a:lnSpc>
              <a:spcBef>
                <a:spcPts val="100"/>
              </a:spcBef>
              <a:tabLst>
                <a:tab pos="1374775" algn="l"/>
                <a:tab pos="2061210" algn="l"/>
                <a:tab pos="2759075" algn="l"/>
              </a:tabLst>
            </a:pPr>
            <a:r>
              <a:rPr sz="1200" spc="-20" dirty="0">
                <a:latin typeface="Times New Roman"/>
                <a:cs typeface="Times New Roman"/>
              </a:rPr>
              <a:t>c</a:t>
            </a:r>
            <a:r>
              <a:rPr sz="1200" spc="-10" dirty="0">
                <a:latin typeface="Times New Roman"/>
                <a:cs typeface="Times New Roman"/>
              </a:rPr>
              <a:t>l</a:t>
            </a:r>
            <a:r>
              <a:rPr sz="1200" spc="-20" dirty="0">
                <a:latin typeface="Times New Roman"/>
                <a:cs typeface="Times New Roman"/>
              </a:rPr>
              <a:t>ass=</a:t>
            </a:r>
            <a:r>
              <a:rPr sz="1200" spc="-30" dirty="0">
                <a:latin typeface="Times New Roman"/>
                <a:cs typeface="Times New Roman"/>
              </a:rPr>
              <a:t>"</a:t>
            </a: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spc="-5" dirty="0">
                <a:latin typeface="Times New Roman"/>
                <a:cs typeface="Times New Roman"/>
              </a:rPr>
              <a:t>-</a:t>
            </a:r>
            <a:r>
              <a:rPr sz="1200" spc="-20" dirty="0">
                <a:latin typeface="Times New Roman"/>
                <a:cs typeface="Times New Roman"/>
              </a:rPr>
              <a:t>c</a:t>
            </a:r>
            <a:r>
              <a:rPr sz="1200" spc="-15" dirty="0">
                <a:latin typeface="Times New Roman"/>
                <a:cs typeface="Times New Roman"/>
              </a:rPr>
              <a:t>on</a:t>
            </a:r>
            <a:r>
              <a:rPr sz="1200" dirty="0">
                <a:latin typeface="Times New Roman"/>
                <a:cs typeface="Times New Roman"/>
              </a:rPr>
              <a:t>t</a:t>
            </a:r>
            <a:r>
              <a:rPr sz="1200" spc="-15" dirty="0">
                <a:latin typeface="Times New Roman"/>
                <a:cs typeface="Times New Roman"/>
              </a:rPr>
              <a:t>ro</a:t>
            </a:r>
            <a:r>
              <a:rPr sz="1200" dirty="0">
                <a:latin typeface="Times New Roman"/>
                <a:cs typeface="Times New Roman"/>
              </a:rPr>
              <a:t>l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0" dirty="0">
                <a:latin typeface="Times New Roman"/>
                <a:cs typeface="Times New Roman"/>
              </a:rPr>
              <a:t>i</a:t>
            </a:r>
            <a:r>
              <a:rPr sz="1200" spc="-15" dirty="0">
                <a:latin typeface="Times New Roman"/>
                <a:cs typeface="Times New Roman"/>
              </a:rPr>
              <a:t>d</a:t>
            </a:r>
            <a:r>
              <a:rPr sz="1200" spc="-20" dirty="0">
                <a:latin typeface="Times New Roman"/>
                <a:cs typeface="Times New Roman"/>
              </a:rPr>
              <a:t>=</a:t>
            </a:r>
            <a:r>
              <a:rPr sz="1200" spc="-30" dirty="0">
                <a:latin typeface="Times New Roman"/>
                <a:cs typeface="Times New Roman"/>
              </a:rPr>
              <a:t>"</a:t>
            </a:r>
            <a:r>
              <a:rPr sz="1200" spc="-15" dirty="0">
                <a:latin typeface="Times New Roman"/>
                <a:cs typeface="Times New Roman"/>
              </a:rPr>
              <a:t>dob</a:t>
            </a:r>
            <a:r>
              <a:rPr sz="1200" spc="-5" dirty="0">
                <a:latin typeface="Times New Roman"/>
                <a:cs typeface="Times New Roman"/>
              </a:rPr>
              <a:t>"</a:t>
            </a:r>
            <a:r>
              <a:rPr sz="1200" dirty="0">
                <a:latin typeface="Times New Roman"/>
                <a:cs typeface="Times New Roman"/>
              </a:rPr>
              <a:t>	</a:t>
            </a:r>
            <a:r>
              <a:rPr sz="1200" spc="-1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spc="-20" dirty="0">
                <a:latin typeface="Times New Roman"/>
                <a:cs typeface="Times New Roman"/>
              </a:rPr>
              <a:t>e=</a:t>
            </a:r>
            <a:r>
              <a:rPr sz="1200" spc="-30" dirty="0">
                <a:latin typeface="Times New Roman"/>
                <a:cs typeface="Times New Roman"/>
              </a:rPr>
              <a:t>"</a:t>
            </a:r>
            <a:r>
              <a:rPr sz="1200" spc="-15" dirty="0">
                <a:latin typeface="Times New Roman"/>
                <a:cs typeface="Times New Roman"/>
              </a:rPr>
              <a:t>dob</a:t>
            </a:r>
            <a:r>
              <a:rPr sz="1200" spc="-5" dirty="0">
                <a:latin typeface="Times New Roman"/>
                <a:cs typeface="Times New Roman"/>
              </a:rPr>
              <a:t>"  </a:t>
            </a:r>
            <a:r>
              <a:rPr sz="1200" spc="-15" dirty="0">
                <a:latin typeface="Times New Roman"/>
                <a:cs typeface="Times New Roman"/>
              </a:rPr>
              <a:t>value="{{old('phone')}}"&gt;</a:t>
            </a:r>
            <a:endParaRPr sz="1200">
              <a:latin typeface="Times New Roman"/>
              <a:cs typeface="Times New Roman"/>
            </a:endParaRPr>
          </a:p>
        </p:txBody>
      </p:sp>
      <p:sp>
        <p:nvSpPr>
          <p:cNvPr id="6" name="object 6"/>
          <p:cNvSpPr txBox="1"/>
          <p:nvPr/>
        </p:nvSpPr>
        <p:spPr>
          <a:xfrm>
            <a:off x="2287270" y="1577467"/>
            <a:ext cx="2719705" cy="505459"/>
          </a:xfrm>
          <a:prstGeom prst="rect">
            <a:avLst/>
          </a:prstGeom>
        </p:spPr>
        <p:txBody>
          <a:bodyPr vert="horz" wrap="square" lIns="0" tIns="12700" rIns="0" bIns="0" rtlCol="0">
            <a:spAutoFit/>
          </a:bodyPr>
          <a:lstStyle/>
          <a:p>
            <a:pPr marR="5080" algn="r">
              <a:lnSpc>
                <a:spcPct val="100000"/>
              </a:lnSpc>
              <a:spcBef>
                <a:spcPts val="100"/>
              </a:spcBef>
            </a:pPr>
            <a:r>
              <a:rPr sz="1200" spc="-15" dirty="0">
                <a:latin typeface="Times New Roman"/>
                <a:cs typeface="Times New Roman"/>
              </a:rPr>
              <a:t>&lt;/div&gt;</a:t>
            </a:r>
            <a:endParaRPr sz="1200">
              <a:latin typeface="Times New Roman"/>
              <a:cs typeface="Times New Roman"/>
            </a:endParaRPr>
          </a:p>
          <a:p>
            <a:pPr marL="12700">
              <a:lnSpc>
                <a:spcPct val="100000"/>
              </a:lnSpc>
              <a:spcBef>
                <a:spcPts val="900"/>
              </a:spcBef>
            </a:pPr>
            <a:r>
              <a:rPr sz="1200" spc="-5" dirty="0">
                <a:latin typeface="Times New Roman"/>
                <a:cs typeface="Times New Roman"/>
              </a:rPr>
              <a:t>&lt;div</a:t>
            </a:r>
            <a:r>
              <a:rPr sz="1200" spc="40" dirty="0">
                <a:latin typeface="Times New Roman"/>
                <a:cs typeface="Times New Roman"/>
              </a:rPr>
              <a:t> </a:t>
            </a:r>
            <a:r>
              <a:rPr sz="1200" spc="-15" dirty="0">
                <a:latin typeface="Times New Roman"/>
                <a:cs typeface="Times New Roman"/>
              </a:rPr>
              <a:t>class="col-md-12</a:t>
            </a:r>
            <a:r>
              <a:rPr sz="1200" spc="95" dirty="0">
                <a:latin typeface="Times New Roman"/>
                <a:cs typeface="Times New Roman"/>
              </a:rPr>
              <a:t> </a:t>
            </a:r>
            <a:r>
              <a:rPr sz="1200" spc="-20" dirty="0">
                <a:latin typeface="Times New Roman"/>
                <a:cs typeface="Times New Roman"/>
              </a:rPr>
              <a:t>form-group"&gt;</a:t>
            </a:r>
            <a:endParaRPr sz="1200">
              <a:latin typeface="Times New Roman"/>
              <a:cs typeface="Times New Roman"/>
            </a:endParaRPr>
          </a:p>
        </p:txBody>
      </p:sp>
      <p:sp>
        <p:nvSpPr>
          <p:cNvPr id="7" name="object 7"/>
          <p:cNvSpPr txBox="1"/>
          <p:nvPr/>
        </p:nvSpPr>
        <p:spPr>
          <a:xfrm>
            <a:off x="5018913" y="2171827"/>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8" name="object 8"/>
          <p:cNvSpPr txBox="1"/>
          <p:nvPr/>
        </p:nvSpPr>
        <p:spPr>
          <a:xfrm>
            <a:off x="907796" y="2368422"/>
            <a:ext cx="137604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only"&gt;Gender&lt;/label&gt;</a:t>
            </a:r>
            <a:endParaRPr sz="1200">
              <a:latin typeface="Times New Roman"/>
              <a:cs typeface="Times New Roman"/>
            </a:endParaRPr>
          </a:p>
        </p:txBody>
      </p:sp>
      <p:sp>
        <p:nvSpPr>
          <p:cNvPr id="9" name="object 9"/>
          <p:cNvSpPr txBox="1"/>
          <p:nvPr/>
        </p:nvSpPr>
        <p:spPr>
          <a:xfrm>
            <a:off x="4561713" y="866521"/>
            <a:ext cx="2086610" cy="416559"/>
          </a:xfrm>
          <a:prstGeom prst="rect">
            <a:avLst/>
          </a:prstGeom>
        </p:spPr>
        <p:txBody>
          <a:bodyPr vert="horz" wrap="square" lIns="0" tIns="12700" rIns="0" bIns="0" rtlCol="0">
            <a:spAutoFit/>
          </a:bodyPr>
          <a:lstStyle/>
          <a:p>
            <a:pPr marL="12700" marR="5080" indent="457200">
              <a:lnSpc>
                <a:spcPct val="106900"/>
              </a:lnSpc>
              <a:spcBef>
                <a:spcPts val="100"/>
              </a:spcBef>
              <a:tabLst>
                <a:tab pos="1338580" algn="l"/>
                <a:tab pos="1383030" algn="l"/>
                <a:tab pos="1757680" algn="l"/>
              </a:tabLst>
            </a:pPr>
            <a:r>
              <a:rPr sz="1200" spc="-20" dirty="0">
                <a:latin typeface="Times New Roman"/>
                <a:cs typeface="Times New Roman"/>
              </a:rPr>
              <a:t>&lt;</a:t>
            </a:r>
            <a:r>
              <a:rPr sz="1200" spc="-10" dirty="0">
                <a:latin typeface="Times New Roman"/>
                <a:cs typeface="Times New Roman"/>
              </a:rPr>
              <a:t>i</a:t>
            </a:r>
            <a:r>
              <a:rPr sz="1200" spc="-15" dirty="0">
                <a:latin typeface="Times New Roman"/>
                <a:cs typeface="Times New Roman"/>
              </a:rPr>
              <a:t>npu</a:t>
            </a:r>
            <a:r>
              <a:rPr sz="1200" dirty="0">
                <a:latin typeface="Times New Roman"/>
                <a:cs typeface="Times New Roman"/>
              </a:rPr>
              <a:t>t		</a:t>
            </a:r>
            <a:r>
              <a:rPr sz="1200" spc="-10" dirty="0">
                <a:latin typeface="Times New Roman"/>
                <a:cs typeface="Times New Roman"/>
              </a:rPr>
              <a:t>t</a:t>
            </a:r>
            <a:r>
              <a:rPr sz="1200" spc="-50" dirty="0">
                <a:latin typeface="Times New Roman"/>
                <a:cs typeface="Times New Roman"/>
              </a:rPr>
              <a:t>y</a:t>
            </a:r>
            <a:r>
              <a:rPr sz="1200" spc="-15" dirty="0">
                <a:latin typeface="Times New Roman"/>
                <a:cs typeface="Times New Roman"/>
              </a:rPr>
              <a:t>p</a:t>
            </a:r>
            <a:r>
              <a:rPr sz="1200" spc="-20"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x</a:t>
            </a:r>
            <a:r>
              <a:rPr sz="1200" spc="-10" dirty="0">
                <a:latin typeface="Times New Roman"/>
                <a:cs typeface="Times New Roman"/>
              </a:rPr>
              <a:t>t</a:t>
            </a:r>
            <a:r>
              <a:rPr sz="1200" spc="-5" dirty="0">
                <a:latin typeface="Times New Roman"/>
                <a:cs typeface="Times New Roman"/>
              </a:rPr>
              <a:t>"  </a:t>
            </a:r>
            <a:r>
              <a:rPr sz="1200" spc="-15" dirty="0">
                <a:latin typeface="Times New Roman"/>
                <a:cs typeface="Times New Roman"/>
              </a:rPr>
              <a:t>p</a:t>
            </a:r>
            <a:r>
              <a:rPr sz="1200" spc="-10" dirty="0">
                <a:latin typeface="Times New Roman"/>
                <a:cs typeface="Times New Roman"/>
              </a:rPr>
              <a:t>l</a:t>
            </a:r>
            <a:r>
              <a:rPr sz="1200" spc="-20" dirty="0">
                <a:latin typeface="Times New Roman"/>
                <a:cs typeface="Times New Roman"/>
              </a:rPr>
              <a:t>ace</a:t>
            </a:r>
            <a:r>
              <a:rPr sz="1200" spc="-15" dirty="0">
                <a:latin typeface="Times New Roman"/>
                <a:cs typeface="Times New Roman"/>
              </a:rPr>
              <a:t>ho</a:t>
            </a:r>
            <a:r>
              <a:rPr sz="1200" spc="-10" dirty="0">
                <a:latin typeface="Times New Roman"/>
                <a:cs typeface="Times New Roman"/>
              </a:rPr>
              <a:t>l</a:t>
            </a:r>
            <a:r>
              <a:rPr sz="1200" spc="-15" dirty="0">
                <a:latin typeface="Times New Roman"/>
                <a:cs typeface="Times New Roman"/>
              </a:rPr>
              <a:t>d</a:t>
            </a:r>
            <a:r>
              <a:rPr sz="1200" spc="-5"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E</a:t>
            </a:r>
            <a:r>
              <a:rPr sz="1200" spc="-15" dirty="0">
                <a:latin typeface="Times New Roman"/>
                <a:cs typeface="Times New Roman"/>
              </a:rPr>
              <a:t>n</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r	</a:t>
            </a:r>
            <a:r>
              <a:rPr sz="1200" spc="-60" dirty="0">
                <a:latin typeface="Times New Roman"/>
                <a:cs typeface="Times New Roman"/>
              </a:rPr>
              <a:t>y</a:t>
            </a:r>
            <a:r>
              <a:rPr sz="1200" spc="-25" dirty="0">
                <a:latin typeface="Times New Roman"/>
                <a:cs typeface="Times New Roman"/>
              </a:rPr>
              <a:t>ou</a:t>
            </a:r>
            <a:r>
              <a:rPr sz="1200" dirty="0">
                <a:latin typeface="Times New Roman"/>
                <a:cs typeface="Times New Roman"/>
              </a:rPr>
              <a:t>r	</a:t>
            </a:r>
            <a:r>
              <a:rPr sz="1200" spc="-35" dirty="0">
                <a:latin typeface="Times New Roman"/>
                <a:cs typeface="Times New Roman"/>
              </a:rPr>
              <a:t>D</a:t>
            </a:r>
            <a:r>
              <a:rPr sz="1200" spc="-25" dirty="0">
                <a:latin typeface="Times New Roman"/>
                <a:cs typeface="Times New Roman"/>
              </a:rPr>
              <a:t>ob</a:t>
            </a:r>
            <a:r>
              <a:rPr sz="1200" spc="-5" dirty="0">
                <a:latin typeface="Times New Roman"/>
                <a:cs typeface="Times New Roman"/>
              </a:rPr>
              <a:t>"</a:t>
            </a:r>
            <a:endParaRPr sz="1200">
              <a:latin typeface="Times New Roman"/>
              <a:cs typeface="Times New Roman"/>
            </a:endParaRPr>
          </a:p>
        </p:txBody>
      </p:sp>
      <p:sp>
        <p:nvSpPr>
          <p:cNvPr id="10" name="object 10"/>
          <p:cNvSpPr txBox="1"/>
          <p:nvPr/>
        </p:nvSpPr>
        <p:spPr>
          <a:xfrm>
            <a:off x="6031484" y="2164207"/>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11" name="object 11"/>
          <p:cNvSpPr txBox="1"/>
          <p:nvPr/>
        </p:nvSpPr>
        <p:spPr>
          <a:xfrm>
            <a:off x="5842508" y="2651886"/>
            <a:ext cx="79756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class="form-</a:t>
            </a:r>
            <a:endParaRPr sz="1200">
              <a:latin typeface="Times New Roman"/>
              <a:cs typeface="Times New Roman"/>
            </a:endParaRPr>
          </a:p>
        </p:txBody>
      </p:sp>
      <p:sp>
        <p:nvSpPr>
          <p:cNvPr id="12" name="object 12"/>
          <p:cNvSpPr txBox="1"/>
          <p:nvPr/>
        </p:nvSpPr>
        <p:spPr>
          <a:xfrm>
            <a:off x="907796" y="2639695"/>
            <a:ext cx="4981575" cy="2984500"/>
          </a:xfrm>
          <a:prstGeom prst="rect">
            <a:avLst/>
          </a:prstGeom>
        </p:spPr>
        <p:txBody>
          <a:bodyPr vert="horz" wrap="square" lIns="0" tIns="12700" rIns="0" bIns="0" rtlCol="0">
            <a:spAutoFit/>
          </a:bodyPr>
          <a:lstStyle/>
          <a:p>
            <a:pPr marL="12700" marR="427990" indent="4110990">
              <a:lnSpc>
                <a:spcPct val="105800"/>
              </a:lnSpc>
              <a:spcBef>
                <a:spcPts val="100"/>
              </a:spcBef>
            </a:pPr>
            <a:r>
              <a:rPr sz="1200" spc="-20" dirty="0">
                <a:latin typeface="Times New Roman"/>
                <a:cs typeface="Times New Roman"/>
              </a:rPr>
              <a:t>&lt;se</a:t>
            </a:r>
            <a:r>
              <a:rPr sz="1200" spc="-10" dirty="0">
                <a:latin typeface="Times New Roman"/>
                <a:cs typeface="Times New Roman"/>
              </a:rPr>
              <a:t>l</a:t>
            </a:r>
            <a:r>
              <a:rPr sz="1200" spc="-20" dirty="0">
                <a:latin typeface="Times New Roman"/>
                <a:cs typeface="Times New Roman"/>
              </a:rPr>
              <a:t>ec</a:t>
            </a:r>
            <a:r>
              <a:rPr sz="1200" dirty="0">
                <a:latin typeface="Times New Roman"/>
                <a:cs typeface="Times New Roman"/>
              </a:rPr>
              <a:t>t  </a:t>
            </a:r>
            <a:r>
              <a:rPr sz="1200" spc="-5" dirty="0">
                <a:latin typeface="Times New Roman"/>
                <a:cs typeface="Times New Roman"/>
              </a:rPr>
              <a:t>control</a:t>
            </a:r>
            <a:r>
              <a:rPr sz="1200" dirty="0">
                <a:latin typeface="Times New Roman"/>
                <a:cs typeface="Times New Roman"/>
              </a:rPr>
              <a:t> </a:t>
            </a:r>
            <a:r>
              <a:rPr sz="1200" spc="-15" dirty="0">
                <a:latin typeface="Times New Roman"/>
                <a:cs typeface="Times New Roman"/>
              </a:rPr>
              <a:t>input-lg"</a:t>
            </a:r>
            <a:r>
              <a:rPr sz="1200" spc="10" dirty="0">
                <a:latin typeface="Times New Roman"/>
                <a:cs typeface="Times New Roman"/>
              </a:rPr>
              <a:t> </a:t>
            </a:r>
            <a:r>
              <a:rPr sz="1200" spc="-5" dirty="0">
                <a:latin typeface="Times New Roman"/>
                <a:cs typeface="Times New Roman"/>
              </a:rPr>
              <a:t>id="gender"</a:t>
            </a:r>
            <a:r>
              <a:rPr sz="1200" spc="25" dirty="0">
                <a:latin typeface="Times New Roman"/>
                <a:cs typeface="Times New Roman"/>
              </a:rPr>
              <a:t> </a:t>
            </a:r>
            <a:r>
              <a:rPr sz="1200" spc="-15" dirty="0">
                <a:latin typeface="Times New Roman"/>
                <a:cs typeface="Times New Roman"/>
              </a:rPr>
              <a:t>name="gender"</a:t>
            </a:r>
            <a:r>
              <a:rPr sz="1200" spc="30" dirty="0">
                <a:latin typeface="Times New Roman"/>
                <a:cs typeface="Times New Roman"/>
              </a:rPr>
              <a:t> </a:t>
            </a:r>
            <a:r>
              <a:rPr sz="1200" spc="-15" dirty="0">
                <a:latin typeface="Times New Roman"/>
                <a:cs typeface="Times New Roman"/>
              </a:rPr>
              <a:t>value="{{old('phone')}}"&gt;</a:t>
            </a:r>
            <a:endParaRPr sz="1200">
              <a:latin typeface="Times New Roman"/>
              <a:cs typeface="Times New Roman"/>
            </a:endParaRPr>
          </a:p>
          <a:p>
            <a:pPr marL="1682750">
              <a:lnSpc>
                <a:spcPct val="100000"/>
              </a:lnSpc>
              <a:spcBef>
                <a:spcPts val="890"/>
              </a:spcBef>
            </a:pPr>
            <a:r>
              <a:rPr sz="1200" spc="-5" dirty="0">
                <a:latin typeface="Times New Roman"/>
                <a:cs typeface="Times New Roman"/>
              </a:rPr>
              <a:t>&lt;option</a:t>
            </a:r>
            <a:r>
              <a:rPr sz="1200" spc="5" dirty="0">
                <a:latin typeface="Times New Roman"/>
                <a:cs typeface="Times New Roman"/>
              </a:rPr>
              <a:t> </a:t>
            </a:r>
            <a:r>
              <a:rPr sz="1200" spc="-15" dirty="0">
                <a:latin typeface="Times New Roman"/>
                <a:cs typeface="Times New Roman"/>
              </a:rPr>
              <a:t>value=""&gt;----Select</a:t>
            </a:r>
            <a:r>
              <a:rPr sz="1200" spc="65" dirty="0">
                <a:latin typeface="Times New Roman"/>
                <a:cs typeface="Times New Roman"/>
              </a:rPr>
              <a:t> </a:t>
            </a:r>
            <a:r>
              <a:rPr sz="1200" spc="-10" dirty="0">
                <a:latin typeface="Times New Roman"/>
                <a:cs typeface="Times New Roman"/>
              </a:rPr>
              <a:t>your</a:t>
            </a:r>
            <a:r>
              <a:rPr sz="1200" spc="40" dirty="0">
                <a:latin typeface="Times New Roman"/>
                <a:cs typeface="Times New Roman"/>
              </a:rPr>
              <a:t> </a:t>
            </a:r>
            <a:r>
              <a:rPr sz="1200" spc="-15" dirty="0">
                <a:latin typeface="Times New Roman"/>
                <a:cs typeface="Times New Roman"/>
              </a:rPr>
              <a:t>Gender----&lt;/option&gt;</a:t>
            </a:r>
            <a:endParaRPr sz="1200">
              <a:latin typeface="Times New Roman"/>
              <a:cs typeface="Times New Roman"/>
            </a:endParaRPr>
          </a:p>
          <a:p>
            <a:pPr marL="1682750">
              <a:lnSpc>
                <a:spcPct val="100000"/>
              </a:lnSpc>
              <a:spcBef>
                <a:spcPts val="900"/>
              </a:spcBef>
            </a:pPr>
            <a:r>
              <a:rPr sz="1200" spc="-5" dirty="0">
                <a:latin typeface="Times New Roman"/>
                <a:cs typeface="Times New Roman"/>
              </a:rPr>
              <a:t>&lt;option</a:t>
            </a:r>
            <a:r>
              <a:rPr sz="1200" spc="-15" dirty="0">
                <a:latin typeface="Times New Roman"/>
                <a:cs typeface="Times New Roman"/>
              </a:rPr>
              <a:t> value="male"&gt;Male&lt;/option&gt;</a:t>
            </a:r>
            <a:endParaRPr sz="1200">
              <a:latin typeface="Times New Roman"/>
              <a:cs typeface="Times New Roman"/>
            </a:endParaRPr>
          </a:p>
          <a:p>
            <a:pPr marL="1682750">
              <a:lnSpc>
                <a:spcPct val="100000"/>
              </a:lnSpc>
              <a:spcBef>
                <a:spcPts val="900"/>
              </a:spcBef>
            </a:pPr>
            <a:r>
              <a:rPr sz="1200" spc="-5" dirty="0">
                <a:latin typeface="Times New Roman"/>
                <a:cs typeface="Times New Roman"/>
              </a:rPr>
              <a:t>&lt;option</a:t>
            </a:r>
            <a:r>
              <a:rPr sz="1200" dirty="0">
                <a:latin typeface="Times New Roman"/>
                <a:cs typeface="Times New Roman"/>
              </a:rPr>
              <a:t> </a:t>
            </a:r>
            <a:r>
              <a:rPr sz="1200" spc="-15" dirty="0">
                <a:latin typeface="Times New Roman"/>
                <a:cs typeface="Times New Roman"/>
              </a:rPr>
              <a:t>value="female"&gt;Female&lt;/option&gt;</a:t>
            </a:r>
            <a:endParaRPr sz="1200">
              <a:latin typeface="Times New Roman"/>
              <a:cs typeface="Times New Roman"/>
            </a:endParaRPr>
          </a:p>
          <a:p>
            <a:pPr marL="1682750">
              <a:lnSpc>
                <a:spcPct val="100000"/>
              </a:lnSpc>
              <a:spcBef>
                <a:spcPts val="900"/>
              </a:spcBef>
            </a:pPr>
            <a:r>
              <a:rPr sz="1200" spc="-5" dirty="0">
                <a:latin typeface="Times New Roman"/>
                <a:cs typeface="Times New Roman"/>
              </a:rPr>
              <a:t>&lt;option</a:t>
            </a:r>
            <a:r>
              <a:rPr sz="1200" spc="-20" dirty="0">
                <a:latin typeface="Times New Roman"/>
                <a:cs typeface="Times New Roman"/>
              </a:rPr>
              <a:t> </a:t>
            </a:r>
            <a:r>
              <a:rPr sz="1200" spc="-15" dirty="0">
                <a:latin typeface="Times New Roman"/>
                <a:cs typeface="Times New Roman"/>
              </a:rPr>
              <a:t>value="other"&gt;Other&lt;/option&gt;</a:t>
            </a:r>
            <a:endParaRPr sz="1200">
              <a:latin typeface="Times New Roman"/>
              <a:cs typeface="Times New Roman"/>
            </a:endParaRPr>
          </a:p>
          <a:p>
            <a:pPr marL="1530350">
              <a:lnSpc>
                <a:spcPct val="100000"/>
              </a:lnSpc>
              <a:spcBef>
                <a:spcPts val="900"/>
              </a:spcBef>
            </a:pPr>
            <a:r>
              <a:rPr sz="1200" spc="-15" dirty="0">
                <a:latin typeface="Times New Roman"/>
                <a:cs typeface="Times New Roman"/>
              </a:rPr>
              <a:t>&lt;/select&gt;</a:t>
            </a:r>
            <a:endParaRPr sz="1200">
              <a:latin typeface="Times New Roman"/>
              <a:cs typeface="Times New Roman"/>
            </a:endParaRPr>
          </a:p>
          <a:p>
            <a:pPr marR="887094" algn="r">
              <a:lnSpc>
                <a:spcPct val="100000"/>
              </a:lnSpc>
              <a:spcBef>
                <a:spcPts val="905"/>
              </a:spcBef>
            </a:pPr>
            <a:r>
              <a:rPr sz="1200" spc="-15" dirty="0">
                <a:latin typeface="Times New Roman"/>
                <a:cs typeface="Times New Roman"/>
              </a:rPr>
              <a:t>&lt;/div&gt;</a:t>
            </a:r>
            <a:endParaRPr sz="1200">
              <a:latin typeface="Times New Roman"/>
              <a:cs typeface="Times New Roman"/>
            </a:endParaRPr>
          </a:p>
          <a:p>
            <a:pPr marL="1393190">
              <a:lnSpc>
                <a:spcPct val="100000"/>
              </a:lnSpc>
              <a:spcBef>
                <a:spcPts val="900"/>
              </a:spcBef>
            </a:pPr>
            <a:r>
              <a:rPr sz="1200" spc="-5" dirty="0">
                <a:latin typeface="Times New Roman"/>
                <a:cs typeface="Times New Roman"/>
              </a:rPr>
              <a:t>&lt;div</a:t>
            </a:r>
            <a:r>
              <a:rPr sz="1200" spc="5" dirty="0">
                <a:latin typeface="Times New Roman"/>
                <a:cs typeface="Times New Roman"/>
              </a:rPr>
              <a:t> </a:t>
            </a:r>
            <a:r>
              <a:rPr sz="1200" spc="-15" dirty="0">
                <a:latin typeface="Times New Roman"/>
                <a:cs typeface="Times New Roman"/>
              </a:rPr>
              <a:t>class="col-md-12</a:t>
            </a:r>
            <a:r>
              <a:rPr sz="1200" spc="65" dirty="0">
                <a:latin typeface="Times New Roman"/>
                <a:cs typeface="Times New Roman"/>
              </a:rPr>
              <a:t> </a:t>
            </a:r>
            <a:r>
              <a:rPr sz="1200" dirty="0">
                <a:latin typeface="Times New Roman"/>
                <a:cs typeface="Times New Roman"/>
              </a:rPr>
              <a:t>md-</a:t>
            </a:r>
            <a:r>
              <a:rPr sz="1200" spc="20" dirty="0">
                <a:latin typeface="Times New Roman"/>
                <a:cs typeface="Times New Roman"/>
              </a:rPr>
              <a:t> </a:t>
            </a:r>
            <a:r>
              <a:rPr sz="1200" spc="-20" dirty="0">
                <a:latin typeface="Times New Roman"/>
                <a:cs typeface="Times New Roman"/>
              </a:rPr>
              <a:t>form-group"&gt;</a:t>
            </a:r>
            <a:endParaRPr sz="1200">
              <a:latin typeface="Times New Roman"/>
              <a:cs typeface="Times New Roman"/>
            </a:endParaRPr>
          </a:p>
          <a:p>
            <a:pPr marL="4123690">
              <a:lnSpc>
                <a:spcPct val="100000"/>
              </a:lnSpc>
              <a:spcBef>
                <a:spcPts val="900"/>
              </a:spcBef>
            </a:pPr>
            <a:r>
              <a:rPr sz="1200" spc="-15" dirty="0">
                <a:latin typeface="Times New Roman"/>
                <a:cs typeface="Times New Roman"/>
              </a:rPr>
              <a:t>&lt;label</a:t>
            </a:r>
            <a:endParaRPr sz="1200">
              <a:latin typeface="Times New Roman"/>
              <a:cs typeface="Times New Roman"/>
            </a:endParaRPr>
          </a:p>
          <a:p>
            <a:pPr marL="12700">
              <a:lnSpc>
                <a:spcPct val="100000"/>
              </a:lnSpc>
              <a:spcBef>
                <a:spcPts val="95"/>
              </a:spcBef>
            </a:pPr>
            <a:r>
              <a:rPr sz="1200" spc="-15" dirty="0">
                <a:latin typeface="Times New Roman"/>
                <a:cs typeface="Times New Roman"/>
              </a:rPr>
              <a:t>only"&gt;Enter</a:t>
            </a:r>
            <a:r>
              <a:rPr sz="1200" spc="10" dirty="0">
                <a:latin typeface="Times New Roman"/>
                <a:cs typeface="Times New Roman"/>
              </a:rPr>
              <a:t> </a:t>
            </a:r>
            <a:r>
              <a:rPr sz="1200" spc="-10" dirty="0">
                <a:latin typeface="Times New Roman"/>
                <a:cs typeface="Times New Roman"/>
              </a:rPr>
              <a:t>your</a:t>
            </a:r>
            <a:r>
              <a:rPr sz="1200" spc="-40" dirty="0">
                <a:latin typeface="Times New Roman"/>
                <a:cs typeface="Times New Roman"/>
              </a:rPr>
              <a:t> </a:t>
            </a:r>
            <a:r>
              <a:rPr sz="1200" spc="-15" dirty="0">
                <a:latin typeface="Times New Roman"/>
                <a:cs typeface="Times New Roman"/>
              </a:rPr>
              <a:t>Address&lt;/label&gt;</a:t>
            </a:r>
            <a:endParaRPr sz="1200">
              <a:latin typeface="Times New Roman"/>
              <a:cs typeface="Times New Roman"/>
            </a:endParaRPr>
          </a:p>
        </p:txBody>
      </p:sp>
      <p:sp>
        <p:nvSpPr>
          <p:cNvPr id="13" name="object 13"/>
          <p:cNvSpPr txBox="1"/>
          <p:nvPr/>
        </p:nvSpPr>
        <p:spPr>
          <a:xfrm>
            <a:off x="6031484" y="5202682"/>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14" name="object 14"/>
          <p:cNvSpPr txBox="1"/>
          <p:nvPr/>
        </p:nvSpPr>
        <p:spPr>
          <a:xfrm>
            <a:off x="4914646" y="5664453"/>
            <a:ext cx="1729105" cy="415925"/>
          </a:xfrm>
          <a:prstGeom prst="rect">
            <a:avLst/>
          </a:prstGeom>
        </p:spPr>
        <p:txBody>
          <a:bodyPr vert="horz" wrap="square" lIns="0" tIns="12700" rIns="0" bIns="0" rtlCol="0">
            <a:spAutoFit/>
          </a:bodyPr>
          <a:lstStyle/>
          <a:p>
            <a:pPr marL="12700" marR="5080" indent="103505">
              <a:lnSpc>
                <a:spcPct val="106700"/>
              </a:lnSpc>
              <a:spcBef>
                <a:spcPts val="100"/>
              </a:spcBef>
              <a:tabLst>
                <a:tab pos="940435" algn="l"/>
                <a:tab pos="1449705" algn="l"/>
              </a:tabLst>
            </a:pPr>
            <a:r>
              <a:rPr sz="1200" spc="-15" dirty="0">
                <a:latin typeface="Times New Roman"/>
                <a:cs typeface="Times New Roman"/>
              </a:rPr>
              <a:t>&lt;textarea	</a:t>
            </a:r>
            <a:r>
              <a:rPr sz="1200" spc="-20" dirty="0">
                <a:latin typeface="Times New Roman"/>
                <a:cs typeface="Times New Roman"/>
              </a:rPr>
              <a:t>class="form- </a:t>
            </a:r>
            <a:r>
              <a:rPr sz="1200" spc="-285" dirty="0">
                <a:latin typeface="Times New Roman"/>
                <a:cs typeface="Times New Roman"/>
              </a:rPr>
              <a:t> </a:t>
            </a:r>
            <a:r>
              <a:rPr sz="1200" spc="-15" dirty="0">
                <a:latin typeface="Times New Roman"/>
                <a:cs typeface="Times New Roman"/>
              </a:rPr>
              <a:t>p</a:t>
            </a:r>
            <a:r>
              <a:rPr sz="1200" spc="-10" dirty="0">
                <a:latin typeface="Times New Roman"/>
                <a:cs typeface="Times New Roman"/>
              </a:rPr>
              <a:t>l</a:t>
            </a:r>
            <a:r>
              <a:rPr sz="1200" spc="-20" dirty="0">
                <a:latin typeface="Times New Roman"/>
                <a:cs typeface="Times New Roman"/>
              </a:rPr>
              <a:t>ace</a:t>
            </a:r>
            <a:r>
              <a:rPr sz="1200" spc="-15" dirty="0">
                <a:latin typeface="Times New Roman"/>
                <a:cs typeface="Times New Roman"/>
              </a:rPr>
              <a:t>ho</a:t>
            </a:r>
            <a:r>
              <a:rPr sz="1200" spc="-10" dirty="0">
                <a:latin typeface="Times New Roman"/>
                <a:cs typeface="Times New Roman"/>
              </a:rPr>
              <a:t>l</a:t>
            </a:r>
            <a:r>
              <a:rPr sz="1200" spc="-15" dirty="0">
                <a:latin typeface="Times New Roman"/>
                <a:cs typeface="Times New Roman"/>
              </a:rPr>
              <a:t>d</a:t>
            </a:r>
            <a:r>
              <a:rPr sz="1200" spc="-5"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E</a:t>
            </a:r>
            <a:r>
              <a:rPr sz="1200" spc="-15" dirty="0">
                <a:latin typeface="Times New Roman"/>
                <a:cs typeface="Times New Roman"/>
              </a:rPr>
              <a:t>n</a:t>
            </a:r>
            <a:r>
              <a:rPr sz="1200" dirty="0">
                <a:latin typeface="Times New Roman"/>
                <a:cs typeface="Times New Roman"/>
              </a:rPr>
              <a:t>t</a:t>
            </a:r>
            <a:r>
              <a:rPr sz="1200" spc="-15" dirty="0">
                <a:latin typeface="Times New Roman"/>
                <a:cs typeface="Times New Roman"/>
              </a:rPr>
              <a:t>e</a:t>
            </a:r>
            <a:r>
              <a:rPr sz="1200" dirty="0">
                <a:latin typeface="Times New Roman"/>
                <a:cs typeface="Times New Roman"/>
              </a:rPr>
              <a:t>r	</a:t>
            </a:r>
            <a:r>
              <a:rPr sz="1200" spc="-60" dirty="0">
                <a:latin typeface="Times New Roman"/>
                <a:cs typeface="Times New Roman"/>
              </a:rPr>
              <a:t>y</a:t>
            </a:r>
            <a:r>
              <a:rPr sz="1200" spc="-25" dirty="0">
                <a:latin typeface="Times New Roman"/>
                <a:cs typeface="Times New Roman"/>
              </a:rPr>
              <a:t>ou</a:t>
            </a:r>
            <a:r>
              <a:rPr sz="1200" dirty="0">
                <a:latin typeface="Times New Roman"/>
                <a:cs typeface="Times New Roman"/>
              </a:rPr>
              <a:t>r</a:t>
            </a:r>
            <a:endParaRPr sz="1200">
              <a:latin typeface="Times New Roman"/>
              <a:cs typeface="Times New Roman"/>
            </a:endParaRPr>
          </a:p>
        </p:txBody>
      </p:sp>
      <p:sp>
        <p:nvSpPr>
          <p:cNvPr id="15" name="object 15"/>
          <p:cNvSpPr txBox="1"/>
          <p:nvPr/>
        </p:nvSpPr>
        <p:spPr>
          <a:xfrm>
            <a:off x="907796" y="5861050"/>
            <a:ext cx="3761740" cy="412750"/>
          </a:xfrm>
          <a:prstGeom prst="rect">
            <a:avLst/>
          </a:prstGeom>
        </p:spPr>
        <p:txBody>
          <a:bodyPr vert="horz" wrap="square" lIns="0" tIns="12700" rIns="0" bIns="0" rtlCol="0">
            <a:spAutoFit/>
          </a:bodyPr>
          <a:lstStyle/>
          <a:p>
            <a:pPr marL="12700" marR="5080">
              <a:lnSpc>
                <a:spcPct val="105800"/>
              </a:lnSpc>
              <a:spcBef>
                <a:spcPts val="100"/>
              </a:spcBef>
              <a:tabLst>
                <a:tab pos="694055" algn="l"/>
                <a:tab pos="1737995" algn="l"/>
                <a:tab pos="2772410" algn="l"/>
              </a:tabLst>
            </a:pPr>
            <a:r>
              <a:rPr sz="1200" spc="-20" dirty="0">
                <a:latin typeface="Times New Roman"/>
                <a:cs typeface="Times New Roman"/>
              </a:rPr>
              <a:t>c</a:t>
            </a:r>
            <a:r>
              <a:rPr sz="1200" spc="-15" dirty="0">
                <a:latin typeface="Times New Roman"/>
                <a:cs typeface="Times New Roman"/>
              </a:rPr>
              <a:t>on</a:t>
            </a:r>
            <a:r>
              <a:rPr sz="1200" spc="-10" dirty="0">
                <a:latin typeface="Times New Roman"/>
                <a:cs typeface="Times New Roman"/>
              </a:rPr>
              <a:t>t</a:t>
            </a:r>
            <a:r>
              <a:rPr sz="1200" spc="-20" dirty="0">
                <a:latin typeface="Times New Roman"/>
                <a:cs typeface="Times New Roman"/>
              </a:rPr>
              <a:t>r</a:t>
            </a:r>
            <a:r>
              <a:rPr sz="1200" spc="-15" dirty="0">
                <a:latin typeface="Times New Roman"/>
                <a:cs typeface="Times New Roman"/>
              </a:rPr>
              <a:t>o</a:t>
            </a:r>
            <a:r>
              <a:rPr sz="1200" dirty="0">
                <a:latin typeface="Times New Roman"/>
                <a:cs typeface="Times New Roman"/>
              </a:rPr>
              <a:t>l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0" dirty="0">
                <a:latin typeface="Times New Roman"/>
                <a:cs typeface="Times New Roman"/>
              </a:rPr>
              <a:t>i</a:t>
            </a:r>
            <a:r>
              <a:rPr sz="1200" spc="-15" dirty="0">
                <a:latin typeface="Times New Roman"/>
                <a:cs typeface="Times New Roman"/>
              </a:rPr>
              <a:t>d</a:t>
            </a:r>
            <a:r>
              <a:rPr sz="1200" spc="-20" dirty="0">
                <a:latin typeface="Times New Roman"/>
                <a:cs typeface="Times New Roman"/>
              </a:rPr>
              <a:t>=</a:t>
            </a:r>
            <a:r>
              <a:rPr sz="1200" spc="-30" dirty="0">
                <a:latin typeface="Times New Roman"/>
                <a:cs typeface="Times New Roman"/>
              </a:rPr>
              <a:t>"</a:t>
            </a:r>
            <a:r>
              <a:rPr sz="1200" spc="-20" dirty="0">
                <a:latin typeface="Times New Roman"/>
                <a:cs typeface="Times New Roman"/>
              </a:rPr>
              <a:t>a</a:t>
            </a:r>
            <a:r>
              <a:rPr sz="1200" spc="-15" dirty="0">
                <a:latin typeface="Times New Roman"/>
                <a:cs typeface="Times New Roman"/>
              </a:rPr>
              <a:t>dd</a:t>
            </a:r>
            <a:r>
              <a:rPr sz="1200" spc="-20" dirty="0">
                <a:latin typeface="Times New Roman"/>
                <a:cs typeface="Times New Roman"/>
              </a:rPr>
              <a:t>ress</a:t>
            </a:r>
            <a:r>
              <a:rPr sz="1200" spc="-5" dirty="0">
                <a:latin typeface="Times New Roman"/>
                <a:cs typeface="Times New Roman"/>
              </a:rPr>
              <a:t>"</a:t>
            </a:r>
            <a:r>
              <a:rPr sz="1200" dirty="0">
                <a:latin typeface="Times New Roman"/>
                <a:cs typeface="Times New Roman"/>
              </a:rPr>
              <a:t>	</a:t>
            </a:r>
            <a:r>
              <a:rPr sz="1200" spc="-15" dirty="0">
                <a:latin typeface="Times New Roman"/>
                <a:cs typeface="Times New Roman"/>
              </a:rPr>
              <a:t>n</a:t>
            </a:r>
            <a:r>
              <a:rPr sz="1200" spc="-20" dirty="0">
                <a:latin typeface="Times New Roman"/>
                <a:cs typeface="Times New Roman"/>
              </a:rPr>
              <a:t>a</a:t>
            </a:r>
            <a:r>
              <a:rPr sz="1200" spc="-10" dirty="0">
                <a:latin typeface="Times New Roman"/>
                <a:cs typeface="Times New Roman"/>
              </a:rPr>
              <a:t>m</a:t>
            </a:r>
            <a:r>
              <a:rPr sz="1200" spc="-20" dirty="0">
                <a:latin typeface="Times New Roman"/>
                <a:cs typeface="Times New Roman"/>
              </a:rPr>
              <a:t>e=</a:t>
            </a:r>
            <a:r>
              <a:rPr sz="1200" spc="-30" dirty="0">
                <a:latin typeface="Times New Roman"/>
                <a:cs typeface="Times New Roman"/>
              </a:rPr>
              <a:t>"</a:t>
            </a:r>
            <a:r>
              <a:rPr sz="1200" spc="-20" dirty="0">
                <a:latin typeface="Times New Roman"/>
                <a:cs typeface="Times New Roman"/>
              </a:rPr>
              <a:t>a</a:t>
            </a:r>
            <a:r>
              <a:rPr sz="1200" spc="-15" dirty="0">
                <a:latin typeface="Times New Roman"/>
                <a:cs typeface="Times New Roman"/>
              </a:rPr>
              <a:t>dd</a:t>
            </a:r>
            <a:r>
              <a:rPr sz="1200" dirty="0">
                <a:latin typeface="Times New Roman"/>
                <a:cs typeface="Times New Roman"/>
              </a:rPr>
              <a:t>r</a:t>
            </a:r>
            <a:r>
              <a:rPr sz="1200" spc="-25" dirty="0">
                <a:latin typeface="Times New Roman"/>
                <a:cs typeface="Times New Roman"/>
              </a:rPr>
              <a:t>e</a:t>
            </a:r>
            <a:r>
              <a:rPr sz="1200" spc="-20" dirty="0">
                <a:latin typeface="Times New Roman"/>
                <a:cs typeface="Times New Roman"/>
              </a:rPr>
              <a:t>s</a:t>
            </a:r>
            <a:r>
              <a:rPr sz="1200" spc="-5" dirty="0">
                <a:latin typeface="Times New Roman"/>
                <a:cs typeface="Times New Roman"/>
              </a:rPr>
              <a:t>s"  </a:t>
            </a:r>
            <a:r>
              <a:rPr sz="1200" spc="-15" dirty="0">
                <a:latin typeface="Times New Roman"/>
                <a:cs typeface="Times New Roman"/>
              </a:rPr>
              <a:t>Address"&gt;{{old('address')}}&lt;/textarea&gt;</a:t>
            </a:r>
            <a:endParaRPr sz="1200">
              <a:latin typeface="Times New Roman"/>
              <a:cs typeface="Times New Roman"/>
            </a:endParaRPr>
          </a:p>
        </p:txBody>
      </p:sp>
      <p:sp>
        <p:nvSpPr>
          <p:cNvPr id="16" name="object 16"/>
          <p:cNvSpPr txBox="1"/>
          <p:nvPr/>
        </p:nvSpPr>
        <p:spPr>
          <a:xfrm>
            <a:off x="4560823" y="6371590"/>
            <a:ext cx="427355" cy="50609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a:t>
            </a:r>
            <a:r>
              <a:rPr sz="1200" spc="-15" dirty="0">
                <a:latin typeface="Times New Roman"/>
                <a:cs typeface="Times New Roman"/>
              </a:rPr>
              <a:t>d</a:t>
            </a:r>
            <a:r>
              <a:rPr sz="1200" spc="-10" dirty="0">
                <a:latin typeface="Times New Roman"/>
                <a:cs typeface="Times New Roman"/>
              </a:rPr>
              <a:t>i</a:t>
            </a:r>
            <a:r>
              <a:rPr sz="1200" spc="-15" dirty="0">
                <a:latin typeface="Times New Roman"/>
                <a:cs typeface="Times New Roman"/>
              </a:rPr>
              <a:t>v</a:t>
            </a:r>
            <a:r>
              <a:rPr sz="1200" dirty="0">
                <a:latin typeface="Times New Roman"/>
                <a:cs typeface="Times New Roman"/>
              </a:rPr>
              <a:t>&gt;</a:t>
            </a:r>
            <a:endParaRPr sz="1200">
              <a:latin typeface="Times New Roman"/>
              <a:cs typeface="Times New Roman"/>
            </a:endParaRPr>
          </a:p>
          <a:p>
            <a:pPr marL="12700">
              <a:lnSpc>
                <a:spcPct val="100000"/>
              </a:lnSpc>
              <a:spcBef>
                <a:spcPts val="900"/>
              </a:spcBef>
            </a:pPr>
            <a:r>
              <a:rPr sz="1200" spc="-25" dirty="0">
                <a:latin typeface="Times New Roman"/>
                <a:cs typeface="Times New Roman"/>
              </a:rPr>
              <a:t>&lt;div</a:t>
            </a:r>
            <a:endParaRPr sz="1200">
              <a:latin typeface="Times New Roman"/>
              <a:cs typeface="Times New Roman"/>
            </a:endParaRPr>
          </a:p>
        </p:txBody>
      </p:sp>
      <p:sp>
        <p:nvSpPr>
          <p:cNvPr id="17" name="object 17"/>
          <p:cNvSpPr txBox="1"/>
          <p:nvPr/>
        </p:nvSpPr>
        <p:spPr>
          <a:xfrm>
            <a:off x="5023865" y="6665417"/>
            <a:ext cx="1075690" cy="20891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class="col-md-12</a:t>
            </a:r>
            <a:endParaRPr sz="1200">
              <a:latin typeface="Times New Roman"/>
              <a:cs typeface="Times New Roman"/>
            </a:endParaRPr>
          </a:p>
        </p:txBody>
      </p:sp>
      <p:sp>
        <p:nvSpPr>
          <p:cNvPr id="18" name="object 18"/>
          <p:cNvSpPr txBox="1"/>
          <p:nvPr/>
        </p:nvSpPr>
        <p:spPr>
          <a:xfrm>
            <a:off x="6287770" y="6665417"/>
            <a:ext cx="366395" cy="20891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5" dirty="0">
                <a:latin typeface="Times New Roman"/>
                <a:cs typeface="Times New Roman"/>
              </a:rPr>
              <a:t>m</a:t>
            </a:r>
            <a:r>
              <a:rPr sz="1200" dirty="0">
                <a:latin typeface="Times New Roman"/>
                <a:cs typeface="Times New Roman"/>
              </a:rPr>
              <a:t>-</a:t>
            </a:r>
            <a:endParaRPr sz="1200">
              <a:latin typeface="Times New Roman"/>
              <a:cs typeface="Times New Roman"/>
            </a:endParaRPr>
          </a:p>
        </p:txBody>
      </p:sp>
      <p:sp>
        <p:nvSpPr>
          <p:cNvPr id="19" name="object 19"/>
          <p:cNvSpPr txBox="1"/>
          <p:nvPr/>
        </p:nvSpPr>
        <p:spPr>
          <a:xfrm>
            <a:off x="907796" y="6859651"/>
            <a:ext cx="5168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group"&gt;</a:t>
            </a:r>
            <a:endParaRPr sz="1200">
              <a:latin typeface="Times New Roman"/>
              <a:cs typeface="Times New Roman"/>
            </a:endParaRPr>
          </a:p>
        </p:txBody>
      </p:sp>
      <p:sp>
        <p:nvSpPr>
          <p:cNvPr id="20" name="object 20"/>
          <p:cNvSpPr txBox="1"/>
          <p:nvPr/>
        </p:nvSpPr>
        <p:spPr>
          <a:xfrm>
            <a:off x="5018023" y="7153783"/>
            <a:ext cx="3987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l</a:t>
            </a:r>
            <a:r>
              <a:rPr sz="1200" spc="-20" dirty="0">
                <a:latin typeface="Times New Roman"/>
                <a:cs typeface="Times New Roman"/>
              </a:rPr>
              <a:t>a</a:t>
            </a:r>
            <a:r>
              <a:rPr sz="1200" spc="-15" dirty="0">
                <a:latin typeface="Times New Roman"/>
                <a:cs typeface="Times New Roman"/>
              </a:rPr>
              <a:t>b</a:t>
            </a:r>
            <a:r>
              <a:rPr sz="1200" spc="-20" dirty="0">
                <a:latin typeface="Times New Roman"/>
                <a:cs typeface="Times New Roman"/>
              </a:rPr>
              <a:t>e</a:t>
            </a:r>
            <a:r>
              <a:rPr sz="1200" dirty="0">
                <a:latin typeface="Times New Roman"/>
                <a:cs typeface="Times New Roman"/>
              </a:rPr>
              <a:t>l</a:t>
            </a:r>
            <a:endParaRPr sz="1200">
              <a:latin typeface="Times New Roman"/>
              <a:cs typeface="Times New Roman"/>
            </a:endParaRPr>
          </a:p>
        </p:txBody>
      </p:sp>
      <p:sp>
        <p:nvSpPr>
          <p:cNvPr id="21" name="object 21"/>
          <p:cNvSpPr txBox="1"/>
          <p:nvPr/>
        </p:nvSpPr>
        <p:spPr>
          <a:xfrm>
            <a:off x="6031484" y="7153783"/>
            <a:ext cx="6146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class="sr-</a:t>
            </a:r>
            <a:endParaRPr sz="1200">
              <a:latin typeface="Times New Roman"/>
              <a:cs typeface="Times New Roman"/>
            </a:endParaRPr>
          </a:p>
        </p:txBody>
      </p:sp>
      <p:sp>
        <p:nvSpPr>
          <p:cNvPr id="22" name="object 22"/>
          <p:cNvSpPr txBox="1"/>
          <p:nvPr/>
        </p:nvSpPr>
        <p:spPr>
          <a:xfrm>
            <a:off x="907796" y="7248525"/>
            <a:ext cx="5739130" cy="1688464"/>
          </a:xfrm>
          <a:prstGeom prst="rect">
            <a:avLst/>
          </a:prstGeom>
        </p:spPr>
        <p:txBody>
          <a:bodyPr vert="horz" wrap="square" lIns="0" tIns="111760" rIns="0" bIns="0" rtlCol="0">
            <a:spAutoFit/>
          </a:bodyPr>
          <a:lstStyle/>
          <a:p>
            <a:pPr marL="12700">
              <a:lnSpc>
                <a:spcPct val="100000"/>
              </a:lnSpc>
              <a:spcBef>
                <a:spcPts val="880"/>
              </a:spcBef>
            </a:pPr>
            <a:r>
              <a:rPr sz="1200" spc="-15" dirty="0">
                <a:latin typeface="Times New Roman"/>
                <a:cs typeface="Times New Roman"/>
              </a:rPr>
              <a:t>only"&gt;Password&lt;/label&gt;</a:t>
            </a:r>
            <a:endParaRPr sz="1200">
              <a:latin typeface="Times New Roman"/>
              <a:cs typeface="Times New Roman"/>
            </a:endParaRPr>
          </a:p>
          <a:p>
            <a:pPr marL="12700" marR="11430" indent="4110990">
              <a:lnSpc>
                <a:spcPct val="105800"/>
              </a:lnSpc>
              <a:spcBef>
                <a:spcPts val="695"/>
              </a:spcBef>
              <a:tabLst>
                <a:tab pos="4692015" algn="l"/>
              </a:tabLst>
            </a:pPr>
            <a:r>
              <a:rPr sz="1200" spc="-20" dirty="0">
                <a:latin typeface="Times New Roman"/>
                <a:cs typeface="Times New Roman"/>
              </a:rPr>
              <a:t>&lt;</a:t>
            </a:r>
            <a:r>
              <a:rPr sz="1200" spc="-10" dirty="0">
                <a:latin typeface="Times New Roman"/>
                <a:cs typeface="Times New Roman"/>
              </a:rPr>
              <a:t>i</a:t>
            </a:r>
            <a:r>
              <a:rPr sz="1200" spc="-15" dirty="0">
                <a:latin typeface="Times New Roman"/>
                <a:cs typeface="Times New Roman"/>
              </a:rPr>
              <a:t>npu</a:t>
            </a:r>
            <a:r>
              <a:rPr sz="1200" dirty="0">
                <a:latin typeface="Times New Roman"/>
                <a:cs typeface="Times New Roman"/>
              </a:rPr>
              <a:t>t	</a:t>
            </a:r>
            <a:r>
              <a:rPr sz="1200" spc="-10" dirty="0">
                <a:latin typeface="Times New Roman"/>
                <a:cs typeface="Times New Roman"/>
              </a:rPr>
              <a:t>t</a:t>
            </a:r>
            <a:r>
              <a:rPr sz="1200" spc="-50" dirty="0">
                <a:latin typeface="Times New Roman"/>
                <a:cs typeface="Times New Roman"/>
              </a:rPr>
              <a:t>y</a:t>
            </a:r>
            <a:r>
              <a:rPr sz="1200" spc="-10" dirty="0">
                <a:latin typeface="Times New Roman"/>
                <a:cs typeface="Times New Roman"/>
              </a:rPr>
              <a:t>p</a:t>
            </a:r>
            <a:r>
              <a:rPr sz="1200" spc="-15"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dirty="0">
                <a:latin typeface="Times New Roman"/>
                <a:cs typeface="Times New Roman"/>
              </a:rPr>
              <a:t>p</a:t>
            </a:r>
            <a:r>
              <a:rPr sz="1200" spc="-15" dirty="0">
                <a:latin typeface="Times New Roman"/>
                <a:cs typeface="Times New Roman"/>
              </a:rPr>
              <a:t>ass</a:t>
            </a:r>
            <a:r>
              <a:rPr sz="1200" spc="-20" dirty="0">
                <a:latin typeface="Times New Roman"/>
                <a:cs typeface="Times New Roman"/>
              </a:rPr>
              <a:t>w</a:t>
            </a:r>
            <a:r>
              <a:rPr sz="1200" spc="-10" dirty="0">
                <a:latin typeface="Times New Roman"/>
                <a:cs typeface="Times New Roman"/>
              </a:rPr>
              <a:t>o</a:t>
            </a:r>
            <a:r>
              <a:rPr sz="1200" spc="-15" dirty="0">
                <a:latin typeface="Times New Roman"/>
                <a:cs typeface="Times New Roman"/>
              </a:rPr>
              <a:t>r</a:t>
            </a:r>
            <a:r>
              <a:rPr sz="1200" spc="-5" dirty="0">
                <a:latin typeface="Times New Roman"/>
                <a:cs typeface="Times New Roman"/>
              </a:rPr>
              <a:t>d"  name="password"</a:t>
            </a:r>
            <a:r>
              <a:rPr sz="1200" spc="40" dirty="0">
                <a:latin typeface="Times New Roman"/>
                <a:cs typeface="Times New Roman"/>
              </a:rPr>
              <a:t> </a:t>
            </a:r>
            <a:r>
              <a:rPr sz="1200" spc="-10" dirty="0">
                <a:latin typeface="Times New Roman"/>
                <a:cs typeface="Times New Roman"/>
              </a:rPr>
              <a:t>class="form-control</a:t>
            </a:r>
            <a:r>
              <a:rPr sz="1200" spc="80" dirty="0">
                <a:latin typeface="Times New Roman"/>
                <a:cs typeface="Times New Roman"/>
              </a:rPr>
              <a:t> </a:t>
            </a:r>
            <a:r>
              <a:rPr sz="1200" spc="-15" dirty="0">
                <a:latin typeface="Times New Roman"/>
                <a:cs typeface="Times New Roman"/>
              </a:rPr>
              <a:t>input-lg"</a:t>
            </a:r>
            <a:r>
              <a:rPr sz="1200" spc="40" dirty="0">
                <a:latin typeface="Times New Roman"/>
                <a:cs typeface="Times New Roman"/>
              </a:rPr>
              <a:t> </a:t>
            </a:r>
            <a:r>
              <a:rPr sz="1200" spc="-15" dirty="0">
                <a:latin typeface="Times New Roman"/>
                <a:cs typeface="Times New Roman"/>
              </a:rPr>
              <a:t>placeholder="Enter</a:t>
            </a:r>
            <a:r>
              <a:rPr sz="1200" spc="60" dirty="0">
                <a:latin typeface="Times New Roman"/>
                <a:cs typeface="Times New Roman"/>
              </a:rPr>
              <a:t> </a:t>
            </a:r>
            <a:r>
              <a:rPr sz="1200" spc="-10" dirty="0">
                <a:latin typeface="Times New Roman"/>
                <a:cs typeface="Times New Roman"/>
              </a:rPr>
              <a:t>your</a:t>
            </a:r>
            <a:r>
              <a:rPr sz="1200" spc="60" dirty="0">
                <a:latin typeface="Times New Roman"/>
                <a:cs typeface="Times New Roman"/>
              </a:rPr>
              <a:t> </a:t>
            </a:r>
            <a:r>
              <a:rPr sz="1200" spc="-20" dirty="0">
                <a:latin typeface="Times New Roman"/>
                <a:cs typeface="Times New Roman"/>
              </a:rPr>
              <a:t>Password"&gt;</a:t>
            </a:r>
            <a:endParaRPr sz="1200">
              <a:latin typeface="Times New Roman"/>
              <a:cs typeface="Times New Roman"/>
            </a:endParaRPr>
          </a:p>
          <a:p>
            <a:pPr marL="3666490">
              <a:lnSpc>
                <a:spcPct val="100000"/>
              </a:lnSpc>
              <a:spcBef>
                <a:spcPts val="1010"/>
              </a:spcBef>
            </a:pPr>
            <a:r>
              <a:rPr sz="1200" spc="-15" dirty="0">
                <a:latin typeface="Times New Roman"/>
                <a:cs typeface="Times New Roman"/>
              </a:rPr>
              <a:t>&lt;/div&gt;</a:t>
            </a:r>
            <a:endParaRPr sz="1200">
              <a:latin typeface="Times New Roman"/>
              <a:cs typeface="Times New Roman"/>
            </a:endParaRPr>
          </a:p>
          <a:p>
            <a:pPr marL="1377950">
              <a:lnSpc>
                <a:spcPct val="100000"/>
              </a:lnSpc>
              <a:spcBef>
                <a:spcPts val="900"/>
              </a:spcBef>
            </a:pPr>
            <a:r>
              <a:rPr sz="1200" spc="-5" dirty="0">
                <a:latin typeface="Times New Roman"/>
                <a:cs typeface="Times New Roman"/>
              </a:rPr>
              <a:t>&lt;div</a:t>
            </a:r>
            <a:r>
              <a:rPr sz="1200" spc="40" dirty="0">
                <a:latin typeface="Times New Roman"/>
                <a:cs typeface="Times New Roman"/>
              </a:rPr>
              <a:t> </a:t>
            </a:r>
            <a:r>
              <a:rPr sz="1200" spc="-15" dirty="0">
                <a:latin typeface="Times New Roman"/>
                <a:cs typeface="Times New Roman"/>
              </a:rPr>
              <a:t>class="col-md-12</a:t>
            </a:r>
            <a:r>
              <a:rPr sz="1200" spc="95" dirty="0">
                <a:latin typeface="Times New Roman"/>
                <a:cs typeface="Times New Roman"/>
              </a:rPr>
              <a:t> </a:t>
            </a:r>
            <a:r>
              <a:rPr sz="1200" spc="-20" dirty="0">
                <a:latin typeface="Times New Roman"/>
                <a:cs typeface="Times New Roman"/>
              </a:rPr>
              <a:t>form-group"&gt;</a:t>
            </a:r>
            <a:endParaRPr sz="1200">
              <a:latin typeface="Times New Roman"/>
              <a:cs typeface="Times New Roman"/>
            </a:endParaRPr>
          </a:p>
          <a:p>
            <a:pPr marR="5080" algn="r">
              <a:lnSpc>
                <a:spcPct val="100000"/>
              </a:lnSpc>
              <a:spcBef>
                <a:spcPts val="900"/>
              </a:spcBef>
              <a:tabLst>
                <a:tab pos="1013460" algn="l"/>
              </a:tabLst>
            </a:pPr>
            <a:r>
              <a:rPr sz="1200" spc="-15" dirty="0">
                <a:latin typeface="Times New Roman"/>
                <a:cs typeface="Times New Roman"/>
              </a:rPr>
              <a:t>&lt;label	</a:t>
            </a:r>
            <a:r>
              <a:rPr sz="1200" spc="-20" dirty="0">
                <a:latin typeface="Times New Roman"/>
                <a:cs typeface="Times New Roman"/>
              </a:rPr>
              <a:t>class="sr-</a:t>
            </a:r>
            <a:endParaRPr sz="1200">
              <a:latin typeface="Times New Roman"/>
              <a:cs typeface="Times New Roman"/>
            </a:endParaRPr>
          </a:p>
        </p:txBody>
      </p:sp>
      <p:sp>
        <p:nvSpPr>
          <p:cNvPr id="23" name="object 23"/>
          <p:cNvSpPr txBox="1"/>
          <p:nvPr/>
        </p:nvSpPr>
        <p:spPr>
          <a:xfrm>
            <a:off x="907796" y="8923782"/>
            <a:ext cx="20593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only"&gt;Confrim</a:t>
            </a:r>
            <a:r>
              <a:rPr sz="1200" spc="65" dirty="0">
                <a:latin typeface="Times New Roman"/>
                <a:cs typeface="Times New Roman"/>
              </a:rPr>
              <a:t> </a:t>
            </a:r>
            <a:r>
              <a:rPr sz="1200" spc="-15" dirty="0">
                <a:latin typeface="Times New Roman"/>
                <a:cs typeface="Times New Roman"/>
              </a:rPr>
              <a:t>Password&lt;/label&gt;</a:t>
            </a:r>
            <a:endParaRPr sz="1200">
              <a:latin typeface="Times New Roman"/>
              <a:cs typeface="Times New Roman"/>
            </a:endParaRPr>
          </a:p>
        </p:txBody>
      </p:sp>
      <p:sp>
        <p:nvSpPr>
          <p:cNvPr id="24" name="object 24"/>
          <p:cNvSpPr/>
          <p:nvPr/>
        </p:nvSpPr>
        <p:spPr>
          <a:xfrm>
            <a:off x="508254" y="467106"/>
            <a:ext cx="6553200" cy="9941560"/>
          </a:xfrm>
          <a:custGeom>
            <a:avLst/>
            <a:gdLst/>
            <a:ahLst/>
            <a:cxnLst/>
            <a:rect l="l" t="t" r="r" b="b"/>
            <a:pathLst>
              <a:path w="6553200" h="9941560">
                <a:moveTo>
                  <a:pt x="0" y="9941052"/>
                </a:moveTo>
                <a:lnTo>
                  <a:pt x="6553200" y="9941052"/>
                </a:lnTo>
                <a:lnTo>
                  <a:pt x="6553200" y="0"/>
                </a:lnTo>
                <a:lnTo>
                  <a:pt x="0" y="0"/>
                </a:lnTo>
                <a:lnTo>
                  <a:pt x="0" y="9941052"/>
                </a:lnTo>
                <a:close/>
              </a:path>
            </a:pathLst>
          </a:custGeom>
          <a:ln w="25400">
            <a:solidFill>
              <a:srgbClr val="1C334E"/>
            </a:solidFill>
          </a:ln>
        </p:spPr>
        <p:txBody>
          <a:bodyPr wrap="square" lIns="0" tIns="0" rIns="0" bIns="0" rtlCol="0"/>
          <a:lstStyle/>
          <a:p>
            <a:endParaRPr/>
          </a:p>
        </p:txBody>
      </p:sp>
      <p:sp>
        <p:nvSpPr>
          <p:cNvPr id="25" name="object 2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26" name="object 2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4" name="object 4"/>
          <p:cNvSpPr txBox="1"/>
          <p:nvPr/>
        </p:nvSpPr>
        <p:spPr>
          <a:xfrm>
            <a:off x="4513326" y="461264"/>
            <a:ext cx="2125980" cy="829310"/>
          </a:xfrm>
          <a:prstGeom prst="rect">
            <a:avLst/>
          </a:prstGeom>
        </p:spPr>
        <p:txBody>
          <a:bodyPr vert="horz" wrap="square" lIns="0" tIns="12700" rIns="0" bIns="0" rtlCol="0">
            <a:spAutoFit/>
          </a:bodyPr>
          <a:lstStyle/>
          <a:p>
            <a:pPr marL="1334135">
              <a:lnSpc>
                <a:spcPct val="100000"/>
              </a:lnSpc>
              <a:spcBef>
                <a:spcPts val="100"/>
              </a:spcBef>
            </a:pPr>
            <a:r>
              <a:rPr sz="1200" dirty="0">
                <a:latin typeface="Times New Roman"/>
                <a:cs typeface="Times New Roman"/>
              </a:rPr>
              <a:t>79</a:t>
            </a:r>
            <a:r>
              <a:rPr sz="1200" spc="-30" dirty="0">
                <a:latin typeface="Times New Roman"/>
                <a:cs typeface="Times New Roman"/>
              </a:rPr>
              <a:t> </a:t>
            </a:r>
            <a:r>
              <a:rPr sz="1200" b="1" spc="-5" dirty="0">
                <a:latin typeface="Times New Roman"/>
                <a:cs typeface="Times New Roman"/>
              </a:rPr>
              <a:t>|</a:t>
            </a:r>
            <a:r>
              <a:rPr sz="1200" b="1" spc="-4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a:p>
            <a:pPr>
              <a:lnSpc>
                <a:spcPct val="100000"/>
              </a:lnSpc>
              <a:spcBef>
                <a:spcPts val="55"/>
              </a:spcBef>
            </a:pPr>
            <a:endParaRPr sz="1550">
              <a:latin typeface="Times New Roman"/>
              <a:cs typeface="Times New Roman"/>
            </a:endParaRPr>
          </a:p>
          <a:p>
            <a:pPr marL="12700" marR="5080" indent="504190">
              <a:lnSpc>
                <a:spcPct val="105800"/>
              </a:lnSpc>
              <a:tabLst>
                <a:tab pos="758825" algn="l"/>
                <a:tab pos="1085215" algn="l"/>
              </a:tabLst>
            </a:pPr>
            <a:r>
              <a:rPr sz="1200" spc="-15" dirty="0">
                <a:latin typeface="Times New Roman"/>
                <a:cs typeface="Times New Roman"/>
              </a:rPr>
              <a:t>&lt;input	</a:t>
            </a:r>
            <a:r>
              <a:rPr sz="1200" spc="-20" dirty="0">
                <a:latin typeface="Times New Roman"/>
                <a:cs typeface="Times New Roman"/>
              </a:rPr>
              <a:t>type="password" </a:t>
            </a:r>
            <a:r>
              <a:rPr sz="1200" spc="-285" dirty="0">
                <a:latin typeface="Times New Roman"/>
                <a:cs typeface="Times New Roman"/>
              </a:rPr>
              <a:t> </a:t>
            </a:r>
            <a:r>
              <a:rPr sz="1200" spc="-10" dirty="0">
                <a:latin typeface="Times New Roman"/>
                <a:cs typeface="Times New Roman"/>
              </a:rPr>
              <a:t>i</a:t>
            </a:r>
            <a:r>
              <a:rPr sz="1200" spc="-15" dirty="0">
                <a:latin typeface="Times New Roman"/>
                <a:cs typeface="Times New Roman"/>
              </a:rPr>
              <a:t>npu</a:t>
            </a:r>
            <a:r>
              <a:rPr sz="1200" spc="-10" dirty="0">
                <a:latin typeface="Times New Roman"/>
                <a:cs typeface="Times New Roman"/>
              </a:rPr>
              <a:t>t</a:t>
            </a:r>
            <a:r>
              <a:rPr sz="1200" spc="-20" dirty="0">
                <a:latin typeface="Times New Roman"/>
                <a:cs typeface="Times New Roman"/>
              </a:rPr>
              <a:t>-</a:t>
            </a:r>
            <a:r>
              <a:rPr sz="1200" spc="-25" dirty="0">
                <a:latin typeface="Times New Roman"/>
                <a:cs typeface="Times New Roman"/>
              </a:rPr>
              <a:t>l</a:t>
            </a:r>
            <a:r>
              <a:rPr sz="1200" spc="-40" dirty="0">
                <a:latin typeface="Times New Roman"/>
                <a:cs typeface="Times New Roman"/>
              </a:rPr>
              <a:t>g</a:t>
            </a:r>
            <a:r>
              <a:rPr sz="1200" spc="-5" dirty="0">
                <a:latin typeface="Times New Roman"/>
                <a:cs typeface="Times New Roman"/>
              </a:rPr>
              <a:t>"</a:t>
            </a:r>
            <a:r>
              <a:rPr sz="1200" dirty="0">
                <a:latin typeface="Times New Roman"/>
                <a:cs typeface="Times New Roman"/>
              </a:rPr>
              <a:t>	</a:t>
            </a:r>
            <a:r>
              <a:rPr sz="1200" spc="-10" dirty="0">
                <a:latin typeface="Times New Roman"/>
                <a:cs typeface="Times New Roman"/>
              </a:rPr>
              <a:t>pl</a:t>
            </a:r>
            <a:r>
              <a:rPr sz="1200" spc="-15" dirty="0">
                <a:latin typeface="Times New Roman"/>
                <a:cs typeface="Times New Roman"/>
              </a:rPr>
              <a:t>ace</a:t>
            </a:r>
            <a:r>
              <a:rPr sz="1200" spc="-10" dirty="0">
                <a:latin typeface="Times New Roman"/>
                <a:cs typeface="Times New Roman"/>
              </a:rPr>
              <a:t>hold</a:t>
            </a:r>
            <a:r>
              <a:rPr sz="1200" dirty="0">
                <a:latin typeface="Times New Roman"/>
                <a:cs typeface="Times New Roman"/>
              </a:rPr>
              <a:t>e</a:t>
            </a:r>
            <a:r>
              <a:rPr sz="1200" spc="-20" dirty="0">
                <a:latin typeface="Times New Roman"/>
                <a:cs typeface="Times New Roman"/>
              </a:rPr>
              <a:t>r</a:t>
            </a:r>
            <a:r>
              <a:rPr sz="1200" spc="-5" dirty="0">
                <a:latin typeface="Times New Roman"/>
                <a:cs typeface="Times New Roman"/>
              </a:rPr>
              <a:t>=</a:t>
            </a:r>
            <a:r>
              <a:rPr sz="1200" spc="-30" dirty="0">
                <a:latin typeface="Times New Roman"/>
                <a:cs typeface="Times New Roman"/>
              </a:rPr>
              <a:t>"</a:t>
            </a:r>
            <a:r>
              <a:rPr sz="1200" spc="-10" dirty="0">
                <a:latin typeface="Times New Roman"/>
                <a:cs typeface="Times New Roman"/>
              </a:rPr>
              <a:t>Con</a:t>
            </a:r>
            <a:r>
              <a:rPr sz="1200" dirty="0">
                <a:latin typeface="Times New Roman"/>
                <a:cs typeface="Times New Roman"/>
              </a:rPr>
              <a:t>f</a:t>
            </a:r>
            <a:r>
              <a:rPr sz="1200" spc="-15" dirty="0">
                <a:latin typeface="Times New Roman"/>
                <a:cs typeface="Times New Roman"/>
              </a:rPr>
              <a:t>i</a:t>
            </a:r>
            <a:r>
              <a:rPr sz="1200" dirty="0">
                <a:latin typeface="Times New Roman"/>
                <a:cs typeface="Times New Roman"/>
              </a:rPr>
              <a:t>rm</a:t>
            </a:r>
            <a:endParaRPr sz="1200">
              <a:latin typeface="Times New Roman"/>
              <a:cs typeface="Times New Roman"/>
            </a:endParaRPr>
          </a:p>
        </p:txBody>
      </p:sp>
      <p:sp>
        <p:nvSpPr>
          <p:cNvPr id="5" name="object 5"/>
          <p:cNvSpPr txBox="1"/>
          <p:nvPr/>
        </p:nvSpPr>
        <p:spPr>
          <a:xfrm>
            <a:off x="907796" y="1060830"/>
            <a:ext cx="1968500" cy="415925"/>
          </a:xfrm>
          <a:prstGeom prst="rect">
            <a:avLst/>
          </a:prstGeom>
        </p:spPr>
        <p:txBody>
          <a:bodyPr vert="horz" wrap="square" lIns="0" tIns="12700" rIns="0" bIns="0" rtlCol="0">
            <a:spAutoFit/>
          </a:bodyPr>
          <a:lstStyle/>
          <a:p>
            <a:pPr marL="12700" marR="5080">
              <a:lnSpc>
                <a:spcPct val="106700"/>
              </a:lnSpc>
              <a:spcBef>
                <a:spcPts val="100"/>
              </a:spcBef>
            </a:pPr>
            <a:r>
              <a:rPr sz="1200" spc="-15" dirty="0">
                <a:latin typeface="Times New Roman"/>
                <a:cs typeface="Times New Roman"/>
              </a:rPr>
              <a:t>name="password_confirmation" </a:t>
            </a:r>
            <a:r>
              <a:rPr sz="1200" spc="-285" dirty="0">
                <a:latin typeface="Times New Roman"/>
                <a:cs typeface="Times New Roman"/>
              </a:rPr>
              <a:t> </a:t>
            </a:r>
            <a:r>
              <a:rPr sz="1200" spc="-20" dirty="0">
                <a:latin typeface="Times New Roman"/>
                <a:cs typeface="Times New Roman"/>
              </a:rPr>
              <a:t>Password"&gt;</a:t>
            </a:r>
            <a:endParaRPr sz="1200">
              <a:latin typeface="Times New Roman"/>
              <a:cs typeface="Times New Roman"/>
            </a:endParaRPr>
          </a:p>
        </p:txBody>
      </p:sp>
      <p:sp>
        <p:nvSpPr>
          <p:cNvPr id="6" name="object 6"/>
          <p:cNvSpPr txBox="1"/>
          <p:nvPr/>
        </p:nvSpPr>
        <p:spPr>
          <a:xfrm>
            <a:off x="3088385" y="1086739"/>
            <a:ext cx="122047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class="form-control</a:t>
            </a:r>
            <a:endParaRPr sz="1200">
              <a:latin typeface="Times New Roman"/>
              <a:cs typeface="Times New Roman"/>
            </a:endParaRPr>
          </a:p>
        </p:txBody>
      </p:sp>
      <p:sp>
        <p:nvSpPr>
          <p:cNvPr id="7" name="object 7"/>
          <p:cNvSpPr txBox="1"/>
          <p:nvPr/>
        </p:nvSpPr>
        <p:spPr>
          <a:xfrm>
            <a:off x="4560823" y="1574419"/>
            <a:ext cx="42735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0" dirty="0">
                <a:latin typeface="Times New Roman"/>
                <a:cs typeface="Times New Roman"/>
              </a:rPr>
              <a:t>/</a:t>
            </a:r>
            <a:r>
              <a:rPr sz="1200" spc="-15" dirty="0">
                <a:latin typeface="Times New Roman"/>
                <a:cs typeface="Times New Roman"/>
              </a:rPr>
              <a:t>d</a:t>
            </a:r>
            <a:r>
              <a:rPr sz="1200" spc="-10" dirty="0">
                <a:latin typeface="Times New Roman"/>
                <a:cs typeface="Times New Roman"/>
              </a:rPr>
              <a:t>i</a:t>
            </a:r>
            <a:r>
              <a:rPr sz="1200" spc="-15" dirty="0">
                <a:latin typeface="Times New Roman"/>
                <a:cs typeface="Times New Roman"/>
              </a:rPr>
              <a:t>v</a:t>
            </a:r>
            <a:r>
              <a:rPr sz="1200" dirty="0">
                <a:latin typeface="Times New Roman"/>
                <a:cs typeface="Times New Roman"/>
              </a:rPr>
              <a:t>&gt;</a:t>
            </a:r>
            <a:endParaRPr sz="1200">
              <a:latin typeface="Times New Roman"/>
              <a:cs typeface="Times New Roman"/>
            </a:endParaRPr>
          </a:p>
        </p:txBody>
      </p:sp>
      <p:sp>
        <p:nvSpPr>
          <p:cNvPr id="8" name="object 8"/>
          <p:cNvSpPr txBox="1"/>
          <p:nvPr/>
        </p:nvSpPr>
        <p:spPr>
          <a:xfrm>
            <a:off x="4560823" y="2164207"/>
            <a:ext cx="297180"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Times New Roman"/>
                <a:cs typeface="Times New Roman"/>
              </a:rPr>
              <a:t>&lt;</a:t>
            </a:r>
            <a:r>
              <a:rPr sz="1200" spc="-25" dirty="0">
                <a:latin typeface="Times New Roman"/>
                <a:cs typeface="Times New Roman"/>
              </a:rPr>
              <a:t>di</a:t>
            </a:r>
            <a:r>
              <a:rPr sz="1200" dirty="0">
                <a:latin typeface="Times New Roman"/>
                <a:cs typeface="Times New Roman"/>
              </a:rPr>
              <a:t>v</a:t>
            </a:r>
            <a:endParaRPr sz="1200">
              <a:latin typeface="Times New Roman"/>
              <a:cs typeface="Times New Roman"/>
            </a:endParaRPr>
          </a:p>
        </p:txBody>
      </p:sp>
      <p:sp>
        <p:nvSpPr>
          <p:cNvPr id="9" name="object 9"/>
          <p:cNvSpPr txBox="1"/>
          <p:nvPr/>
        </p:nvSpPr>
        <p:spPr>
          <a:xfrm>
            <a:off x="5023865" y="2164207"/>
            <a:ext cx="10756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class="col-md-12</a:t>
            </a:r>
            <a:endParaRPr sz="1200">
              <a:latin typeface="Times New Roman"/>
              <a:cs typeface="Times New Roman"/>
            </a:endParaRPr>
          </a:p>
        </p:txBody>
      </p:sp>
      <p:sp>
        <p:nvSpPr>
          <p:cNvPr id="10" name="object 10"/>
          <p:cNvSpPr txBox="1"/>
          <p:nvPr/>
        </p:nvSpPr>
        <p:spPr>
          <a:xfrm>
            <a:off x="6287770" y="2164207"/>
            <a:ext cx="36576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f</a:t>
            </a:r>
            <a:r>
              <a:rPr sz="1200" spc="-15" dirty="0">
                <a:latin typeface="Times New Roman"/>
                <a:cs typeface="Times New Roman"/>
              </a:rPr>
              <a:t>o</a:t>
            </a:r>
            <a:r>
              <a:rPr sz="1200" spc="-20" dirty="0">
                <a:latin typeface="Times New Roman"/>
                <a:cs typeface="Times New Roman"/>
              </a:rPr>
              <a:t>r</a:t>
            </a:r>
            <a:r>
              <a:rPr sz="1200" spc="-10" dirty="0">
                <a:latin typeface="Times New Roman"/>
                <a:cs typeface="Times New Roman"/>
              </a:rPr>
              <a:t>m</a:t>
            </a:r>
            <a:r>
              <a:rPr sz="1200" dirty="0">
                <a:latin typeface="Times New Roman"/>
                <a:cs typeface="Times New Roman"/>
              </a:rPr>
              <a:t>-</a:t>
            </a:r>
            <a:endParaRPr sz="1200">
              <a:latin typeface="Times New Roman"/>
              <a:cs typeface="Times New Roman"/>
            </a:endParaRPr>
          </a:p>
        </p:txBody>
      </p:sp>
      <p:sp>
        <p:nvSpPr>
          <p:cNvPr id="11" name="object 11"/>
          <p:cNvSpPr txBox="1"/>
          <p:nvPr/>
        </p:nvSpPr>
        <p:spPr>
          <a:xfrm>
            <a:off x="907796" y="2357755"/>
            <a:ext cx="5168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group"&gt;</a:t>
            </a:r>
            <a:endParaRPr sz="1200">
              <a:latin typeface="Times New Roman"/>
              <a:cs typeface="Times New Roman"/>
            </a:endParaRPr>
          </a:p>
        </p:txBody>
      </p:sp>
      <p:sp>
        <p:nvSpPr>
          <p:cNvPr id="12" name="object 12"/>
          <p:cNvSpPr txBox="1"/>
          <p:nvPr/>
        </p:nvSpPr>
        <p:spPr>
          <a:xfrm>
            <a:off x="5018023" y="2651886"/>
            <a:ext cx="49212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Times New Roman"/>
                <a:cs typeface="Times New Roman"/>
              </a:rPr>
              <a:t>&lt;</a:t>
            </a:r>
            <a:r>
              <a:rPr sz="1200" spc="-15" dirty="0">
                <a:latin typeface="Times New Roman"/>
                <a:cs typeface="Times New Roman"/>
              </a:rPr>
              <a:t>bu</a:t>
            </a:r>
            <a:r>
              <a:rPr sz="1200" spc="-10" dirty="0">
                <a:latin typeface="Times New Roman"/>
                <a:cs typeface="Times New Roman"/>
              </a:rPr>
              <a:t>tt</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p:txBody>
      </p:sp>
      <p:sp>
        <p:nvSpPr>
          <p:cNvPr id="13" name="object 13"/>
          <p:cNvSpPr txBox="1"/>
          <p:nvPr/>
        </p:nvSpPr>
        <p:spPr>
          <a:xfrm>
            <a:off x="5746496" y="2651886"/>
            <a:ext cx="89281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t</a:t>
            </a:r>
            <a:r>
              <a:rPr sz="1200" spc="-50" dirty="0">
                <a:latin typeface="Times New Roman"/>
                <a:cs typeface="Times New Roman"/>
              </a:rPr>
              <a:t>y</a:t>
            </a:r>
            <a:r>
              <a:rPr sz="1200" spc="-15" dirty="0">
                <a:latin typeface="Times New Roman"/>
                <a:cs typeface="Times New Roman"/>
              </a:rPr>
              <a:t>p</a:t>
            </a:r>
            <a:r>
              <a:rPr sz="1200" spc="-20" dirty="0">
                <a:latin typeface="Times New Roman"/>
                <a:cs typeface="Times New Roman"/>
              </a:rPr>
              <a:t>e</a:t>
            </a:r>
            <a:r>
              <a:rPr sz="1200" spc="-5" dirty="0">
                <a:latin typeface="Times New Roman"/>
                <a:cs typeface="Times New Roman"/>
              </a:rPr>
              <a:t>=</a:t>
            </a:r>
            <a:r>
              <a:rPr sz="1200" spc="-30" dirty="0">
                <a:latin typeface="Times New Roman"/>
                <a:cs typeface="Times New Roman"/>
              </a:rPr>
              <a:t>"</a:t>
            </a:r>
            <a:r>
              <a:rPr sz="1200" spc="-20" dirty="0">
                <a:latin typeface="Times New Roman"/>
                <a:cs typeface="Times New Roman"/>
              </a:rPr>
              <a:t>s</a:t>
            </a:r>
            <a:r>
              <a:rPr sz="1200" spc="-15" dirty="0">
                <a:latin typeface="Times New Roman"/>
                <a:cs typeface="Times New Roman"/>
              </a:rPr>
              <a:t>ub</a:t>
            </a:r>
            <a:r>
              <a:rPr sz="1200" spc="-10" dirty="0">
                <a:latin typeface="Times New Roman"/>
                <a:cs typeface="Times New Roman"/>
              </a:rPr>
              <a:t>m</a:t>
            </a:r>
            <a:r>
              <a:rPr sz="1200" dirty="0">
                <a:latin typeface="Times New Roman"/>
                <a:cs typeface="Times New Roman"/>
              </a:rPr>
              <a:t>i</a:t>
            </a:r>
            <a:r>
              <a:rPr sz="1200" spc="-10" dirty="0">
                <a:latin typeface="Times New Roman"/>
                <a:cs typeface="Times New Roman"/>
              </a:rPr>
              <a:t>t</a:t>
            </a:r>
            <a:r>
              <a:rPr sz="1200" spc="-5" dirty="0">
                <a:latin typeface="Times New Roman"/>
                <a:cs typeface="Times New Roman"/>
              </a:rPr>
              <a:t>"</a:t>
            </a:r>
            <a:endParaRPr sz="1200">
              <a:latin typeface="Times New Roman"/>
              <a:cs typeface="Times New Roman"/>
            </a:endParaRPr>
          </a:p>
        </p:txBody>
      </p:sp>
      <p:sp>
        <p:nvSpPr>
          <p:cNvPr id="14" name="object 14"/>
          <p:cNvSpPr txBox="1"/>
          <p:nvPr/>
        </p:nvSpPr>
        <p:spPr>
          <a:xfrm>
            <a:off x="901700" y="2845435"/>
            <a:ext cx="5752465" cy="6731000"/>
          </a:xfrm>
          <a:prstGeom prst="rect">
            <a:avLst/>
          </a:prstGeom>
        </p:spPr>
        <p:txBody>
          <a:bodyPr vert="horz" wrap="square" lIns="0" tIns="12700" rIns="0" bIns="0" rtlCol="0">
            <a:spAutoFit/>
          </a:bodyPr>
          <a:lstStyle/>
          <a:p>
            <a:pPr marL="18415">
              <a:lnSpc>
                <a:spcPct val="100000"/>
              </a:lnSpc>
              <a:spcBef>
                <a:spcPts val="100"/>
              </a:spcBef>
            </a:pPr>
            <a:r>
              <a:rPr sz="1200" spc="-5" dirty="0">
                <a:latin typeface="Times New Roman"/>
                <a:cs typeface="Times New Roman"/>
              </a:rPr>
              <a:t>class="btn</a:t>
            </a:r>
            <a:r>
              <a:rPr sz="1200" spc="25" dirty="0">
                <a:latin typeface="Times New Roman"/>
                <a:cs typeface="Times New Roman"/>
              </a:rPr>
              <a:t> </a:t>
            </a:r>
            <a:r>
              <a:rPr sz="1200" spc="-10" dirty="0">
                <a:latin typeface="Times New Roman"/>
                <a:cs typeface="Times New Roman"/>
              </a:rPr>
              <a:t>btn-block</a:t>
            </a:r>
            <a:r>
              <a:rPr sz="1200" spc="5" dirty="0">
                <a:latin typeface="Times New Roman"/>
                <a:cs typeface="Times New Roman"/>
              </a:rPr>
              <a:t> </a:t>
            </a:r>
            <a:r>
              <a:rPr sz="1200" spc="-10" dirty="0">
                <a:latin typeface="Times New Roman"/>
                <a:cs typeface="Times New Roman"/>
              </a:rPr>
              <a:t>btn-round</a:t>
            </a:r>
            <a:r>
              <a:rPr sz="1200" spc="10" dirty="0">
                <a:latin typeface="Times New Roman"/>
                <a:cs typeface="Times New Roman"/>
              </a:rPr>
              <a:t> </a:t>
            </a:r>
            <a:r>
              <a:rPr sz="1200" spc="-10" dirty="0">
                <a:latin typeface="Times New Roman"/>
                <a:cs typeface="Times New Roman"/>
              </a:rPr>
              <a:t>btn-base"&gt;Sign</a:t>
            </a:r>
            <a:r>
              <a:rPr sz="1200" spc="35" dirty="0">
                <a:latin typeface="Times New Roman"/>
                <a:cs typeface="Times New Roman"/>
              </a:rPr>
              <a:t> </a:t>
            </a:r>
            <a:r>
              <a:rPr sz="1200" spc="-15" dirty="0">
                <a:latin typeface="Times New Roman"/>
                <a:cs typeface="Times New Roman"/>
              </a:rPr>
              <a:t>Up&lt;/button&gt;</a:t>
            </a:r>
            <a:endParaRPr sz="1200">
              <a:latin typeface="Times New Roman"/>
              <a:cs typeface="Times New Roman"/>
            </a:endParaRPr>
          </a:p>
          <a:p>
            <a:pPr marL="3670935">
              <a:lnSpc>
                <a:spcPct val="100000"/>
              </a:lnSpc>
              <a:spcBef>
                <a:spcPts val="900"/>
              </a:spcBef>
            </a:pPr>
            <a:r>
              <a:rPr sz="1200" spc="-15" dirty="0">
                <a:latin typeface="Times New Roman"/>
                <a:cs typeface="Times New Roman"/>
              </a:rPr>
              <a:t>&lt;/div&gt;</a:t>
            </a:r>
            <a:endParaRPr sz="1200">
              <a:latin typeface="Times New Roman"/>
              <a:cs typeface="Times New Roman"/>
            </a:endParaRPr>
          </a:p>
          <a:p>
            <a:pPr>
              <a:lnSpc>
                <a:spcPct val="100000"/>
              </a:lnSpc>
            </a:pPr>
            <a:endParaRPr sz="1300">
              <a:latin typeface="Times New Roman"/>
              <a:cs typeface="Times New Roman"/>
            </a:endParaRPr>
          </a:p>
          <a:p>
            <a:pPr>
              <a:lnSpc>
                <a:spcPct val="100000"/>
              </a:lnSpc>
            </a:pPr>
            <a:endParaRPr sz="1550">
              <a:latin typeface="Times New Roman"/>
              <a:cs typeface="Times New Roman"/>
            </a:endParaRPr>
          </a:p>
          <a:p>
            <a:pPr marL="3670935">
              <a:lnSpc>
                <a:spcPct val="100000"/>
              </a:lnSpc>
            </a:pPr>
            <a:r>
              <a:rPr sz="1200" spc="-15" dirty="0">
                <a:latin typeface="Times New Roman"/>
                <a:cs typeface="Times New Roman"/>
              </a:rPr>
              <a:t>&lt;div</a:t>
            </a:r>
            <a:r>
              <a:rPr sz="1200" spc="-45" dirty="0">
                <a:latin typeface="Times New Roman"/>
                <a:cs typeface="Times New Roman"/>
              </a:rPr>
              <a:t> </a:t>
            </a:r>
            <a:r>
              <a:rPr sz="1200" spc="-15" dirty="0">
                <a:latin typeface="Times New Roman"/>
                <a:cs typeface="Times New Roman"/>
              </a:rPr>
              <a:t>class="col-sm-12</a:t>
            </a:r>
            <a:r>
              <a:rPr sz="1200" spc="5" dirty="0">
                <a:latin typeface="Times New Roman"/>
                <a:cs typeface="Times New Roman"/>
              </a:rPr>
              <a:t> </a:t>
            </a:r>
            <a:r>
              <a:rPr sz="1200" spc="-10" dirty="0">
                <a:latin typeface="Times New Roman"/>
                <a:cs typeface="Times New Roman"/>
              </a:rPr>
              <a:t>mt-30</a:t>
            </a:r>
            <a:r>
              <a:rPr sz="1200" spc="-40" dirty="0">
                <a:latin typeface="Times New Roman"/>
                <a:cs typeface="Times New Roman"/>
              </a:rPr>
              <a:t> </a:t>
            </a:r>
            <a:r>
              <a:rPr sz="1200" spc="-10" dirty="0">
                <a:latin typeface="Times New Roman"/>
                <a:cs typeface="Times New Roman"/>
              </a:rPr>
              <a:t>text-</a:t>
            </a:r>
            <a:endParaRPr sz="1200">
              <a:latin typeface="Times New Roman"/>
              <a:cs typeface="Times New Roman"/>
            </a:endParaRPr>
          </a:p>
          <a:p>
            <a:pPr marL="18415">
              <a:lnSpc>
                <a:spcPct val="100000"/>
              </a:lnSpc>
              <a:spcBef>
                <a:spcPts val="95"/>
              </a:spcBef>
            </a:pPr>
            <a:r>
              <a:rPr sz="1200" spc="-20" dirty="0">
                <a:latin typeface="Times New Roman"/>
                <a:cs typeface="Times New Roman"/>
              </a:rPr>
              <a:t>center"&gt;</a:t>
            </a:r>
            <a:endParaRPr sz="1200">
              <a:latin typeface="Times New Roman"/>
              <a:cs typeface="Times New Roman"/>
            </a:endParaRPr>
          </a:p>
          <a:p>
            <a:pPr marL="18415" marR="5080" indent="4109085">
              <a:lnSpc>
                <a:spcPct val="105800"/>
              </a:lnSpc>
              <a:spcBef>
                <a:spcPts val="710"/>
              </a:spcBef>
              <a:tabLst>
                <a:tab pos="4831080" algn="l"/>
                <a:tab pos="5598795" algn="l"/>
              </a:tabLst>
            </a:pPr>
            <a:r>
              <a:rPr sz="1200" spc="-20" dirty="0">
                <a:latin typeface="Times New Roman"/>
                <a:cs typeface="Times New Roman"/>
              </a:rPr>
              <a:t>&lt;</a:t>
            </a:r>
            <a:r>
              <a:rPr sz="1200" spc="-15" dirty="0">
                <a:latin typeface="Times New Roman"/>
                <a:cs typeface="Times New Roman"/>
              </a:rPr>
              <a:t>p</a:t>
            </a:r>
            <a:r>
              <a:rPr sz="1200" spc="-20" dirty="0">
                <a:latin typeface="Times New Roman"/>
                <a:cs typeface="Times New Roman"/>
              </a:rPr>
              <a:t>&gt;</a:t>
            </a:r>
            <a:r>
              <a:rPr sz="1200" spc="-25" dirty="0">
                <a:latin typeface="Times New Roman"/>
                <a:cs typeface="Times New Roman"/>
              </a:rPr>
              <a:t>B</a:t>
            </a:r>
            <a:r>
              <a:rPr sz="1200" dirty="0">
                <a:latin typeface="Times New Roman"/>
                <a:cs typeface="Times New Roman"/>
              </a:rPr>
              <a:t>y	</a:t>
            </a:r>
            <a:r>
              <a:rPr sz="1200" spc="-20" dirty="0">
                <a:latin typeface="Times New Roman"/>
                <a:cs typeface="Times New Roman"/>
              </a:rPr>
              <a:t>crea</a:t>
            </a:r>
            <a:r>
              <a:rPr sz="1200" spc="-10" dirty="0">
                <a:latin typeface="Times New Roman"/>
                <a:cs typeface="Times New Roman"/>
              </a:rPr>
              <a:t>ti</a:t>
            </a:r>
            <a:r>
              <a:rPr sz="1200" spc="-15" dirty="0">
                <a:latin typeface="Times New Roman"/>
                <a:cs typeface="Times New Roman"/>
              </a:rPr>
              <a:t>n</a:t>
            </a:r>
            <a:r>
              <a:rPr sz="1200" dirty="0">
                <a:latin typeface="Times New Roman"/>
                <a:cs typeface="Times New Roman"/>
              </a:rPr>
              <a:t>g	</a:t>
            </a:r>
            <a:r>
              <a:rPr sz="1200" spc="-30" dirty="0">
                <a:latin typeface="Times New Roman"/>
                <a:cs typeface="Times New Roman"/>
              </a:rPr>
              <a:t>a</a:t>
            </a:r>
            <a:r>
              <a:rPr sz="1200" dirty="0">
                <a:latin typeface="Times New Roman"/>
                <a:cs typeface="Times New Roman"/>
              </a:rPr>
              <a:t>n  </a:t>
            </a:r>
            <a:r>
              <a:rPr sz="1200" spc="-5" dirty="0">
                <a:latin typeface="Times New Roman"/>
                <a:cs typeface="Times New Roman"/>
              </a:rPr>
              <a:t>account,</a:t>
            </a:r>
            <a:r>
              <a:rPr sz="1200" dirty="0">
                <a:latin typeface="Times New Roman"/>
                <a:cs typeface="Times New Roman"/>
              </a:rPr>
              <a:t> </a:t>
            </a:r>
            <a:r>
              <a:rPr sz="1200" spc="-15" dirty="0">
                <a:latin typeface="Times New Roman"/>
                <a:cs typeface="Times New Roman"/>
              </a:rPr>
              <a:t>you</a:t>
            </a:r>
            <a:r>
              <a:rPr sz="1200" spc="15" dirty="0">
                <a:latin typeface="Times New Roman"/>
                <a:cs typeface="Times New Roman"/>
              </a:rPr>
              <a:t> </a:t>
            </a:r>
            <a:r>
              <a:rPr sz="1200" spc="-10" dirty="0">
                <a:latin typeface="Times New Roman"/>
                <a:cs typeface="Times New Roman"/>
              </a:rPr>
              <a:t>agree</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our</a:t>
            </a:r>
            <a:r>
              <a:rPr sz="1200" spc="-15" dirty="0">
                <a:latin typeface="Times New Roman"/>
                <a:cs typeface="Times New Roman"/>
              </a:rPr>
              <a:t> </a:t>
            </a:r>
            <a:r>
              <a:rPr sz="1200" spc="-5" dirty="0">
                <a:latin typeface="Times New Roman"/>
                <a:cs typeface="Times New Roman"/>
              </a:rPr>
              <a:t>&lt;a</a:t>
            </a:r>
            <a:r>
              <a:rPr sz="1200" spc="-25" dirty="0">
                <a:latin typeface="Times New Roman"/>
                <a:cs typeface="Times New Roman"/>
              </a:rPr>
              <a:t> </a:t>
            </a:r>
            <a:r>
              <a:rPr sz="1200" spc="-5" dirty="0">
                <a:latin typeface="Times New Roman"/>
                <a:cs typeface="Times New Roman"/>
              </a:rPr>
              <a:t>href="#"&gt;terms&lt;/a&gt;</a:t>
            </a:r>
            <a:r>
              <a:rPr sz="1200" spc="2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&lt;a</a:t>
            </a:r>
            <a:r>
              <a:rPr sz="1200" spc="-15" dirty="0">
                <a:latin typeface="Times New Roman"/>
                <a:cs typeface="Times New Roman"/>
              </a:rPr>
              <a:t> </a:t>
            </a:r>
            <a:r>
              <a:rPr sz="1200" spc="-5" dirty="0">
                <a:latin typeface="Times New Roman"/>
                <a:cs typeface="Times New Roman"/>
              </a:rPr>
              <a:t>href="#"&gt;privacy</a:t>
            </a:r>
            <a:r>
              <a:rPr sz="1200" spc="40" dirty="0">
                <a:latin typeface="Times New Roman"/>
                <a:cs typeface="Times New Roman"/>
              </a:rPr>
              <a:t> </a:t>
            </a:r>
            <a:r>
              <a:rPr sz="1200" spc="-15" dirty="0">
                <a:latin typeface="Times New Roman"/>
                <a:cs typeface="Times New Roman"/>
              </a:rPr>
              <a:t>policy&lt;/a&gt;.&lt;/p&gt;</a:t>
            </a:r>
            <a:endParaRPr sz="1200">
              <a:latin typeface="Times New Roman"/>
              <a:cs typeface="Times New Roman"/>
            </a:endParaRPr>
          </a:p>
          <a:p>
            <a:pPr marL="4128135">
              <a:lnSpc>
                <a:spcPct val="100000"/>
              </a:lnSpc>
              <a:spcBef>
                <a:spcPts val="994"/>
              </a:spcBef>
              <a:tabLst>
                <a:tab pos="5088255" algn="l"/>
                <a:tab pos="5598795" algn="l"/>
              </a:tabLst>
            </a:pPr>
            <a:r>
              <a:rPr sz="1200" spc="-20" dirty="0">
                <a:latin typeface="Times New Roman"/>
                <a:cs typeface="Times New Roman"/>
              </a:rPr>
              <a:t>&lt;</a:t>
            </a:r>
            <a:r>
              <a:rPr sz="1200" spc="-15" dirty="0">
                <a:latin typeface="Times New Roman"/>
                <a:cs typeface="Times New Roman"/>
              </a:rPr>
              <a:t>p</a:t>
            </a:r>
            <a:r>
              <a:rPr sz="1200" spc="-20" dirty="0">
                <a:latin typeface="Times New Roman"/>
                <a:cs typeface="Times New Roman"/>
              </a:rPr>
              <a:t>&gt;A</a:t>
            </a:r>
            <a:r>
              <a:rPr sz="1200" spc="-10" dirty="0">
                <a:latin typeface="Times New Roman"/>
                <a:cs typeface="Times New Roman"/>
              </a:rPr>
              <a:t>l</a:t>
            </a:r>
            <a:r>
              <a:rPr sz="1200" spc="-20" dirty="0">
                <a:latin typeface="Times New Roman"/>
                <a:cs typeface="Times New Roman"/>
              </a:rPr>
              <a:t>rea</a:t>
            </a:r>
            <a:r>
              <a:rPr sz="1200" dirty="0">
                <a:latin typeface="Times New Roman"/>
                <a:cs typeface="Times New Roman"/>
              </a:rPr>
              <a:t>dy	</a:t>
            </a:r>
            <a:r>
              <a:rPr sz="1200" spc="-25" dirty="0">
                <a:latin typeface="Times New Roman"/>
                <a:cs typeface="Times New Roman"/>
              </a:rPr>
              <a:t>h</a:t>
            </a:r>
            <a:r>
              <a:rPr sz="1200" spc="-30" dirty="0">
                <a:latin typeface="Times New Roman"/>
                <a:cs typeface="Times New Roman"/>
              </a:rPr>
              <a:t>a</a:t>
            </a:r>
            <a:r>
              <a:rPr sz="1200" spc="-25" dirty="0">
                <a:latin typeface="Times New Roman"/>
                <a:cs typeface="Times New Roman"/>
              </a:rPr>
              <a:t>v</a:t>
            </a:r>
            <a:r>
              <a:rPr sz="1200" dirty="0">
                <a:latin typeface="Times New Roman"/>
                <a:cs typeface="Times New Roman"/>
              </a:rPr>
              <a:t>e	</a:t>
            </a:r>
            <a:r>
              <a:rPr sz="1200" spc="-30" dirty="0">
                <a:latin typeface="Times New Roman"/>
                <a:cs typeface="Times New Roman"/>
              </a:rPr>
              <a:t>an</a:t>
            </a:r>
            <a:endParaRPr sz="1200">
              <a:latin typeface="Times New Roman"/>
              <a:cs typeface="Times New Roman"/>
            </a:endParaRPr>
          </a:p>
          <a:p>
            <a:pPr marL="18415">
              <a:lnSpc>
                <a:spcPct val="100000"/>
              </a:lnSpc>
              <a:spcBef>
                <a:spcPts val="110"/>
              </a:spcBef>
            </a:pPr>
            <a:r>
              <a:rPr sz="1200" spc="-5" dirty="0">
                <a:latin typeface="Times New Roman"/>
                <a:cs typeface="Times New Roman"/>
              </a:rPr>
              <a:t>account?</a:t>
            </a:r>
            <a:r>
              <a:rPr sz="1200" spc="-15" dirty="0">
                <a:latin typeface="Times New Roman"/>
                <a:cs typeface="Times New Roman"/>
              </a:rPr>
              <a:t> </a:t>
            </a:r>
            <a:r>
              <a:rPr sz="1200" spc="-5" dirty="0">
                <a:latin typeface="Times New Roman"/>
                <a:cs typeface="Times New Roman"/>
              </a:rPr>
              <a:t>&lt;a</a:t>
            </a:r>
            <a:r>
              <a:rPr sz="1200" spc="-40" dirty="0">
                <a:latin typeface="Times New Roman"/>
                <a:cs typeface="Times New Roman"/>
              </a:rPr>
              <a:t> </a:t>
            </a:r>
            <a:r>
              <a:rPr sz="1200" spc="-10" dirty="0">
                <a:latin typeface="Times New Roman"/>
                <a:cs typeface="Times New Roman"/>
              </a:rPr>
              <a:t>href="#"&gt;Sign</a:t>
            </a:r>
            <a:r>
              <a:rPr sz="1200" spc="-5" dirty="0">
                <a:latin typeface="Times New Roman"/>
                <a:cs typeface="Times New Roman"/>
              </a:rPr>
              <a:t> </a:t>
            </a:r>
            <a:r>
              <a:rPr sz="1200" spc="-15" dirty="0">
                <a:latin typeface="Times New Roman"/>
                <a:cs typeface="Times New Roman"/>
              </a:rPr>
              <a:t>in!&lt;/a&gt;&lt;/p&gt;</a:t>
            </a:r>
            <a:endParaRPr sz="1200">
              <a:latin typeface="Times New Roman"/>
              <a:cs typeface="Times New Roman"/>
            </a:endParaRPr>
          </a:p>
          <a:p>
            <a:pPr marL="3670935">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1085215" algn="ctr">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273050" algn="ctr">
              <a:lnSpc>
                <a:spcPct val="100000"/>
              </a:lnSpc>
              <a:spcBef>
                <a:spcPts val="900"/>
              </a:spcBef>
            </a:pPr>
            <a:r>
              <a:rPr sz="1200" spc="-15" dirty="0">
                <a:latin typeface="Times New Roman"/>
                <a:cs typeface="Times New Roman"/>
              </a:rPr>
              <a:t>&lt;/form&gt;</a:t>
            </a:r>
            <a:endParaRPr sz="1200">
              <a:latin typeface="Times New Roman"/>
              <a:cs typeface="Times New Roman"/>
            </a:endParaRPr>
          </a:p>
          <a:p>
            <a:pPr marR="725805" algn="ctr">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R="1659255" algn="ctr">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138430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927100">
              <a:lnSpc>
                <a:spcPct val="100000"/>
              </a:lnSpc>
              <a:spcBef>
                <a:spcPts val="905"/>
              </a:spcBef>
            </a:pPr>
            <a:r>
              <a:rPr sz="1200" spc="-15" dirty="0">
                <a:latin typeface="Times New Roman"/>
                <a:cs typeface="Times New Roman"/>
              </a:rPr>
              <a:t>&lt;/div&gt;</a:t>
            </a:r>
            <a:endParaRPr sz="1200">
              <a:latin typeface="Times New Roman"/>
              <a:cs typeface="Times New Roman"/>
            </a:endParaRPr>
          </a:p>
          <a:p>
            <a:pPr marL="469900">
              <a:lnSpc>
                <a:spcPct val="100000"/>
              </a:lnSpc>
              <a:spcBef>
                <a:spcPts val="900"/>
              </a:spcBef>
            </a:pPr>
            <a:r>
              <a:rPr sz="1200" spc="-15" dirty="0">
                <a:latin typeface="Times New Roman"/>
                <a:cs typeface="Times New Roman"/>
              </a:rPr>
              <a:t>&lt;/div&gt;</a:t>
            </a:r>
            <a:endParaRPr sz="1200">
              <a:latin typeface="Times New Roman"/>
              <a:cs typeface="Times New Roman"/>
            </a:endParaRPr>
          </a:p>
          <a:p>
            <a:pPr marL="469900">
              <a:lnSpc>
                <a:spcPct val="100000"/>
              </a:lnSpc>
              <a:spcBef>
                <a:spcPts val="575"/>
              </a:spcBef>
            </a:pPr>
            <a:r>
              <a:rPr sz="1200" spc="-15" dirty="0">
                <a:latin typeface="Times New Roman"/>
                <a:cs typeface="Times New Roman"/>
              </a:rPr>
              <a:t>&lt;!--</a:t>
            </a:r>
            <a:r>
              <a:rPr sz="1200" spc="5" dirty="0">
                <a:latin typeface="Times New Roman"/>
                <a:cs typeface="Times New Roman"/>
              </a:rPr>
              <a:t> </a:t>
            </a:r>
            <a:r>
              <a:rPr sz="1200" spc="-15" dirty="0">
                <a:latin typeface="Times New Roman"/>
                <a:cs typeface="Times New Roman"/>
              </a:rPr>
              <a:t>product-area</a:t>
            </a:r>
            <a:r>
              <a:rPr sz="1200" spc="40" dirty="0">
                <a:latin typeface="Times New Roman"/>
                <a:cs typeface="Times New Roman"/>
              </a:rPr>
              <a:t> </a:t>
            </a:r>
            <a:r>
              <a:rPr sz="1200" spc="-5" dirty="0">
                <a:latin typeface="Times New Roman"/>
                <a:cs typeface="Times New Roman"/>
              </a:rPr>
              <a:t>end</a:t>
            </a:r>
            <a:r>
              <a:rPr sz="1200" spc="15" dirty="0">
                <a:latin typeface="Times New Roman"/>
                <a:cs typeface="Times New Roman"/>
              </a:rPr>
              <a:t> </a:t>
            </a:r>
            <a:r>
              <a:rPr sz="1200" spc="-10" dirty="0">
                <a:latin typeface="Times New Roman"/>
                <a:cs typeface="Times New Roman"/>
              </a:rPr>
              <a:t>--&gt;</a:t>
            </a:r>
            <a:endParaRPr sz="1200">
              <a:latin typeface="Times New Roman"/>
              <a:cs typeface="Times New Roman"/>
            </a:endParaRPr>
          </a:p>
          <a:p>
            <a:pPr marL="12700">
              <a:lnSpc>
                <a:spcPct val="100000"/>
              </a:lnSpc>
              <a:spcBef>
                <a:spcPts val="875"/>
              </a:spcBef>
            </a:pPr>
            <a:r>
              <a:rPr sz="1200" spc="-15" dirty="0">
                <a:latin typeface="Times New Roman"/>
                <a:cs typeface="Times New Roman"/>
              </a:rPr>
              <a:t>@endsection</a:t>
            </a:r>
            <a:endParaRPr sz="1200">
              <a:latin typeface="Times New Roman"/>
              <a:cs typeface="Times New Roman"/>
            </a:endParaRPr>
          </a:p>
          <a:p>
            <a:pPr>
              <a:lnSpc>
                <a:spcPct val="100000"/>
              </a:lnSpc>
              <a:spcBef>
                <a:spcPts val="50"/>
              </a:spcBef>
            </a:pPr>
            <a:endParaRPr sz="1000">
              <a:latin typeface="Times New Roman"/>
              <a:cs typeface="Times New Roman"/>
            </a:endParaRPr>
          </a:p>
          <a:p>
            <a:pPr marL="12700">
              <a:lnSpc>
                <a:spcPct val="100000"/>
              </a:lnSpc>
            </a:pPr>
            <a:r>
              <a:rPr sz="1200" spc="-15" dirty="0">
                <a:latin typeface="Times New Roman"/>
                <a:cs typeface="Times New Roman"/>
              </a:rPr>
              <a:t>@section('jscript')</a:t>
            </a:r>
            <a:endParaRPr sz="1200">
              <a:latin typeface="Times New Roman"/>
              <a:cs typeface="Times New Roman"/>
            </a:endParaRPr>
          </a:p>
          <a:p>
            <a:pPr marL="12700">
              <a:lnSpc>
                <a:spcPct val="100000"/>
              </a:lnSpc>
              <a:spcBef>
                <a:spcPts val="575"/>
              </a:spcBef>
            </a:pPr>
            <a:r>
              <a:rPr sz="1200" spc="-5" dirty="0">
                <a:latin typeface="Times New Roman"/>
                <a:cs typeface="Times New Roman"/>
              </a:rPr>
              <a:t>&lt;script</a:t>
            </a:r>
            <a:r>
              <a:rPr sz="1200" spc="-25" dirty="0">
                <a:latin typeface="Times New Roman"/>
                <a:cs typeface="Times New Roman"/>
              </a:rPr>
              <a:t> </a:t>
            </a:r>
            <a:r>
              <a:rPr sz="1200" spc="-15" dirty="0">
                <a:latin typeface="Times New Roman"/>
                <a:cs typeface="Times New Roman"/>
              </a:rPr>
              <a:t>type="text/javascript"&gt;</a:t>
            </a:r>
            <a:endParaRPr sz="1200">
              <a:latin typeface="Times New Roman"/>
              <a:cs typeface="Times New Roman"/>
            </a:endParaRPr>
          </a:p>
          <a:p>
            <a:pPr marL="18415">
              <a:lnSpc>
                <a:spcPct val="100000"/>
              </a:lnSpc>
              <a:spcBef>
                <a:spcPts val="890"/>
              </a:spcBef>
            </a:pPr>
            <a:r>
              <a:rPr sz="1200" spc="-15" dirty="0">
                <a:latin typeface="Times New Roman"/>
                <a:cs typeface="Times New Roman"/>
              </a:rPr>
              <a:t>flatpickr("#dob",</a:t>
            </a:r>
            <a:r>
              <a:rPr sz="1200" spc="75" dirty="0">
                <a:latin typeface="Times New Roman"/>
                <a:cs typeface="Times New Roman"/>
              </a:rPr>
              <a:t> </a:t>
            </a:r>
            <a:r>
              <a:rPr sz="1200" dirty="0">
                <a:latin typeface="Times New Roman"/>
                <a:cs typeface="Times New Roman"/>
              </a:rPr>
              <a:t>{</a:t>
            </a:r>
            <a:endParaRPr sz="1200">
              <a:latin typeface="Times New Roman"/>
              <a:cs typeface="Times New Roman"/>
            </a:endParaRPr>
          </a:p>
          <a:p>
            <a:pPr>
              <a:lnSpc>
                <a:spcPct val="100000"/>
              </a:lnSpc>
              <a:spcBef>
                <a:spcPts val="50"/>
              </a:spcBef>
            </a:pPr>
            <a:endParaRPr sz="1000">
              <a:latin typeface="Times New Roman"/>
              <a:cs typeface="Times New Roman"/>
            </a:endParaRPr>
          </a:p>
          <a:p>
            <a:pPr marR="1658620" algn="ctr">
              <a:lnSpc>
                <a:spcPct val="100000"/>
              </a:lnSpc>
            </a:pPr>
            <a:r>
              <a:rPr sz="1200" spc="-5" dirty="0">
                <a:latin typeface="Times New Roman"/>
                <a:cs typeface="Times New Roman"/>
              </a:rPr>
              <a:t>dateFormat:</a:t>
            </a:r>
            <a:r>
              <a:rPr sz="1200" spc="10" dirty="0">
                <a:latin typeface="Times New Roman"/>
                <a:cs typeface="Times New Roman"/>
              </a:rPr>
              <a:t> </a:t>
            </a:r>
            <a:r>
              <a:rPr sz="1200" spc="-35" dirty="0">
                <a:latin typeface="Times New Roman"/>
                <a:cs typeface="Times New Roman"/>
              </a:rPr>
              <a:t>"Y-m-d",</a:t>
            </a:r>
            <a:r>
              <a:rPr sz="1200" spc="15" dirty="0">
                <a:latin typeface="Times New Roman"/>
                <a:cs typeface="Times New Roman"/>
              </a:rPr>
              <a:t> </a:t>
            </a:r>
            <a:r>
              <a:rPr sz="1200" spc="-5" dirty="0">
                <a:latin typeface="Times New Roman"/>
                <a:cs typeface="Times New Roman"/>
              </a:rPr>
              <a:t>//</a:t>
            </a:r>
            <a:r>
              <a:rPr sz="1200" spc="-60" dirty="0">
                <a:latin typeface="Times New Roman"/>
                <a:cs typeface="Times New Roman"/>
              </a:rPr>
              <a:t> </a:t>
            </a:r>
            <a:r>
              <a:rPr sz="1200" spc="-5" dirty="0">
                <a:latin typeface="Times New Roman"/>
                <a:cs typeface="Times New Roman"/>
              </a:rPr>
              <a:t>Adjust</a:t>
            </a:r>
            <a:r>
              <a:rPr sz="1200" spc="-15" dirty="0">
                <a:latin typeface="Times New Roman"/>
                <a:cs typeface="Times New Roman"/>
              </a:rPr>
              <a:t> </a:t>
            </a:r>
            <a:r>
              <a:rPr sz="1200" dirty="0">
                <a:latin typeface="Times New Roman"/>
                <a:cs typeface="Times New Roman"/>
              </a:rPr>
              <a:t>the </a:t>
            </a:r>
            <a:r>
              <a:rPr sz="1200" spc="-5" dirty="0">
                <a:latin typeface="Times New Roman"/>
                <a:cs typeface="Times New Roman"/>
              </a:rPr>
              <a:t>date</a:t>
            </a:r>
            <a:r>
              <a:rPr sz="1200" spc="5" dirty="0">
                <a:latin typeface="Times New Roman"/>
                <a:cs typeface="Times New Roman"/>
              </a:rPr>
              <a:t> </a:t>
            </a:r>
            <a:r>
              <a:rPr sz="1200" spc="-5" dirty="0">
                <a:latin typeface="Times New Roman"/>
                <a:cs typeface="Times New Roman"/>
              </a:rPr>
              <a:t>format</a:t>
            </a:r>
            <a:r>
              <a:rPr sz="1200" spc="5" dirty="0">
                <a:latin typeface="Times New Roman"/>
                <a:cs typeface="Times New Roman"/>
              </a:rPr>
              <a:t> </a:t>
            </a:r>
            <a:r>
              <a:rPr sz="1200" spc="-5" dirty="0">
                <a:latin typeface="Times New Roman"/>
                <a:cs typeface="Times New Roman"/>
              </a:rPr>
              <a:t>as</a:t>
            </a:r>
            <a:r>
              <a:rPr sz="1200" spc="-20" dirty="0">
                <a:latin typeface="Times New Roman"/>
                <a:cs typeface="Times New Roman"/>
              </a:rPr>
              <a:t> </a:t>
            </a:r>
            <a:r>
              <a:rPr sz="1200" spc="-15" dirty="0">
                <a:latin typeface="Times New Roman"/>
                <a:cs typeface="Times New Roman"/>
              </a:rPr>
              <a:t>needed</a:t>
            </a:r>
            <a:endParaRPr sz="1200">
              <a:latin typeface="Times New Roman"/>
              <a:cs typeface="Times New Roman"/>
            </a:endParaRPr>
          </a:p>
          <a:p>
            <a:pPr marL="165100">
              <a:lnSpc>
                <a:spcPct val="100000"/>
              </a:lnSpc>
              <a:spcBef>
                <a:spcPts val="900"/>
              </a:spcBef>
            </a:pPr>
            <a:r>
              <a:rPr sz="1200" spc="-20" dirty="0">
                <a:latin typeface="Times New Roman"/>
                <a:cs typeface="Times New Roman"/>
              </a:rPr>
              <a:t>});</a:t>
            </a:r>
            <a:endParaRPr sz="1200">
              <a:latin typeface="Times New Roman"/>
              <a:cs typeface="Times New Roman"/>
            </a:endParaRPr>
          </a:p>
        </p:txBody>
      </p:sp>
      <p:sp>
        <p:nvSpPr>
          <p:cNvPr id="15" name="object 15"/>
          <p:cNvSpPr/>
          <p:nvPr/>
        </p:nvSpPr>
        <p:spPr>
          <a:xfrm>
            <a:off x="508254" y="476250"/>
            <a:ext cx="6553200" cy="9932035"/>
          </a:xfrm>
          <a:custGeom>
            <a:avLst/>
            <a:gdLst/>
            <a:ahLst/>
            <a:cxnLst/>
            <a:rect l="l" t="t" r="r" b="b"/>
            <a:pathLst>
              <a:path w="6553200" h="9932035">
                <a:moveTo>
                  <a:pt x="0" y="9931908"/>
                </a:moveTo>
                <a:lnTo>
                  <a:pt x="6553200" y="9931908"/>
                </a:lnTo>
                <a:lnTo>
                  <a:pt x="6553200" y="0"/>
                </a:lnTo>
                <a:lnTo>
                  <a:pt x="0" y="0"/>
                </a:lnTo>
                <a:lnTo>
                  <a:pt x="0" y="9931908"/>
                </a:lnTo>
                <a:close/>
              </a:path>
            </a:pathLst>
          </a:custGeom>
          <a:ln w="25400">
            <a:solidFill>
              <a:srgbClr val="1C334E"/>
            </a:solidFill>
          </a:ln>
        </p:spPr>
        <p:txBody>
          <a:bodyPr wrap="square" lIns="0" tIns="0" rIns="0" bIns="0" rtlCol="0"/>
          <a:lstStyle/>
          <a:p>
            <a:endParaRPr/>
          </a:p>
        </p:txBody>
      </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61264"/>
            <a:ext cx="1892300"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latin typeface="Times New Roman"/>
                <a:cs typeface="Times New Roman"/>
              </a:rPr>
              <a:t>Home Construction Service</a:t>
            </a:r>
            <a:endParaRPr lang="en-US" sz="1200" dirty="0">
              <a:latin typeface="Times New Roman"/>
              <a:cs typeface="Times New Roman"/>
            </a:endParaRPr>
          </a:p>
        </p:txBody>
      </p:sp>
      <p:sp>
        <p:nvSpPr>
          <p:cNvPr id="3" name="object 3"/>
          <p:cNvSpPr txBox="1"/>
          <p:nvPr/>
        </p:nvSpPr>
        <p:spPr>
          <a:xfrm>
            <a:off x="5833998" y="461264"/>
            <a:ext cx="57213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80</a:t>
            </a:r>
            <a:r>
              <a:rPr sz="1200" spc="-40" dirty="0">
                <a:latin typeface="Times New Roman"/>
                <a:cs typeface="Times New Roman"/>
              </a:rPr>
              <a:t> </a:t>
            </a:r>
            <a:r>
              <a:rPr sz="1200" b="1" spc="-5" dirty="0">
                <a:latin typeface="Times New Roman"/>
                <a:cs typeface="Times New Roman"/>
              </a:rPr>
              <a:t>|</a:t>
            </a:r>
            <a:r>
              <a:rPr sz="1200" b="1" spc="-50" dirty="0">
                <a:latin typeface="Times New Roman"/>
                <a:cs typeface="Times New Roman"/>
              </a:rPr>
              <a:t> </a:t>
            </a:r>
            <a:r>
              <a:rPr sz="1200" spc="-25" dirty="0">
                <a:solidFill>
                  <a:srgbClr val="808080"/>
                </a:solidFill>
                <a:latin typeface="Times New Roman"/>
                <a:cs typeface="Times New Roman"/>
              </a:rPr>
              <a:t>Page</a:t>
            </a:r>
            <a:endParaRPr sz="1200">
              <a:latin typeface="Times New Roman"/>
              <a:cs typeface="Times New Roman"/>
            </a:endParaRPr>
          </a:p>
        </p:txBody>
      </p:sp>
      <p:sp>
        <p:nvSpPr>
          <p:cNvPr id="4" name="object 4"/>
          <p:cNvSpPr/>
          <p:nvPr/>
        </p:nvSpPr>
        <p:spPr>
          <a:xfrm>
            <a:off x="914400" y="475488"/>
            <a:ext cx="5727700" cy="0"/>
          </a:xfrm>
          <a:custGeom>
            <a:avLst/>
            <a:gdLst/>
            <a:ahLst/>
            <a:cxnLst/>
            <a:rect l="l" t="t" r="r" b="b"/>
            <a:pathLst>
              <a:path w="5727700">
                <a:moveTo>
                  <a:pt x="0" y="0"/>
                </a:moveTo>
                <a:lnTo>
                  <a:pt x="5727192" y="0"/>
                </a:lnTo>
              </a:path>
            </a:pathLst>
          </a:custGeom>
          <a:ln w="12700">
            <a:solidFill>
              <a:srgbClr val="D9D9D9"/>
            </a:solidFill>
          </a:ln>
        </p:spPr>
        <p:txBody>
          <a:bodyPr wrap="square" lIns="0" tIns="0" rIns="0" bIns="0" rtlCol="0"/>
          <a:lstStyle/>
          <a:p>
            <a:endParaRPr/>
          </a:p>
        </p:txBody>
      </p:sp>
      <p:sp>
        <p:nvSpPr>
          <p:cNvPr id="5" name="object 5"/>
          <p:cNvSpPr txBox="1"/>
          <p:nvPr/>
        </p:nvSpPr>
        <p:spPr>
          <a:xfrm>
            <a:off x="901700" y="892810"/>
            <a:ext cx="801370" cy="506095"/>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&lt;/script&gt;</a:t>
            </a:r>
            <a:endParaRPr sz="1200">
              <a:latin typeface="Times New Roman"/>
              <a:cs typeface="Times New Roman"/>
            </a:endParaRPr>
          </a:p>
          <a:p>
            <a:pPr marL="12700">
              <a:lnSpc>
                <a:spcPct val="100000"/>
              </a:lnSpc>
              <a:spcBef>
                <a:spcPts val="900"/>
              </a:spcBef>
            </a:pPr>
            <a:r>
              <a:rPr sz="1200" spc="-15" dirty="0">
                <a:latin typeface="Times New Roman"/>
                <a:cs typeface="Times New Roman"/>
              </a:rPr>
              <a:t>@</a:t>
            </a:r>
            <a:r>
              <a:rPr sz="1200" spc="-20" dirty="0">
                <a:latin typeface="Times New Roman"/>
                <a:cs typeface="Times New Roman"/>
              </a:rPr>
              <a:t>e</a:t>
            </a:r>
            <a:r>
              <a:rPr sz="1200" spc="-15" dirty="0">
                <a:latin typeface="Times New Roman"/>
                <a:cs typeface="Times New Roman"/>
              </a:rPr>
              <a:t>nd</a:t>
            </a:r>
            <a:r>
              <a:rPr sz="1200" spc="-20" dirty="0">
                <a:latin typeface="Times New Roman"/>
                <a:cs typeface="Times New Roman"/>
              </a:rPr>
              <a:t>sec</a:t>
            </a:r>
            <a:r>
              <a:rPr sz="1200" spc="-10" dirty="0">
                <a:latin typeface="Times New Roman"/>
                <a:cs typeface="Times New Roman"/>
              </a:rPr>
              <a:t>ti</a:t>
            </a:r>
            <a:r>
              <a:rPr sz="1200" spc="-15" dirty="0">
                <a:latin typeface="Times New Roman"/>
                <a:cs typeface="Times New Roman"/>
              </a:rPr>
              <a:t>o</a:t>
            </a:r>
            <a:r>
              <a:rPr sz="1200" dirty="0">
                <a:latin typeface="Times New Roman"/>
                <a:cs typeface="Times New Roman"/>
              </a:rPr>
              <a:t>n</a:t>
            </a:r>
            <a:endParaRPr sz="1200">
              <a:latin typeface="Times New Roman"/>
              <a:cs typeface="Times New Roman"/>
            </a:endParaRPr>
          </a:p>
        </p:txBody>
      </p:sp>
      <p:sp>
        <p:nvSpPr>
          <p:cNvPr id="6" name="object 6"/>
          <p:cNvSpPr/>
          <p:nvPr/>
        </p:nvSpPr>
        <p:spPr>
          <a:xfrm>
            <a:off x="584454" y="476250"/>
            <a:ext cx="6477000" cy="9932035"/>
          </a:xfrm>
          <a:custGeom>
            <a:avLst/>
            <a:gdLst/>
            <a:ahLst/>
            <a:cxnLst/>
            <a:rect l="l" t="t" r="r" b="b"/>
            <a:pathLst>
              <a:path w="6477000" h="9932035">
                <a:moveTo>
                  <a:pt x="0" y="9931908"/>
                </a:moveTo>
                <a:lnTo>
                  <a:pt x="6477000" y="9931908"/>
                </a:lnTo>
                <a:lnTo>
                  <a:pt x="6477000" y="0"/>
                </a:lnTo>
                <a:lnTo>
                  <a:pt x="0" y="0"/>
                </a:lnTo>
                <a:lnTo>
                  <a:pt x="0" y="9931908"/>
                </a:lnTo>
                <a:close/>
              </a:path>
            </a:pathLst>
          </a:custGeom>
          <a:ln w="25400">
            <a:solidFill>
              <a:srgbClr val="1C334E"/>
            </a:solidFill>
          </a:ln>
        </p:spPr>
        <p:txBody>
          <a:bodyPr wrap="square" lIns="0" tIns="0" rIns="0" bIns="0" rtlCol="0"/>
          <a:lstStyle/>
          <a:p>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5" dirty="0"/>
              <a:t>S</a:t>
            </a:r>
            <a:r>
              <a:rPr spc="-20" dirty="0"/>
              <a:t>NG</a:t>
            </a:r>
            <a:r>
              <a:rPr spc="-40" dirty="0"/>
              <a:t>I</a:t>
            </a:r>
            <a:r>
              <a:rPr spc="-15" dirty="0"/>
              <a:t>S</a:t>
            </a:r>
            <a:r>
              <a:rPr dirty="0"/>
              <a:t>T</a:t>
            </a:r>
            <a:r>
              <a:rPr spc="-85" dirty="0"/>
              <a:t> </a:t>
            </a:r>
            <a:r>
              <a:rPr spc="-5" dirty="0"/>
              <a:t>A</a:t>
            </a:r>
            <a:r>
              <a:rPr spc="-15" dirty="0"/>
              <a:t>r</a:t>
            </a:r>
            <a:r>
              <a:rPr spc="-5" dirty="0"/>
              <a:t>ts</a:t>
            </a:r>
            <a:r>
              <a:rPr spc="-10" dirty="0"/>
              <a:t> </a:t>
            </a:r>
            <a:r>
              <a:rPr dirty="0"/>
              <a:t>&amp; </a:t>
            </a:r>
            <a:r>
              <a:rPr spc="-5" dirty="0"/>
              <a:t>Sc</a:t>
            </a:r>
            <a:r>
              <a:rPr dirty="0"/>
              <a:t>ien</a:t>
            </a:r>
            <a:r>
              <a:rPr spc="-10" dirty="0"/>
              <a:t>c</a:t>
            </a:r>
            <a:r>
              <a:rPr dirty="0"/>
              <a:t>e</a:t>
            </a:r>
            <a:r>
              <a:rPr spc="20" dirty="0"/>
              <a:t> </a:t>
            </a:r>
            <a:r>
              <a:rPr spc="-10" dirty="0"/>
              <a:t>C</a:t>
            </a:r>
            <a:r>
              <a:rPr spc="-15" dirty="0"/>
              <a:t>o</a:t>
            </a:r>
            <a:r>
              <a:rPr spc="-10" dirty="0"/>
              <a:t>ll</a:t>
            </a:r>
            <a:r>
              <a:rPr spc="-20" dirty="0"/>
              <a:t>e</a:t>
            </a:r>
            <a:r>
              <a:rPr spc="-25" dirty="0"/>
              <a:t>g</a:t>
            </a:r>
            <a:r>
              <a:rPr dirty="0"/>
              <a:t>e</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15" dirty="0"/>
              <a:t>Department</a:t>
            </a:r>
            <a:r>
              <a:rPr spc="35" dirty="0"/>
              <a:t> </a:t>
            </a:r>
            <a:r>
              <a:rPr dirty="0"/>
              <a:t>of</a:t>
            </a:r>
            <a:r>
              <a:rPr spc="5" dirty="0"/>
              <a:t> </a:t>
            </a:r>
            <a:r>
              <a:rPr spc="-15" dirty="0"/>
              <a:t>Computer</a:t>
            </a:r>
            <a:r>
              <a:rPr spc="-45" dirty="0"/>
              <a:t> </a:t>
            </a:r>
            <a:r>
              <a:rPr spc="-15" dirty="0"/>
              <a:t>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1163</TotalTime>
  <Words>15600</Words>
  <Application>Microsoft Office PowerPoint</Application>
  <PresentationFormat>Custom</PresentationFormat>
  <Paragraphs>2023</Paragraphs>
  <Slides>88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Arial</vt:lpstr>
      <vt:lpstr>Arial MT</vt:lpstr>
      <vt:lpstr>Calibri</vt:lpstr>
      <vt:lpstr>Consolas</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report.docx</dc:title>
  <dc:creator>GOWRI NANDHANA</dc:creator>
  <cp:lastModifiedBy>Seethal VS</cp:lastModifiedBy>
  <cp:revision>5</cp:revision>
  <dcterms:created xsi:type="dcterms:W3CDTF">2024-10-28T07:43:58Z</dcterms:created>
  <dcterms:modified xsi:type="dcterms:W3CDTF">2024-11-30T16:28:45Z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2023-12-30T00:00:00Z</vt:filetime>
  </property>
  <property fmtid="{D5CDD505-2E9C-101B-9397-08002B2CF9AE}" pid="3" name="Creator">
    <vt:lpwstr>Microsoft® PowerPoint® 2021</vt:lpwstr>
  </property>
  <property fmtid="{D5CDD505-2E9C-101B-9397-08002B2CF9AE}" pid="4" name="LastSaved">
    <vt:filetime>2024-10-28T00:00:00Z</vt:filetime>
  </property>
</Properties>
</file>